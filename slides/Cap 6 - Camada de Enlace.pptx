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960" r:id="rId2"/>
    <p:sldId id="1129" r:id="rId3"/>
    <p:sldId id="964" r:id="rId4"/>
    <p:sldId id="1270" r:id="rId5"/>
    <p:sldId id="1130" r:id="rId6"/>
    <p:sldId id="1131" r:id="rId7"/>
    <p:sldId id="1271" r:id="rId8"/>
    <p:sldId id="1132" r:id="rId9"/>
    <p:sldId id="1133" r:id="rId10"/>
    <p:sldId id="1134" r:id="rId11"/>
    <p:sldId id="1135" r:id="rId12"/>
    <p:sldId id="1136" r:id="rId13"/>
    <p:sldId id="1137" r:id="rId14"/>
    <p:sldId id="1168" r:id="rId15"/>
    <p:sldId id="1169" r:id="rId16"/>
    <p:sldId id="1170" r:id="rId17"/>
    <p:sldId id="1172" r:id="rId18"/>
    <p:sldId id="1173" r:id="rId19"/>
    <p:sldId id="1174" r:id="rId20"/>
    <p:sldId id="1175" r:id="rId21"/>
    <p:sldId id="1176" r:id="rId22"/>
    <p:sldId id="1177" r:id="rId23"/>
    <p:sldId id="1178" r:id="rId24"/>
    <p:sldId id="1179" r:id="rId25"/>
    <p:sldId id="1184" r:id="rId26"/>
    <p:sldId id="1180" r:id="rId27"/>
    <p:sldId id="1181" r:id="rId28"/>
    <p:sldId id="1183" r:id="rId29"/>
    <p:sldId id="1186" r:id="rId30"/>
    <p:sldId id="1272" r:id="rId31"/>
    <p:sldId id="1187" r:id="rId32"/>
    <p:sldId id="1188" r:id="rId33"/>
    <p:sldId id="1189" r:id="rId34"/>
    <p:sldId id="1190" r:id="rId35"/>
    <p:sldId id="1191" r:id="rId36"/>
    <p:sldId id="1192" r:id="rId37"/>
    <p:sldId id="1193" r:id="rId38"/>
    <p:sldId id="1194" r:id="rId39"/>
    <p:sldId id="1195" r:id="rId40"/>
    <p:sldId id="1196" r:id="rId41"/>
    <p:sldId id="1197" r:id="rId42"/>
    <p:sldId id="1198" r:id="rId43"/>
    <p:sldId id="1199" r:id="rId44"/>
    <p:sldId id="1200" r:id="rId45"/>
    <p:sldId id="1201" r:id="rId46"/>
    <p:sldId id="1202" r:id="rId47"/>
    <p:sldId id="1203" r:id="rId48"/>
    <p:sldId id="1204" r:id="rId49"/>
    <p:sldId id="1205" r:id="rId50"/>
    <p:sldId id="1208" r:id="rId51"/>
    <p:sldId id="1211" r:id="rId52"/>
    <p:sldId id="1210" r:id="rId53"/>
    <p:sldId id="1212" r:id="rId54"/>
    <p:sldId id="1213" r:id="rId55"/>
    <p:sldId id="1214" r:id="rId56"/>
    <p:sldId id="1215" r:id="rId57"/>
    <p:sldId id="1216" r:id="rId58"/>
    <p:sldId id="1217" r:id="rId59"/>
    <p:sldId id="1218" r:id="rId60"/>
    <p:sldId id="1219" r:id="rId61"/>
    <p:sldId id="1220" r:id="rId62"/>
    <p:sldId id="1221" r:id="rId63"/>
    <p:sldId id="1222" r:id="rId64"/>
    <p:sldId id="1223" r:id="rId65"/>
    <p:sldId id="1232" r:id="rId66"/>
    <p:sldId id="1224" r:id="rId67"/>
    <p:sldId id="1225" r:id="rId68"/>
    <p:sldId id="1226" r:id="rId69"/>
    <p:sldId id="1227" r:id="rId70"/>
    <p:sldId id="1228" r:id="rId71"/>
    <p:sldId id="1229" r:id="rId72"/>
    <p:sldId id="1230" r:id="rId73"/>
    <p:sldId id="1231" r:id="rId74"/>
    <p:sldId id="1233" r:id="rId75"/>
    <p:sldId id="1235" r:id="rId76"/>
    <p:sldId id="1234" r:id="rId77"/>
    <p:sldId id="1236" r:id="rId78"/>
    <p:sldId id="1238" r:id="rId79"/>
    <p:sldId id="1239" r:id="rId80"/>
    <p:sldId id="1240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56" userDrawn="1">
          <p15:clr>
            <a:srgbClr val="A4A3A4"/>
          </p15:clr>
        </p15:guide>
        <p15:guide id="3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E0FA"/>
    <a:srgbClr val="0000A8"/>
    <a:srgbClr val="CDBDE8"/>
    <a:srgbClr val="F56F6F"/>
    <a:srgbClr val="2FB050"/>
    <a:srgbClr val="E40000"/>
    <a:srgbClr val="DB0004"/>
    <a:srgbClr val="EC86A6"/>
    <a:srgbClr val="8DDFB0"/>
    <a:srgbClr val="FFF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9E23C-C0DD-59B1-68C1-150478A4786C}" v="3" dt="2026-04-08T14:52:52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4656"/>
        <p:guide orient="horz" pos="3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ita Zanella" userId="S::angelita.araujo@ifc.edu.br::7f801d14-b75e-425d-85ed-18f63c32789a" providerId="AD" clId="Web-{1BE7BA16-2408-C1C3-B6DA-29F63E9FC112}"/>
    <pc:docChg chg="modSld">
      <pc:chgData name="Angelita Zanella" userId="S::angelita.araujo@ifc.edu.br::7f801d14-b75e-425d-85ed-18f63c32789a" providerId="AD" clId="Web-{1BE7BA16-2408-C1C3-B6DA-29F63E9FC112}" dt="2026-04-01T11:37:14.500" v="6"/>
      <pc:docMkLst>
        <pc:docMk/>
      </pc:docMkLst>
      <pc:sldChg chg="modAnim">
        <pc:chgData name="Angelita Zanella" userId="S::angelita.araujo@ifc.edu.br::7f801d14-b75e-425d-85ed-18f63c32789a" providerId="AD" clId="Web-{1BE7BA16-2408-C1C3-B6DA-29F63E9FC112}" dt="2026-04-01T11:27:13.679" v="1"/>
        <pc:sldMkLst>
          <pc:docMk/>
          <pc:sldMk cId="11013346" sldId="1129"/>
        </pc:sldMkLst>
      </pc:sldChg>
      <pc:sldChg chg="delAnim modAnim">
        <pc:chgData name="Angelita Zanella" userId="S::angelita.araujo@ifc.edu.br::7f801d14-b75e-425d-85ed-18f63c32789a" providerId="AD" clId="Web-{1BE7BA16-2408-C1C3-B6DA-29F63E9FC112}" dt="2026-04-01T11:37:14.500" v="6"/>
        <pc:sldMkLst>
          <pc:docMk/>
          <pc:sldMk cId="1552137184" sldId="1183"/>
        </pc:sldMkLst>
      </pc:sldChg>
    </pc:docChg>
  </pc:docChgLst>
  <pc:docChgLst>
    <pc:chgData name="Angelita Zanella" userId="S::angelita.araujo@ifc.edu.br::7f801d14-b75e-425d-85ed-18f63c32789a" providerId="AD" clId="Web-{4339E23C-C0DD-59B1-68C1-150478A4786C}"/>
    <pc:docChg chg="modSld">
      <pc:chgData name="Angelita Zanella" userId="S::angelita.araujo@ifc.edu.br::7f801d14-b75e-425d-85ed-18f63c32789a" providerId="AD" clId="Web-{4339E23C-C0DD-59B1-68C1-150478A4786C}" dt="2026-04-08T14:52:52.394" v="2" actId="20577"/>
      <pc:docMkLst>
        <pc:docMk/>
      </pc:docMkLst>
      <pc:sldChg chg="modSp">
        <pc:chgData name="Angelita Zanella" userId="S::angelita.araujo@ifc.edu.br::7f801d14-b75e-425d-85ed-18f63c32789a" providerId="AD" clId="Web-{4339E23C-C0DD-59B1-68C1-150478A4786C}" dt="2026-04-08T14:52:52.394" v="2" actId="20577"/>
        <pc:sldMkLst>
          <pc:docMk/>
          <pc:sldMk cId="1523000046" sldId="1214"/>
        </pc:sldMkLst>
        <pc:spChg chg="mod">
          <ac:chgData name="Angelita Zanella" userId="S::angelita.araujo@ifc.edu.br::7f801d14-b75e-425d-85ed-18f63c32789a" providerId="AD" clId="Web-{4339E23C-C0DD-59B1-68C1-150478A4786C}" dt="2026-04-08T14:52:52.394" v="2" actId="20577"/>
          <ac:spMkLst>
            <pc:docMk/>
            <pc:sldMk cId="1523000046" sldId="1214"/>
            <ac:spMk id="10" creationId="{2935D8EE-730D-3846-8ED3-CF147CA4A3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"/>
              <a:t>Clique para editar os estilos de texto mestre</a:t>
            </a:r>
          </a:p>
          <a:p>
            <a:pPr lvl="1"/>
            <a:r>
              <a:rPr lang="pt"/>
              <a:t>Segundo nível</a:t>
            </a:r>
          </a:p>
          <a:p>
            <a:pPr lvl="2"/>
            <a:r>
              <a:rPr lang="pt"/>
              <a:t>Terceiro nível</a:t>
            </a:r>
          </a:p>
          <a:p>
            <a:pPr lvl="3"/>
            <a:r>
              <a:rPr lang="pt"/>
              <a:t>Quarto nível</a:t>
            </a:r>
          </a:p>
          <a:p>
            <a:pPr lvl="4"/>
            <a:r>
              <a:rPr lang="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"/>
              <a:t>Histórico de versões</a:t>
            </a:r>
          </a:p>
          <a:p>
            <a:endParaRPr lang="en-US"/>
          </a:p>
          <a:p>
            <a:r>
              <a:rPr lang="pt"/>
              <a:t>8.0 (maio de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Todos os slides reformatados para proporção de 16:9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Todos os slides atualizados para o material da</a:t>
            </a:r>
            <a:r>
              <a:rPr lang="pt" baseline="30000"/>
              <a:t> 8ª edição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Uso da fonte Calibri, em vez de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Adicione MUITO mais animação por toda parte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fonte de cabeçalho mais clara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"/>
              <a:t>Slides atualizados do datacenter, dia a 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03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70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66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5CE2-8F2C-EDDF-9258-EDB1F208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87F9E-4ED0-3085-EA67-79A051D93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6CC3F-3CC3-507F-3E97-E49FAAA3E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F1A1E-4C79-10AE-DB50-C1E62C153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75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09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82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148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209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590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680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69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192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783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116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480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885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48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726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968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3786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953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150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DA467-8B5D-5A6F-6AA6-D6AFCD81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87E9D-9260-C963-9FE7-660DAF45C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38488-564E-B2B1-BB5F-A6404C885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C1598-1237-405F-92E6-6B0F49EAD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7172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093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15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63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18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0222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083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4939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2772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720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2862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494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358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0438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8843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6632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27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4131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4566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037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7519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4693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2921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291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51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9185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9986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3720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5535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9558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212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1486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0045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6632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7968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65706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67278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0575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59387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93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4899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15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3406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1030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1153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3914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1098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4498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21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pt"/>
              <a:t>Clique para editar os estilos de texto mestre</a:t>
            </a:r>
          </a:p>
          <a:p>
            <a:pPr lvl="1"/>
            <a:r>
              <a:rPr lang="pt"/>
              <a:t>Segundo nível</a:t>
            </a:r>
          </a:p>
          <a:p>
            <a:pPr lvl="2"/>
            <a:r>
              <a:rPr lang="pt"/>
              <a:t>Terceiro nível</a:t>
            </a:r>
          </a:p>
          <a:p>
            <a:pPr lvl="3"/>
            <a:r>
              <a:rPr lang="pt"/>
              <a:t>Quarto nível</a:t>
            </a:r>
          </a:p>
          <a:p>
            <a:pPr lvl="4"/>
            <a:r>
              <a:rPr lang="pt"/>
              <a:t>Quinto nível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pt"/>
              <a:t>Clique para editar o estilo do título principal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pt"/>
              <a:t>Clique para editar o estilo do título principal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"/>
              <a:t>Clique para editar os estilos de texto mestre</a:t>
            </a:r>
          </a:p>
          <a:p>
            <a:pPr lvl="1"/>
            <a:r>
              <a:rPr lang="pt"/>
              <a:t>Segundo nível</a:t>
            </a:r>
          </a:p>
          <a:p>
            <a:pPr lvl="2"/>
            <a:r>
              <a:rPr lang="pt"/>
              <a:t>Terceiro nível</a:t>
            </a:r>
          </a:p>
          <a:p>
            <a:pPr lvl="3"/>
            <a:r>
              <a:rPr lang="pt"/>
              <a:t>Quarto nível</a:t>
            </a:r>
          </a:p>
          <a:p>
            <a:pPr lvl="4"/>
            <a:r>
              <a:rPr lang="pt"/>
              <a:t>Quinto nível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"/>
              <a:t>Clique para editar os estilos de texto mestre</a:t>
            </a:r>
          </a:p>
          <a:p>
            <a:pPr lvl="1"/>
            <a:r>
              <a:rPr lang="pt"/>
              <a:t>Segundo nível</a:t>
            </a:r>
          </a:p>
          <a:p>
            <a:pPr lvl="2"/>
            <a:r>
              <a:rPr lang="pt"/>
              <a:t>Terceiro nível</a:t>
            </a:r>
          </a:p>
          <a:p>
            <a:pPr lvl="3"/>
            <a:r>
              <a:rPr lang="pt"/>
              <a:t>Quarto nível</a:t>
            </a:r>
          </a:p>
          <a:p>
            <a:pPr lvl="4"/>
            <a:r>
              <a:rPr lang="pt"/>
              <a:t>Quinto nível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pt"/>
              <a:t>Clique para editar o estilo do título principal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"/>
              <a:t>Clique para editar o estilo do título principal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"/>
              <a:t>Clique para editar os estilos de texto mestre</a:t>
            </a:r>
          </a:p>
          <a:p>
            <a:pPr lvl="1"/>
            <a:r>
              <a:rPr lang="pt"/>
              <a:t>Segundo nível</a:t>
            </a:r>
          </a:p>
          <a:p>
            <a:pPr lvl="2"/>
            <a:r>
              <a:rPr lang="pt"/>
              <a:t>Terceiro nível</a:t>
            </a:r>
          </a:p>
          <a:p>
            <a:pPr lvl="3"/>
            <a:r>
              <a:rPr lang="pt"/>
              <a:t>Quarto nível</a:t>
            </a:r>
          </a:p>
          <a:p>
            <a:pPr lvl="4"/>
            <a:r>
              <a:rPr lang="pt"/>
              <a:t>Quinto nível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gif"/><Relationship Id="rId7" Type="http://schemas.openxmlformats.org/officeDocument/2006/relationships/image" Target="../media/image2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6.png"/><Relationship Id="rId5" Type="http://schemas.openxmlformats.org/officeDocument/2006/relationships/image" Target="../media/image20.png"/><Relationship Id="rId10" Type="http://schemas.openxmlformats.org/officeDocument/2006/relationships/image" Target="../media/image5.png"/><Relationship Id="rId4" Type="http://schemas.openxmlformats.org/officeDocument/2006/relationships/image" Target="../media/image19.jpe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pt" altLang="en-US" sz="2800" i="1">
                <a:solidFill>
                  <a:srgbClr val="0000A3"/>
                </a:solidFill>
                <a:latin typeface="+mn-lt"/>
                <a:ea typeface="ＭＳ Ｐゴシック"/>
              </a:rPr>
              <a:t>Redes de computadores: uma abordagem top down</a:t>
            </a:r>
            <a:endParaRPr lang="en-US" altLang="en-US" sz="2000">
              <a:solidFill>
                <a:srgbClr val="000000"/>
              </a:solidFill>
              <a:latin typeface="+mn-lt"/>
              <a:ea typeface="ＭＳ Ｐゴシック"/>
            </a:endParaRPr>
          </a:p>
          <a:p>
            <a:pPr>
              <a:lnSpc>
                <a:spcPct val="85000"/>
              </a:lnSpc>
            </a:pPr>
            <a:r>
              <a:rPr lang="pt" altLang="en-US" sz="1800">
                <a:latin typeface="+mn-lt"/>
                <a:ea typeface="ＭＳ Ｐゴシック"/>
              </a:rPr>
              <a:t>8ª edição </a:t>
            </a:r>
            <a:br>
              <a:rPr lang="en-US" altLang="en-US" sz="1800">
                <a:latin typeface="+mn-lt"/>
              </a:rPr>
            </a:br>
            <a:r>
              <a:rPr lang="pt" altLang="en-US" sz="1800">
                <a:latin typeface="+mn-lt"/>
                <a:ea typeface="ＭＳ Ｐゴシック"/>
              </a:rPr>
              <a:t>Jim Kurose, Keith Ross</a:t>
            </a:r>
            <a:br>
              <a:rPr lang="en-US" altLang="en-US" sz="1800">
                <a:latin typeface="+mn-lt"/>
              </a:rPr>
            </a:br>
            <a:r>
              <a:rPr lang="pt" altLang="en-US" sz="1800">
                <a:latin typeface="+mn-lt"/>
                <a:ea typeface="ＭＳ Ｐゴシック"/>
              </a:rPr>
              <a:t>Pearson, 2020</a:t>
            </a:r>
            <a:endParaRPr lang="en-US" altLang="en-US" sz="2000">
              <a:latin typeface="+mn-lt"/>
              <a:ea typeface="ＭＳ Ｐゴシック"/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1712164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pt" altLang="en-US" sz="5400" b="1">
                <a:solidFill>
                  <a:srgbClr val="000099"/>
                </a:solidFill>
                <a:latin typeface="+mj-lt"/>
                <a:ea typeface="ＭＳ Ｐゴシック"/>
              </a:rPr>
              <a:t>Capítulo 6</a:t>
            </a:r>
            <a:br>
              <a:rPr lang="en-US" altLang="en-US" sz="6000" b="1">
                <a:latin typeface="+mj-lt"/>
              </a:rPr>
            </a:br>
            <a:r>
              <a:rPr lang="pt" altLang="en-US" sz="5400" b="1">
                <a:solidFill>
                  <a:srgbClr val="000099"/>
                </a:solidFill>
                <a:latin typeface="+mj-lt"/>
                <a:ea typeface="ＭＳ Ｐゴシック"/>
              </a:rPr>
              <a:t>A Camada de Enlace e LANs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5720528"/>
            <a:ext cx="5378450" cy="46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72720" indent="-172720">
              <a:lnSpc>
                <a:spcPct val="85000"/>
              </a:lnSpc>
            </a:pPr>
            <a:r>
              <a:rPr lang="pt" altLang="en-US" sz="1400">
                <a:latin typeface="+mn-lt"/>
              </a:rPr>
              <a:t>     Todos os direitos autorais do material 1996-2020</a:t>
            </a:r>
            <a:endParaRPr lang="pt" altLang="en-US" sz="1400">
              <a:latin typeface="+mn-lt"/>
              <a:cs typeface="Calibri" panose="020F0502020204030204"/>
            </a:endParaRPr>
          </a:p>
          <a:p>
            <a:pPr marL="172720" indent="-172720">
              <a:lnSpc>
                <a:spcPct val="85000"/>
              </a:lnSpc>
            </a:pPr>
            <a:r>
              <a:rPr lang="pt" altLang="en-US" sz="1400">
                <a:latin typeface="+mn-lt"/>
              </a:rPr>
              <a:t>     J.F. Kurose e K.W. Ross, Todos os direitos reservados</a:t>
            </a:r>
            <a:endParaRPr lang="en-US" altLang="en-US" sz="1200">
              <a:latin typeface="+mn-lt"/>
              <a:cs typeface="Calibri" panose="020F0502020204030204"/>
            </a:endParaRPr>
          </a:p>
        </p:txBody>
      </p:sp>
      <p:pic>
        <p:nvPicPr>
          <p:cNvPr id="9" name="Picture 8" descr="Uma imagem contendo ao ar livre, água, ponte, edifício&#10;&#10;Descrição gerada automaticamente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" altLang="en-US">
                <a:cs typeface="Calibri"/>
              </a:rPr>
              <a:t>Camada de enlace e LANs: objetivos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3EDA-C355-9A48-9A7B-13CAE9D0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1326"/>
            <a:ext cx="5267864" cy="46697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 pitchFamily="2" charset="2"/>
              <a:buChar char="•"/>
              <a:defRPr/>
            </a:pPr>
            <a:r>
              <a:rPr lang="pt" sz="3200"/>
              <a:t>Entender os princípios por trás dos serviços da camada de enlace: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828675" lvl="1" indent="-457200">
              <a:lnSpc>
                <a:spcPct val="100000"/>
              </a:lnSpc>
              <a:defRPr/>
            </a:pPr>
            <a:r>
              <a:rPr lang="pt" sz="2800"/>
              <a:t>Detecção de erros, correção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688975" lvl="1" indent="-317500">
              <a:lnSpc>
                <a:spcPct val="100000"/>
              </a:lnSpc>
              <a:defRPr/>
            </a:pPr>
            <a:r>
              <a:rPr lang="pt" sz="2800"/>
              <a:t>Compartilhamendo de um canal de transmissão: acesso múltiplo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688975" lvl="1" indent="-317500">
              <a:lnSpc>
                <a:spcPct val="100000"/>
              </a:lnSpc>
              <a:defRPr/>
            </a:pPr>
            <a:r>
              <a:rPr lang="pt" sz="2800"/>
              <a:t>Endereçamento da camada de enlace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688975" lvl="1" indent="-317500">
              <a:lnSpc>
                <a:spcPct val="100000"/>
              </a:lnSpc>
              <a:defRPr/>
            </a:pPr>
            <a:r>
              <a:rPr lang="pt" sz="2800">
                <a:ea typeface="Calibri" panose="020F0502020204030204"/>
                <a:cs typeface="Calibri" panose="020F0502020204030204"/>
              </a:rPr>
              <a:t>Transferência confiável de dados</a:t>
            </a:r>
          </a:p>
          <a:p>
            <a:pPr marL="688975" lvl="1" indent="-317500">
              <a:lnSpc>
                <a:spcPct val="100000"/>
              </a:lnSpc>
              <a:defRPr/>
            </a:pPr>
            <a:r>
              <a:rPr lang="pt" sz="2800"/>
              <a:t>Redes locais: Ethernet, VLANs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342900" indent="-212725">
              <a:buFont typeface="Arial" charset="2"/>
              <a:buChar char="•"/>
              <a:defRPr/>
            </a:pPr>
            <a:r>
              <a:rPr lang="pt" sz="3200"/>
              <a:t>Redes de datacenter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marL="130175" indent="0">
              <a:buNone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4EEF-90EE-424B-9F5F-D32E647E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934" y="1602070"/>
            <a:ext cx="5584371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pt" sz="3200"/>
              <a:t>Instanciação, implementação de várias tecnologias de camada de enlace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439BFE83-3A49-904C-8D0A-2D330947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43" y="3498941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B01662C-0D2B-C547-B59B-BA568A5A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enlace, LANs: roteiro</a:t>
            </a:r>
            <a:endParaRPr lang="en-US" sz="440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-457200">
              <a:buFont typeface="Arial" pitchFamily="2" charset="2"/>
              <a:buChar char="•"/>
              <a:defRPr/>
            </a:pPr>
            <a:r>
              <a:rPr lang="pt"/>
              <a:t>Um dia na vida de uma solicitação da web</a:t>
            </a:r>
            <a:endParaRPr lang="pt-BR"/>
          </a:p>
          <a:p>
            <a:pPr lvl="1">
              <a:buFont typeface="Courier New" panose="020B0604020202020204" pitchFamily="34" charset="0"/>
              <a:buChar char="o"/>
            </a:pPr>
            <a:endParaRPr lang="en-US" alt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980265" y="1388119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/>
              <a:buChar char="•"/>
            </a:pPr>
            <a:r>
              <a:rPr lang="pt" altLang="en-US">
                <a:ea typeface="ＭＳ Ｐゴシック"/>
                <a:cs typeface="Arial"/>
              </a:rPr>
              <a:t>Introdução</a:t>
            </a:r>
          </a:p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/>
              <a:buChar char="•"/>
            </a:pPr>
            <a:r>
              <a:rPr lang="pt" altLang="en-US">
                <a:ea typeface="ＭＳ Ｐゴシック"/>
                <a:cs typeface="Arial"/>
              </a:rPr>
              <a:t>Detecção e correção de erros, correção </a:t>
            </a:r>
            <a:endParaRPr lang="pt"/>
          </a:p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/>
              <a:buChar char="•"/>
            </a:pPr>
            <a:r>
              <a:rPr lang="pt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/>
              <a:buChar char="•"/>
            </a:pPr>
            <a:r>
              <a:rPr lang="pt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LANs</a:t>
            </a:r>
          </a:p>
          <a:p>
            <a:pPr marL="811530" lvl="1" indent="-457200">
              <a:spcBef>
                <a:spcPts val="600"/>
              </a:spcBef>
              <a:buFont typeface="Arial"/>
              <a:buChar char="•"/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endereçamento, ARP</a:t>
            </a:r>
          </a:p>
          <a:p>
            <a:pPr marL="811530" lvl="1" indent="-457200">
              <a:spcBef>
                <a:spcPts val="600"/>
              </a:spcBef>
              <a:buFont typeface="Arial"/>
              <a:buChar char="•"/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811530" lvl="1" indent="-457200">
              <a:spcBef>
                <a:spcPts val="600"/>
              </a:spcBef>
              <a:buFont typeface="Arial"/>
              <a:buChar char="•"/>
            </a:pPr>
            <a:r>
              <a:rPr lang="pt" altLang="en-US" sz="2800">
                <a:ea typeface="ＭＳ Ｐゴシック"/>
                <a:cs typeface="Arial"/>
              </a:rPr>
              <a:t>Switches</a:t>
            </a:r>
            <a:endParaRPr lang="pt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811530" lvl="1" indent="-457200">
              <a:spcBef>
                <a:spcPts val="600"/>
              </a:spcBef>
              <a:buFont typeface="Arial"/>
              <a:buChar char="•"/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VLANs</a:t>
            </a:r>
          </a:p>
          <a:p>
            <a:pPr marL="468630" indent="-457200">
              <a:spcBef>
                <a:spcPts val="600"/>
              </a:spcBef>
              <a:buFont typeface="Arial"/>
              <a:buChar char="•"/>
            </a:pPr>
            <a:r>
              <a:rPr lang="pt" altLang="en-US">
                <a:ea typeface="ＭＳ Ｐゴシック"/>
                <a:cs typeface="Arial"/>
              </a:rPr>
              <a:t>Virtualização de enlaces: MPLS</a:t>
            </a:r>
          </a:p>
          <a:p>
            <a:pPr marL="468630" indent="-457200">
              <a:spcBef>
                <a:spcPts val="600"/>
              </a:spcBef>
              <a:buFont typeface="Arial"/>
              <a:buChar char="•"/>
            </a:pPr>
            <a:r>
              <a:rPr lang="pt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468630" indent="-457200">
              <a:spcBef>
                <a:spcPts val="600"/>
              </a:spcBef>
              <a:buFont typeface="Arial"/>
              <a:buChar char="•"/>
            </a:pPr>
            <a:endParaRPr lang="en-US" altLang="en-US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811530" lvl="1" indent="-457200">
              <a:spcBef>
                <a:spcPts val="600"/>
              </a:spcBef>
              <a:buFont typeface="Arial"/>
              <a:buChar char="•"/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90A139B-CE82-0E4E-86EB-4685C7EAF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77682-EB0A-517D-EB53-8B2A5C85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">
                <a:ea typeface="Calibri Light"/>
                <a:cs typeface="Calibri Light"/>
              </a:rPr>
              <a:t>Camada de enlace: introdução</a:t>
            </a:r>
            <a:endParaRPr lang="en-US" b="0">
              <a:ea typeface="Calibri Light"/>
              <a:cs typeface="Calibri Ligh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1495FE-3EFF-B6E4-BDEB-AD82AE98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1172"/>
            <a:ext cx="5886089" cy="376186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Terminologia</a:t>
            </a:r>
          </a:p>
          <a:p>
            <a:pPr lvl="1"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Hosts e roteadores são </a:t>
            </a:r>
            <a:r>
              <a:rPr lang="pt-BR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nós</a:t>
            </a:r>
          </a:p>
          <a:p>
            <a:pPr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Canais de comunicação  que se conectam a nós adjacentes pelo caminho de comunicação são </a:t>
            </a:r>
            <a:r>
              <a:rPr lang="pt-BR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enlaces</a:t>
            </a:r>
          </a:p>
          <a:p>
            <a:pPr lvl="1"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Enlaces com fio e sem fio</a:t>
            </a:r>
          </a:p>
          <a:p>
            <a:pPr lvl="1">
              <a:buFont typeface="Arial" pitchFamily="2" charset="2"/>
              <a:buChar char="•"/>
            </a:pPr>
            <a:r>
              <a:rPr lang="pt-BR" err="1">
                <a:ea typeface="Calibri" panose="020F0502020204030204"/>
                <a:cs typeface="Calibri" panose="020F0502020204030204"/>
              </a:rPr>
              <a:t>LANs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PDU da camada 2 é um </a:t>
            </a:r>
            <a:r>
              <a:rPr lang="pt-BR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quadro</a:t>
            </a:r>
          </a:p>
          <a:p>
            <a:pPr>
              <a:buFont typeface="Arial" pitchFamily="2" charset="2"/>
              <a:buChar char="•"/>
            </a:pPr>
            <a:r>
              <a:rPr lang="pt-BR">
                <a:ea typeface="Calibri" panose="020F0502020204030204"/>
                <a:cs typeface="Calibri" panose="020F0502020204030204"/>
              </a:rPr>
              <a:t>Quadros encapsulam pacotes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0F9644-9D59-DEE8-6B78-0D598623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Espaço Reservado para Conteúdo 10" descr="Diagrama&#10;&#10;O conteúdo gerado por IA pode estar incorreto.">
            <a:extLst>
              <a:ext uri="{FF2B5EF4-FFF2-40B4-BE49-F238E27FC236}">
                <a16:creationId xmlns:a16="http://schemas.microsoft.com/office/drawing/2014/main" id="{10B8C7CA-727E-109C-2A2B-FE104803DA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78668" y="1422087"/>
            <a:ext cx="5077003" cy="5014641"/>
          </a:xfr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5F2EED6-C5A2-65C0-C162-651436017826}"/>
              </a:ext>
            </a:extLst>
          </p:cNvPr>
          <p:cNvSpPr/>
          <p:nvPr/>
        </p:nvSpPr>
        <p:spPr>
          <a:xfrm>
            <a:off x="1004454" y="5126181"/>
            <a:ext cx="5745387" cy="1318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pt-BR" sz="2400">
                <a:solidFill>
                  <a:srgbClr val="FF0000"/>
                </a:solidFill>
                <a:ea typeface="Calibri"/>
                <a:cs typeface="Calibri"/>
              </a:rPr>
              <a:t>Camada de Enlace</a:t>
            </a:r>
            <a:r>
              <a:rPr lang="pt-BR" sz="2400">
                <a:solidFill>
                  <a:srgbClr val="000000"/>
                </a:solidFill>
                <a:ea typeface="Calibri"/>
                <a:cs typeface="Calibri"/>
              </a:rPr>
              <a:t> tem a responsabilidade de  </a:t>
            </a:r>
            <a:r>
              <a:rPr lang="pt-BR" sz="2400">
                <a:solidFill>
                  <a:srgbClr val="FF0000"/>
                </a:solidFill>
                <a:ea typeface="Calibri"/>
                <a:cs typeface="Calibri"/>
              </a:rPr>
              <a:t>transferir fisicamente</a:t>
            </a:r>
            <a:r>
              <a:rPr lang="pt-BR" sz="2400">
                <a:solidFill>
                  <a:srgbClr val="000000"/>
                </a:solidFill>
                <a:ea typeface="Calibri"/>
                <a:cs typeface="Calibri"/>
              </a:rPr>
              <a:t> um pacote de um nó  ao nó adjacente por um enlace físico.</a:t>
            </a:r>
            <a:endParaRPr lang="pt-BR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56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enlace: contexto</a:t>
            </a:r>
            <a:endParaRPr lang="en-US" sz="4400">
              <a:cs typeface="Calibri"/>
            </a:endParaRPr>
          </a:p>
        </p:txBody>
      </p:sp>
      <p:sp>
        <p:nvSpPr>
          <p:cNvPr id="554" name="Rectangle 3">
            <a:extLst>
              <a:ext uri="{FF2B5EF4-FFF2-40B4-BE49-F238E27FC236}">
                <a16:creationId xmlns:a16="http://schemas.microsoft.com/office/drawing/2014/main" id="{25FAF4B3-8F28-4941-BA8B-94D99D525D15}"/>
              </a:ext>
            </a:extLst>
          </p:cNvPr>
          <p:cNvSpPr txBox="1">
            <a:spLocks noChangeArrowheads="1"/>
          </p:cNvSpPr>
          <p:nvPr/>
        </p:nvSpPr>
        <p:spPr>
          <a:xfrm>
            <a:off x="959573" y="1533959"/>
            <a:ext cx="4873192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/>
              <a:t>Pacote transferido por diferentes protocolos de enlace em diferentes meios:</a:t>
            </a:r>
            <a:endParaRPr lang="pt-BR"/>
          </a:p>
          <a:p>
            <a:pPr>
              <a:buFont typeface="Arial" pitchFamily="2" charset="2"/>
              <a:buChar char="•"/>
              <a:defRPr/>
            </a:pPr>
            <a:r>
              <a:rPr lang="pt"/>
              <a:t>Por exemplo, WiFi no primeiro enlace, Ethernet no próximo enlace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r>
              <a:rPr lang="pt"/>
              <a:t>Cada protocolo de enlace fornece serviços diferentes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Por exemplo, pode ou não fornecer transferência de dados confiável por enlace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55" name="Rectangle 4">
            <a:extLst>
              <a:ext uri="{FF2B5EF4-FFF2-40B4-BE49-F238E27FC236}">
                <a16:creationId xmlns:a16="http://schemas.microsoft.com/office/drawing/2014/main" id="{83117513-5A75-3E45-AEE9-E64565E223AB}"/>
              </a:ext>
            </a:extLst>
          </p:cNvPr>
          <p:cNvSpPr txBox="1">
            <a:spLocks noChangeArrowheads="1"/>
          </p:cNvSpPr>
          <p:nvPr/>
        </p:nvSpPr>
        <p:spPr>
          <a:xfrm>
            <a:off x="6558982" y="1536536"/>
            <a:ext cx="5225223" cy="4648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>
                <a:solidFill>
                  <a:srgbClr val="C00000"/>
                </a:solidFill>
              </a:rPr>
              <a:t>Analogia de transporte: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 sz="2400"/>
              <a:t>viagem de Videira a Morro do São Paulo (Bahia)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000"/>
              <a:t>Ônibus: Videira para Curitiba</a:t>
            </a:r>
            <a:endParaRPr lang="pt" sz="20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000"/>
              <a:t>Avião: Curitiba a Salvador</a:t>
            </a:r>
            <a:endParaRPr lang="pt" sz="20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000"/>
              <a:t>Carro: Salvador para Valença</a:t>
            </a:r>
            <a:endParaRPr lang="pt" sz="20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000">
                <a:ea typeface="Calibri" panose="020F0502020204030204"/>
                <a:cs typeface="Calibri" panose="020F0502020204030204"/>
              </a:rPr>
              <a:t>Barco: Valença para Morro do São Paulo</a:t>
            </a:r>
            <a:endParaRPr lang="pt" sz="2000"/>
          </a:p>
          <a:p>
            <a:pPr>
              <a:buFont typeface="Arial" pitchFamily="2" charset="2"/>
              <a:buChar char="•"/>
              <a:defRPr/>
            </a:pPr>
            <a:r>
              <a:rPr lang="pt" sz="2400"/>
              <a:t>Turista = </a:t>
            </a:r>
            <a:r>
              <a:rPr lang="pt" sz="2400">
                <a:solidFill>
                  <a:srgbClr val="C00000"/>
                </a:solidFill>
              </a:rPr>
              <a:t> pacote</a:t>
            </a:r>
            <a:endParaRPr lang="pt" sz="240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r>
              <a:rPr lang="pt" sz="2400"/>
              <a:t>Segmento de transporte = </a:t>
            </a:r>
            <a:r>
              <a:rPr lang="pt" sz="2400">
                <a:solidFill>
                  <a:srgbClr val="C00000"/>
                </a:solidFill>
              </a:rPr>
              <a:t>enlace de comunicação</a:t>
            </a:r>
            <a:endParaRPr lang="pt" sz="240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r>
              <a:rPr lang="pt" sz="2400"/>
              <a:t>Modo de transporte = </a:t>
            </a:r>
            <a:r>
              <a:rPr lang="pt" sz="2400">
                <a:solidFill>
                  <a:srgbClr val="C00000"/>
                </a:solidFill>
              </a:rPr>
              <a:t>protocolo de camada</a:t>
            </a:r>
            <a:r>
              <a:rPr lang="pt" sz="2400">
                <a:solidFill>
                  <a:srgbClr val="CC0000"/>
                </a:solidFill>
              </a:rPr>
              <a:t>  de enlace</a:t>
            </a:r>
            <a:endParaRPr lang="pt" sz="2400">
              <a:solidFill>
                <a:srgbClr val="CC000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r>
              <a:rPr lang="pt" sz="2400"/>
              <a:t>Agência de viagens = </a:t>
            </a:r>
            <a:r>
              <a:rPr lang="pt" sz="2400">
                <a:solidFill>
                  <a:srgbClr val="C00000"/>
                </a:solidFill>
              </a:rPr>
              <a:t>algoritmo de roteamento</a:t>
            </a:r>
            <a:endParaRPr lang="pt" sz="240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endParaRPr lang="en-US" sz="200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557" name="Slide Number Placeholder 4">
            <a:extLst>
              <a:ext uri="{FF2B5EF4-FFF2-40B4-BE49-F238E27FC236}">
                <a16:creationId xmlns:a16="http://schemas.microsoft.com/office/drawing/2014/main" id="{9D0184B3-8346-1F48-87BF-B85F067F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9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540524" y="1238236"/>
            <a:ext cx="7277298" cy="51988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Enquadramento, acesso ao meio:</a:t>
            </a:r>
            <a:r>
              <a:rPr lang="pt" sz="3200">
                <a:solidFill>
                  <a:srgbClr val="C00000"/>
                </a:solidFill>
              </a:rPr>
              <a:t> </a:t>
            </a:r>
            <a:endParaRPr lang="pt-BR"/>
          </a:p>
          <a:p>
            <a:pPr lvl="1">
              <a:defRPr/>
            </a:pPr>
            <a:r>
              <a:rPr lang="pt"/>
              <a:t>encapsular o pacote em quadro, adicionar cabeçalho, trailer</a:t>
            </a:r>
          </a:p>
          <a:p>
            <a:pPr lvl="1">
              <a:defRPr/>
            </a:pPr>
            <a:endParaRPr lang="pt">
              <a:ea typeface="Calibri"/>
              <a:cs typeface="Calibri"/>
            </a:endParaRPr>
          </a:p>
          <a:p>
            <a:pPr lvl="1">
              <a:defRPr/>
            </a:pPr>
            <a:endParaRPr lang="pt">
              <a:ea typeface="Calibri"/>
              <a:cs typeface="Calibri"/>
            </a:endParaRPr>
          </a:p>
          <a:p>
            <a:pPr lvl="1">
              <a:defRPr/>
            </a:pPr>
            <a:endParaRPr lang="pt">
              <a:ea typeface="Calibri"/>
              <a:cs typeface="Calibri"/>
            </a:endParaRPr>
          </a:p>
          <a:p>
            <a:pPr lvl="1">
              <a:defRPr/>
            </a:pPr>
            <a:endParaRPr lang="pt">
              <a:ea typeface="Calibri"/>
              <a:cs typeface="Calibri"/>
            </a:endParaRPr>
          </a:p>
          <a:p>
            <a:pPr lvl="1">
              <a:defRPr/>
            </a:pPr>
            <a:endParaRPr lang="pt">
              <a:ea typeface="Calibri"/>
              <a:cs typeface="Calibri"/>
            </a:endParaRPr>
          </a:p>
          <a:p>
            <a:pPr lvl="1">
              <a:defRPr/>
            </a:pPr>
            <a:endParaRPr lang="pt"/>
          </a:p>
          <a:p>
            <a:pPr lvl="1">
              <a:defRPr/>
            </a:pPr>
            <a:r>
              <a:rPr lang="pt"/>
              <a:t>acesso ao canal se for canal compartilhado</a:t>
            </a:r>
          </a:p>
          <a:p>
            <a:pPr lvl="1">
              <a:defRPr/>
            </a:pPr>
            <a:r>
              <a:rPr lang="pt"/>
              <a:t>Os endereços "MAC" nos cabeçalhos dos quadros identificam a origem, o destino (</a:t>
            </a:r>
            <a:r>
              <a:rPr lang="pt" sz="2400"/>
              <a:t>diferente do endereço IP!)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enlace: serviços</a:t>
            </a:r>
            <a:endParaRPr lang="en-US" sz="4400">
              <a:cs typeface="Calibri"/>
            </a:endParaRPr>
          </a:p>
        </p:txBody>
      </p:sp>
      <p:sp>
        <p:nvSpPr>
          <p:cNvPr id="99" name="Oval 800">
            <a:extLst>
              <a:ext uri="{FF2B5EF4-FFF2-40B4-BE49-F238E27FC236}">
                <a16:creationId xmlns:a16="http://schemas.microsoft.com/office/drawing/2014/main" id="{F837CB36-493B-5745-B9FD-E8293799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510" y="3593195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01" name="Group 817">
            <a:extLst>
              <a:ext uri="{FF2B5EF4-FFF2-40B4-BE49-F238E27FC236}">
                <a16:creationId xmlns:a16="http://schemas.microsoft.com/office/drawing/2014/main" id="{CA1E1C7E-A9E4-CF45-9133-2CC43B860D8B}"/>
              </a:ext>
            </a:extLst>
          </p:cNvPr>
          <p:cNvGrpSpPr>
            <a:grpSpLocks/>
          </p:cNvGrpSpPr>
          <p:nvPr/>
        </p:nvGrpSpPr>
        <p:grpSpPr bwMode="auto">
          <a:xfrm>
            <a:off x="9022376" y="3275911"/>
            <a:ext cx="615031" cy="694531"/>
            <a:chOff x="2920" y="1424"/>
            <a:chExt cx="326" cy="320"/>
          </a:xfrm>
        </p:grpSpPr>
        <p:sp>
          <p:nvSpPr>
            <p:cNvPr id="102" name="Oval 818">
              <a:extLst>
                <a:ext uri="{FF2B5EF4-FFF2-40B4-BE49-F238E27FC236}">
                  <a16:creationId xmlns:a16="http://schemas.microsoft.com/office/drawing/2014/main" id="{CF63D940-213E-E04E-B278-9D3A7C64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103" name="Group 819">
              <a:extLst>
                <a:ext uri="{FF2B5EF4-FFF2-40B4-BE49-F238E27FC236}">
                  <a16:creationId xmlns:a16="http://schemas.microsoft.com/office/drawing/2014/main" id="{41FFEB08-147C-7842-AF61-E4B607AED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05" name="Oval 820">
                <a:extLst>
                  <a:ext uri="{FF2B5EF4-FFF2-40B4-BE49-F238E27FC236}">
                    <a16:creationId xmlns:a16="http://schemas.microsoft.com/office/drawing/2014/main" id="{35CFE63C-F843-B949-AE7D-6F9539B56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6" name="Oval 821">
                <a:extLst>
                  <a:ext uri="{FF2B5EF4-FFF2-40B4-BE49-F238E27FC236}">
                    <a16:creationId xmlns:a16="http://schemas.microsoft.com/office/drawing/2014/main" id="{B892C53C-F2F4-CE4E-8F26-179F537FF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" name="Oval 822">
                <a:extLst>
                  <a:ext uri="{FF2B5EF4-FFF2-40B4-BE49-F238E27FC236}">
                    <a16:creationId xmlns:a16="http://schemas.microsoft.com/office/drawing/2014/main" id="{93D8ED6E-5A62-7746-B2FE-26FB2D12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8" name="Oval 823">
                <a:extLst>
                  <a:ext uri="{FF2B5EF4-FFF2-40B4-BE49-F238E27FC236}">
                    <a16:creationId xmlns:a16="http://schemas.microsoft.com/office/drawing/2014/main" id="{8B0BD3C8-F5CA-2F4E-ACAC-306F926E7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9" name="Freeform 824">
                <a:extLst>
                  <a:ext uri="{FF2B5EF4-FFF2-40B4-BE49-F238E27FC236}">
                    <a16:creationId xmlns:a16="http://schemas.microsoft.com/office/drawing/2014/main" id="{FB8F1236-6E4E-714D-83A5-42A9D509C7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" name="Freeform 825">
              <a:extLst>
                <a:ext uri="{FF2B5EF4-FFF2-40B4-BE49-F238E27FC236}">
                  <a16:creationId xmlns:a16="http://schemas.microsoft.com/office/drawing/2014/main" id="{C06E7111-B442-654D-93DE-DCB036DF8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" name="Group 783">
            <a:extLst>
              <a:ext uri="{FF2B5EF4-FFF2-40B4-BE49-F238E27FC236}">
                <a16:creationId xmlns:a16="http://schemas.microsoft.com/office/drawing/2014/main" id="{4E159764-D53A-B343-8E61-238FD6ACF010}"/>
              </a:ext>
            </a:extLst>
          </p:cNvPr>
          <p:cNvGrpSpPr>
            <a:grpSpLocks/>
          </p:cNvGrpSpPr>
          <p:nvPr/>
        </p:nvGrpSpPr>
        <p:grpSpPr bwMode="auto">
          <a:xfrm>
            <a:off x="9122147" y="3619386"/>
            <a:ext cx="393690" cy="1049595"/>
            <a:chOff x="3130" y="3288"/>
            <a:chExt cx="410" cy="742"/>
          </a:xfrm>
        </p:grpSpPr>
        <p:sp>
          <p:nvSpPr>
            <p:cNvPr id="111" name="Line 270">
              <a:extLst>
                <a:ext uri="{FF2B5EF4-FFF2-40B4-BE49-F238E27FC236}">
                  <a16:creationId xmlns:a16="http://schemas.microsoft.com/office/drawing/2014/main" id="{EF393024-E96E-BC4A-AFC7-770CCF687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Line 271">
              <a:extLst>
                <a:ext uri="{FF2B5EF4-FFF2-40B4-BE49-F238E27FC236}">
                  <a16:creationId xmlns:a16="http://schemas.microsoft.com/office/drawing/2014/main" id="{97A332F8-64CC-E54E-89A8-3A66296F2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72">
              <a:extLst>
                <a:ext uri="{FF2B5EF4-FFF2-40B4-BE49-F238E27FC236}">
                  <a16:creationId xmlns:a16="http://schemas.microsoft.com/office/drawing/2014/main" id="{B89CE5D8-6AD0-234A-A17D-F831C5189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Line 273">
              <a:extLst>
                <a:ext uri="{FF2B5EF4-FFF2-40B4-BE49-F238E27FC236}">
                  <a16:creationId xmlns:a16="http://schemas.microsoft.com/office/drawing/2014/main" id="{9B5C3397-523D-9644-BC85-607D66CD1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Line 274">
              <a:extLst>
                <a:ext uri="{FF2B5EF4-FFF2-40B4-BE49-F238E27FC236}">
                  <a16:creationId xmlns:a16="http://schemas.microsoft.com/office/drawing/2014/main" id="{12645991-B70B-2B48-998E-16E93B52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Line 275">
              <a:extLst>
                <a:ext uri="{FF2B5EF4-FFF2-40B4-BE49-F238E27FC236}">
                  <a16:creationId xmlns:a16="http://schemas.microsoft.com/office/drawing/2014/main" id="{7A8C4036-0BF2-9840-B003-74195473F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Line 276">
              <a:extLst>
                <a:ext uri="{FF2B5EF4-FFF2-40B4-BE49-F238E27FC236}">
                  <a16:creationId xmlns:a16="http://schemas.microsoft.com/office/drawing/2014/main" id="{7CDA1E43-304C-074F-9E06-E93B37E49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Line 277">
              <a:extLst>
                <a:ext uri="{FF2B5EF4-FFF2-40B4-BE49-F238E27FC236}">
                  <a16:creationId xmlns:a16="http://schemas.microsoft.com/office/drawing/2014/main" id="{C7C89A76-158C-7E4B-9295-D1DFF6E0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Line 278">
              <a:extLst>
                <a:ext uri="{FF2B5EF4-FFF2-40B4-BE49-F238E27FC236}">
                  <a16:creationId xmlns:a16="http://schemas.microsoft.com/office/drawing/2014/main" id="{2A9734CD-5DDC-B344-9909-F9F2B8896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Line 279">
              <a:extLst>
                <a:ext uri="{FF2B5EF4-FFF2-40B4-BE49-F238E27FC236}">
                  <a16:creationId xmlns:a16="http://schemas.microsoft.com/office/drawing/2014/main" id="{7977226D-E060-384A-8FB2-4D4BA87F4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280">
              <a:extLst>
                <a:ext uri="{FF2B5EF4-FFF2-40B4-BE49-F238E27FC236}">
                  <a16:creationId xmlns:a16="http://schemas.microsoft.com/office/drawing/2014/main" id="{7BC5632D-E9C7-C34C-B3D8-2D5EDB4FD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281">
              <a:extLst>
                <a:ext uri="{FF2B5EF4-FFF2-40B4-BE49-F238E27FC236}">
                  <a16:creationId xmlns:a16="http://schemas.microsoft.com/office/drawing/2014/main" id="{784FC5BE-6C9B-1641-8647-96A953320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Line 282">
              <a:extLst>
                <a:ext uri="{FF2B5EF4-FFF2-40B4-BE49-F238E27FC236}">
                  <a16:creationId xmlns:a16="http://schemas.microsoft.com/office/drawing/2014/main" id="{112A8FA7-D02F-1C4E-928A-458AE095C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Line 283">
              <a:extLst>
                <a:ext uri="{FF2B5EF4-FFF2-40B4-BE49-F238E27FC236}">
                  <a16:creationId xmlns:a16="http://schemas.microsoft.com/office/drawing/2014/main" id="{62B98988-D94E-9445-99A1-BDC64235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Line 284">
              <a:extLst>
                <a:ext uri="{FF2B5EF4-FFF2-40B4-BE49-F238E27FC236}">
                  <a16:creationId xmlns:a16="http://schemas.microsoft.com/office/drawing/2014/main" id="{A9D2D73A-3D78-1145-AB93-BA57A4EAE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D6838F16-4A3C-DD46-9087-E9BB27216267}"/>
              </a:ext>
            </a:extLst>
          </p:cNvPr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id="154" name="Picture 653" descr="iphone_stylized_small">
              <a:extLst>
                <a:ext uri="{FF2B5EF4-FFF2-40B4-BE49-F238E27FC236}">
                  <a16:creationId xmlns:a16="http://schemas.microsoft.com/office/drawing/2014/main" id="{FA77DB9E-F75E-434C-9D9B-6786CCA70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" name="Group 850">
              <a:extLst>
                <a:ext uri="{FF2B5EF4-FFF2-40B4-BE49-F238E27FC236}">
                  <a16:creationId xmlns:a16="http://schemas.microsoft.com/office/drawing/2014/main" id="{0DD913BC-2375-CA41-B393-8196AC67CF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164" name="Freeform 851">
                <a:extLst>
                  <a:ext uri="{FF2B5EF4-FFF2-40B4-BE49-F238E27FC236}">
                    <a16:creationId xmlns:a16="http://schemas.microsoft.com/office/drawing/2014/main" id="{0A3B2890-63C0-1440-A3F8-44AC4E0DB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852">
                <a:extLst>
                  <a:ext uri="{FF2B5EF4-FFF2-40B4-BE49-F238E27FC236}">
                    <a16:creationId xmlns:a16="http://schemas.microsoft.com/office/drawing/2014/main" id="{A936340B-6216-054B-ABBB-931445925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853">
                <a:extLst>
                  <a:ext uri="{FF2B5EF4-FFF2-40B4-BE49-F238E27FC236}">
                    <a16:creationId xmlns:a16="http://schemas.microsoft.com/office/drawing/2014/main" id="{BC6D110B-6A56-E645-8A6E-0EAE48C6F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854">
                <a:extLst>
                  <a:ext uri="{FF2B5EF4-FFF2-40B4-BE49-F238E27FC236}">
                    <a16:creationId xmlns:a16="http://schemas.microsoft.com/office/drawing/2014/main" id="{87BB582F-47C4-C14A-97F4-E44CFD9A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855">
                <a:extLst>
                  <a:ext uri="{FF2B5EF4-FFF2-40B4-BE49-F238E27FC236}">
                    <a16:creationId xmlns:a16="http://schemas.microsoft.com/office/drawing/2014/main" id="{9C57A89C-CE02-E746-A809-CF43F922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856">
                <a:extLst>
                  <a:ext uri="{FF2B5EF4-FFF2-40B4-BE49-F238E27FC236}">
                    <a16:creationId xmlns:a16="http://schemas.microsoft.com/office/drawing/2014/main" id="{FDBAE25A-BB84-9244-B180-D26AB9237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9AA7F5F4-C3F0-DE47-B448-A0D5329BF8F8}"/>
              </a:ext>
            </a:extLst>
          </p:cNvPr>
          <p:cNvGrpSpPr/>
          <p:nvPr/>
        </p:nvGrpSpPr>
        <p:grpSpPr>
          <a:xfrm>
            <a:off x="7891681" y="4024818"/>
            <a:ext cx="1120341" cy="347863"/>
            <a:chOff x="9561515" y="2748013"/>
            <a:chExt cx="1120341" cy="347863"/>
          </a:xfrm>
        </p:grpSpPr>
        <p:pic>
          <p:nvPicPr>
            <p:cNvPr id="151" name="Picture 603" descr="car_icon_small">
              <a:extLst>
                <a:ext uri="{FF2B5EF4-FFF2-40B4-BE49-F238E27FC236}">
                  <a16:creationId xmlns:a16="http://schemas.microsoft.com/office/drawing/2014/main" id="{33C39A1D-A80E-064C-8859-82219AD6D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0" name="Group 850">
              <a:extLst>
                <a:ext uri="{FF2B5EF4-FFF2-40B4-BE49-F238E27FC236}">
                  <a16:creationId xmlns:a16="http://schemas.microsoft.com/office/drawing/2014/main" id="{A59911D2-E46E-9348-A949-1DF1D38ED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171" name="Freeform 851">
                <a:extLst>
                  <a:ext uri="{FF2B5EF4-FFF2-40B4-BE49-F238E27FC236}">
                    <a16:creationId xmlns:a16="http://schemas.microsoft.com/office/drawing/2014/main" id="{0C14BB78-0294-D54F-9DD1-C6F2EDA4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852">
                <a:extLst>
                  <a:ext uri="{FF2B5EF4-FFF2-40B4-BE49-F238E27FC236}">
                    <a16:creationId xmlns:a16="http://schemas.microsoft.com/office/drawing/2014/main" id="{55BB298B-A15C-B24A-B157-0358B86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853">
                <a:extLst>
                  <a:ext uri="{FF2B5EF4-FFF2-40B4-BE49-F238E27FC236}">
                    <a16:creationId xmlns:a16="http://schemas.microsoft.com/office/drawing/2014/main" id="{141EB67B-0F7A-374E-96B4-A369EE448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854">
                <a:extLst>
                  <a:ext uri="{FF2B5EF4-FFF2-40B4-BE49-F238E27FC236}">
                    <a16:creationId xmlns:a16="http://schemas.microsoft.com/office/drawing/2014/main" id="{ACA4D0C6-74D9-FD45-A60A-768D9689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855">
                <a:extLst>
                  <a:ext uri="{FF2B5EF4-FFF2-40B4-BE49-F238E27FC236}">
                    <a16:creationId xmlns:a16="http://schemas.microsoft.com/office/drawing/2014/main" id="{2C29AE09-F70C-834E-81F1-8458E86C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856">
                <a:extLst>
                  <a:ext uri="{FF2B5EF4-FFF2-40B4-BE49-F238E27FC236}">
                    <a16:creationId xmlns:a16="http://schemas.microsoft.com/office/drawing/2014/main" id="{7DF8543E-A029-FF4D-8570-1F1561369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D836A7FE-71EF-AE45-913D-6B411C646596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AEC62089-4CCC-E141-AC3C-36C166B8E09C}"/>
              </a:ext>
            </a:extLst>
          </p:cNvPr>
          <p:cNvGrpSpPr/>
          <p:nvPr/>
        </p:nvGrpSpPr>
        <p:grpSpPr>
          <a:xfrm>
            <a:off x="9731765" y="3463179"/>
            <a:ext cx="502369" cy="512348"/>
            <a:chOff x="7341491" y="2307905"/>
            <a:chExt cx="509280" cy="43957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D901445-2578-E74A-AB6E-D336861DE9B9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128" name="Picture 1018" descr="laptop_keyboard">
                <a:extLst>
                  <a:ext uri="{FF2B5EF4-FFF2-40B4-BE49-F238E27FC236}">
                    <a16:creationId xmlns:a16="http://schemas.microsoft.com/office/drawing/2014/main" id="{27AA9BC0-B9AF-FC45-AEDF-D414C68DEB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" name="Freeform 1019">
                <a:extLst>
                  <a:ext uri="{FF2B5EF4-FFF2-40B4-BE49-F238E27FC236}">
                    <a16:creationId xmlns:a16="http://schemas.microsoft.com/office/drawing/2014/main" id="{7176C226-BF44-6649-950B-948E66759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0" name="Picture 1020" descr="tela">
                <a:extLst>
                  <a:ext uri="{FF2B5EF4-FFF2-40B4-BE49-F238E27FC236}">
                    <a16:creationId xmlns:a16="http://schemas.microsoft.com/office/drawing/2014/main" id="{A1384515-5D36-E044-BC1F-52436C5BC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" name="Freeform 1021">
                <a:extLst>
                  <a:ext uri="{FF2B5EF4-FFF2-40B4-BE49-F238E27FC236}">
                    <a16:creationId xmlns:a16="http://schemas.microsoft.com/office/drawing/2014/main" id="{3598EC29-E280-F746-B36D-588439E6D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22">
                <a:extLst>
                  <a:ext uri="{FF2B5EF4-FFF2-40B4-BE49-F238E27FC236}">
                    <a16:creationId xmlns:a16="http://schemas.microsoft.com/office/drawing/2014/main" id="{F9DCA515-22F0-1E48-9019-A84C0C1F8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23">
                <a:extLst>
                  <a:ext uri="{FF2B5EF4-FFF2-40B4-BE49-F238E27FC236}">
                    <a16:creationId xmlns:a16="http://schemas.microsoft.com/office/drawing/2014/main" id="{8E442298-4994-1142-A6C6-3903018E7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24">
                <a:extLst>
                  <a:ext uri="{FF2B5EF4-FFF2-40B4-BE49-F238E27FC236}">
                    <a16:creationId xmlns:a16="http://schemas.microsoft.com/office/drawing/2014/main" id="{8CC776D6-5663-BF46-A106-69B421106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25">
                <a:extLst>
                  <a:ext uri="{FF2B5EF4-FFF2-40B4-BE49-F238E27FC236}">
                    <a16:creationId xmlns:a16="http://schemas.microsoft.com/office/drawing/2014/main" id="{D55E08AE-23F1-214A-8BD5-F87052809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026">
                <a:extLst>
                  <a:ext uri="{FF2B5EF4-FFF2-40B4-BE49-F238E27FC236}">
                    <a16:creationId xmlns:a16="http://schemas.microsoft.com/office/drawing/2014/main" id="{8CB649A3-8BDF-E747-A414-CDEA46401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7" name="Group 1027">
                <a:extLst>
                  <a:ext uri="{FF2B5EF4-FFF2-40B4-BE49-F238E27FC236}">
                    <a16:creationId xmlns:a16="http://schemas.microsoft.com/office/drawing/2014/main" id="{8424DCB7-60B5-7949-BF2B-46C1177C8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44" name="Freeform 1028">
                  <a:extLst>
                    <a:ext uri="{FF2B5EF4-FFF2-40B4-BE49-F238E27FC236}">
                      <a16:creationId xmlns:a16="http://schemas.microsoft.com/office/drawing/2014/main" id="{2FE98928-41C9-8D41-A287-45BCF42D0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029">
                  <a:extLst>
                    <a:ext uri="{FF2B5EF4-FFF2-40B4-BE49-F238E27FC236}">
                      <a16:creationId xmlns:a16="http://schemas.microsoft.com/office/drawing/2014/main" id="{838D3DA7-E057-3346-864B-5082E4403A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1030">
                  <a:extLst>
                    <a:ext uri="{FF2B5EF4-FFF2-40B4-BE49-F238E27FC236}">
                      <a16:creationId xmlns:a16="http://schemas.microsoft.com/office/drawing/2014/main" id="{61E88B83-952F-C24F-8123-5FF21D78D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 1031">
                  <a:extLst>
                    <a:ext uri="{FF2B5EF4-FFF2-40B4-BE49-F238E27FC236}">
                      <a16:creationId xmlns:a16="http://schemas.microsoft.com/office/drawing/2014/main" id="{12CA5741-2D5F-B242-8E25-CA7F3C179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032">
                  <a:extLst>
                    <a:ext uri="{FF2B5EF4-FFF2-40B4-BE49-F238E27FC236}">
                      <a16:creationId xmlns:a16="http://schemas.microsoft.com/office/drawing/2014/main" id="{6D94FDC2-2CEC-124C-9643-9FBD7AD07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033">
                  <a:extLst>
                    <a:ext uri="{FF2B5EF4-FFF2-40B4-BE49-F238E27FC236}">
                      <a16:creationId xmlns:a16="http://schemas.microsoft.com/office/drawing/2014/main" id="{D7942E49-B3B0-2945-94EE-E8F1B6FCB0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8" name="Freeform 1034">
                <a:extLst>
                  <a:ext uri="{FF2B5EF4-FFF2-40B4-BE49-F238E27FC236}">
                    <a16:creationId xmlns:a16="http://schemas.microsoft.com/office/drawing/2014/main" id="{FD3D4085-DD0A-D547-ABF1-A7510D1A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1035">
                <a:extLst>
                  <a:ext uri="{FF2B5EF4-FFF2-40B4-BE49-F238E27FC236}">
                    <a16:creationId xmlns:a16="http://schemas.microsoft.com/office/drawing/2014/main" id="{0BFDF49B-A9BF-934A-910F-F26A5134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036">
                <a:extLst>
                  <a:ext uri="{FF2B5EF4-FFF2-40B4-BE49-F238E27FC236}">
                    <a16:creationId xmlns:a16="http://schemas.microsoft.com/office/drawing/2014/main" id="{21F4B59D-5D85-964E-BDDE-E5E86FF69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037">
                <a:extLst>
                  <a:ext uri="{FF2B5EF4-FFF2-40B4-BE49-F238E27FC236}">
                    <a16:creationId xmlns:a16="http://schemas.microsoft.com/office/drawing/2014/main" id="{298DF50A-C343-D34F-9CBE-3627C25C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038">
                <a:extLst>
                  <a:ext uri="{FF2B5EF4-FFF2-40B4-BE49-F238E27FC236}">
                    <a16:creationId xmlns:a16="http://schemas.microsoft.com/office/drawing/2014/main" id="{CB753F3D-F63E-E249-8C26-0B99126FF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039">
                <a:extLst>
                  <a:ext uri="{FF2B5EF4-FFF2-40B4-BE49-F238E27FC236}">
                    <a16:creationId xmlns:a16="http://schemas.microsoft.com/office/drawing/2014/main" id="{6E91FD67-A892-364A-97CA-C6EE03DEF08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850">
              <a:extLst>
                <a:ext uri="{FF2B5EF4-FFF2-40B4-BE49-F238E27FC236}">
                  <a16:creationId xmlns:a16="http://schemas.microsoft.com/office/drawing/2014/main" id="{02A8867F-D007-AE4F-B03F-660C78A12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157" name="Freeform 851">
                <a:extLst>
                  <a:ext uri="{FF2B5EF4-FFF2-40B4-BE49-F238E27FC236}">
                    <a16:creationId xmlns:a16="http://schemas.microsoft.com/office/drawing/2014/main" id="{4460B147-19FD-ED40-A3B7-0F7EE0A57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852">
                <a:extLst>
                  <a:ext uri="{FF2B5EF4-FFF2-40B4-BE49-F238E27FC236}">
                    <a16:creationId xmlns:a16="http://schemas.microsoft.com/office/drawing/2014/main" id="{13E6A2E8-520D-9749-9BFE-80F719C48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853">
                <a:extLst>
                  <a:ext uri="{FF2B5EF4-FFF2-40B4-BE49-F238E27FC236}">
                    <a16:creationId xmlns:a16="http://schemas.microsoft.com/office/drawing/2014/main" id="{EE3C2BDD-616C-AB4F-B41E-A0418E345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854">
                <a:extLst>
                  <a:ext uri="{FF2B5EF4-FFF2-40B4-BE49-F238E27FC236}">
                    <a16:creationId xmlns:a16="http://schemas.microsoft.com/office/drawing/2014/main" id="{F4D786B4-49B0-364F-BC7F-0D534B21E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855">
                <a:extLst>
                  <a:ext uri="{FF2B5EF4-FFF2-40B4-BE49-F238E27FC236}">
                    <a16:creationId xmlns:a16="http://schemas.microsoft.com/office/drawing/2014/main" id="{DA18CE26-E66F-7A43-901C-8DB0512D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856">
                <a:extLst>
                  <a:ext uri="{FF2B5EF4-FFF2-40B4-BE49-F238E27FC236}">
                    <a16:creationId xmlns:a16="http://schemas.microsoft.com/office/drawing/2014/main" id="{258D91CA-3C65-0945-B397-447D80E3D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0D64F1E-CB1A-A646-B422-FB171B402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Line 435">
            <a:extLst>
              <a:ext uri="{FF2B5EF4-FFF2-40B4-BE49-F238E27FC236}">
                <a16:creationId xmlns:a16="http://schemas.microsoft.com/office/drawing/2014/main" id="{BDE1E373-F1A0-C247-A16F-51FD5086AC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19748" y="3822551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436">
            <a:extLst>
              <a:ext uri="{FF2B5EF4-FFF2-40B4-BE49-F238E27FC236}">
                <a16:creationId xmlns:a16="http://schemas.microsoft.com/office/drawing/2014/main" id="{016BF512-7EEE-8E45-A51E-2C57B59762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58519" y="4487840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439">
            <a:extLst>
              <a:ext uri="{FF2B5EF4-FFF2-40B4-BE49-F238E27FC236}">
                <a16:creationId xmlns:a16="http://schemas.microsoft.com/office/drawing/2014/main" id="{3EB85E7D-B15D-694B-9BA3-E67818C25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01006" y="4473187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292F10-EFDE-C646-BCE0-43E3D3F0B73B}"/>
              </a:ext>
            </a:extLst>
          </p:cNvPr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72EAAC-2851-D649-B728-FC09C17498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513B34-6DF2-0042-82EF-D16C2B12A3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14FCDE-EE37-724B-91B1-B35B8FBFB9D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D758CB1-341F-F142-A3E4-0C5D7F4A133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96245B3-01A7-014E-9BA1-7FF47814682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DDD58F-B6AD-AD4C-B3E4-BAFA003044B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0F6942C-3B5A-C543-85D8-24BF9990A9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590">
            <a:extLst>
              <a:ext uri="{FF2B5EF4-FFF2-40B4-BE49-F238E27FC236}">
                <a16:creationId xmlns:a16="http://schemas.microsoft.com/office/drawing/2014/main" id="{303C6DB6-B1E2-884C-BBB8-EC1A99AC62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id="20" name="Picture 591" descr="desktop_computer_stylized_medium">
              <a:extLst>
                <a:ext uri="{FF2B5EF4-FFF2-40B4-BE49-F238E27FC236}">
                  <a16:creationId xmlns:a16="http://schemas.microsoft.com/office/drawing/2014/main" id="{63D2D7F9-5192-C24A-82A4-B0EA6FAD6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592">
              <a:extLst>
                <a:ext uri="{FF2B5EF4-FFF2-40B4-BE49-F238E27FC236}">
                  <a16:creationId xmlns:a16="http://schemas.microsoft.com/office/drawing/2014/main" id="{CE876DBC-21CF-AE4B-919D-7AE28D5D0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590">
            <a:extLst>
              <a:ext uri="{FF2B5EF4-FFF2-40B4-BE49-F238E27FC236}">
                <a16:creationId xmlns:a16="http://schemas.microsoft.com/office/drawing/2014/main" id="{91392431-0A58-5644-AA3F-947CE467E6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id="23" name="Picture 591" descr="desktop_computer_stylized_medium">
              <a:extLst>
                <a:ext uri="{FF2B5EF4-FFF2-40B4-BE49-F238E27FC236}">
                  <a16:creationId xmlns:a16="http://schemas.microsoft.com/office/drawing/2014/main" id="{46FA0F11-EBA2-284F-8B1D-14AF39145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92">
              <a:extLst>
                <a:ext uri="{FF2B5EF4-FFF2-40B4-BE49-F238E27FC236}">
                  <a16:creationId xmlns:a16="http://schemas.microsoft.com/office/drawing/2014/main" id="{52EF559D-DFC5-8447-AEA4-BC6B16E3F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6" name="Group 590">
            <a:extLst>
              <a:ext uri="{FF2B5EF4-FFF2-40B4-BE49-F238E27FC236}">
                <a16:creationId xmlns:a16="http://schemas.microsoft.com/office/drawing/2014/main" id="{F7641AD9-87D9-A44B-A42D-CB95A3432A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id="187" name="Picture 591" descr="desktop_computer_stylized_medium">
              <a:extLst>
                <a:ext uri="{FF2B5EF4-FFF2-40B4-BE49-F238E27FC236}">
                  <a16:creationId xmlns:a16="http://schemas.microsoft.com/office/drawing/2014/main" id="{30678A54-3E22-8B42-A81E-5CF5B995F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" name="Freeform 592">
              <a:extLst>
                <a:ext uri="{FF2B5EF4-FFF2-40B4-BE49-F238E27FC236}">
                  <a16:creationId xmlns:a16="http://schemas.microsoft.com/office/drawing/2014/main" id="{6D9A530E-D982-6948-B078-2A03FF1F3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CEAC609-53A3-DC4E-B9E6-B5176894A3B7}"/>
              </a:ext>
            </a:extLst>
          </p:cNvPr>
          <p:cNvGrpSpPr/>
          <p:nvPr/>
        </p:nvGrpSpPr>
        <p:grpSpPr>
          <a:xfrm>
            <a:off x="8229600" y="5199782"/>
            <a:ext cx="1923291" cy="1159453"/>
            <a:chOff x="9874069" y="4049856"/>
            <a:chExt cx="1165513" cy="683960"/>
          </a:xfrm>
        </p:grpSpPr>
        <p:pic>
          <p:nvPicPr>
            <p:cNvPr id="26" name="Picture 781" descr="antenna_radiation_stylized">
              <a:extLst>
                <a:ext uri="{FF2B5EF4-FFF2-40B4-BE49-F238E27FC236}">
                  <a16:creationId xmlns:a16="http://schemas.microsoft.com/office/drawing/2014/main" id="{DB627E11-E099-EC41-BC25-0FB10F3B6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80" descr="access_point_stylized_small">
              <a:extLst>
                <a:ext uri="{FF2B5EF4-FFF2-40B4-BE49-F238E27FC236}">
                  <a16:creationId xmlns:a16="http://schemas.microsoft.com/office/drawing/2014/main" id="{A02A91D2-3E70-F042-A5F5-5B2635BF0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6" name="Group 850">
              <a:extLst>
                <a:ext uri="{FF2B5EF4-FFF2-40B4-BE49-F238E27FC236}">
                  <a16:creationId xmlns:a16="http://schemas.microsoft.com/office/drawing/2014/main" id="{57E97886-C05F-6048-B731-37159BF9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7" name="Freeform 851">
                <a:extLst>
                  <a:ext uri="{FF2B5EF4-FFF2-40B4-BE49-F238E27FC236}">
                    <a16:creationId xmlns:a16="http://schemas.microsoft.com/office/drawing/2014/main" id="{B3924299-6BE1-3843-A764-2F95D9F82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852">
                <a:extLst>
                  <a:ext uri="{FF2B5EF4-FFF2-40B4-BE49-F238E27FC236}">
                    <a16:creationId xmlns:a16="http://schemas.microsoft.com/office/drawing/2014/main" id="{603A533B-82A1-6445-B323-DBB29F6A3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853">
                <a:extLst>
                  <a:ext uri="{FF2B5EF4-FFF2-40B4-BE49-F238E27FC236}">
                    <a16:creationId xmlns:a16="http://schemas.microsoft.com/office/drawing/2014/main" id="{51E5D983-ADB0-114C-9834-F8276FDAF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854">
                <a:extLst>
                  <a:ext uri="{FF2B5EF4-FFF2-40B4-BE49-F238E27FC236}">
                    <a16:creationId xmlns:a16="http://schemas.microsoft.com/office/drawing/2014/main" id="{AD9CC5C5-8A1B-F443-B43A-D696211E8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855">
                <a:extLst>
                  <a:ext uri="{FF2B5EF4-FFF2-40B4-BE49-F238E27FC236}">
                    <a16:creationId xmlns:a16="http://schemas.microsoft.com/office/drawing/2014/main" id="{82118053-8C1C-C841-A495-DCB0EF345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856">
                <a:extLst>
                  <a:ext uri="{FF2B5EF4-FFF2-40B4-BE49-F238E27FC236}">
                    <a16:creationId xmlns:a16="http://schemas.microsoft.com/office/drawing/2014/main" id="{DFA74633-0451-F848-A038-52B85B120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04A1B945-82CF-B24C-927F-7FD13A0C24C4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14BD4F1A-F69B-CC4E-9ADB-754A3C888DDB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00" name="Picture 1018" descr="laptop_keyboard">
                  <a:extLst>
                    <a:ext uri="{FF2B5EF4-FFF2-40B4-BE49-F238E27FC236}">
                      <a16:creationId xmlns:a16="http://schemas.microsoft.com/office/drawing/2014/main" id="{43A4C956-16BA-2749-B63E-A0735579E8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1" name="Freeform 1019">
                  <a:extLst>
                    <a:ext uri="{FF2B5EF4-FFF2-40B4-BE49-F238E27FC236}">
                      <a16:creationId xmlns:a16="http://schemas.microsoft.com/office/drawing/2014/main" id="{FB9CB46A-3962-FA48-A49E-FC5678B71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02" name="Picture 1020" descr="tela">
                  <a:extLst>
                    <a:ext uri="{FF2B5EF4-FFF2-40B4-BE49-F238E27FC236}">
                      <a16:creationId xmlns:a16="http://schemas.microsoft.com/office/drawing/2014/main" id="{546620B1-B43D-D44B-BDBF-CB7163856C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Freeform 1021">
                  <a:extLst>
                    <a:ext uri="{FF2B5EF4-FFF2-40B4-BE49-F238E27FC236}">
                      <a16:creationId xmlns:a16="http://schemas.microsoft.com/office/drawing/2014/main" id="{3609018E-54F0-C545-8881-2F666AE77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1022">
                  <a:extLst>
                    <a:ext uri="{FF2B5EF4-FFF2-40B4-BE49-F238E27FC236}">
                      <a16:creationId xmlns:a16="http://schemas.microsoft.com/office/drawing/2014/main" id="{25B49A33-C4F2-BD48-B970-1F34E2623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1023">
                  <a:extLst>
                    <a:ext uri="{FF2B5EF4-FFF2-40B4-BE49-F238E27FC236}">
                      <a16:creationId xmlns:a16="http://schemas.microsoft.com/office/drawing/2014/main" id="{7A3CD4B0-7D22-AA45-8A15-E073D6195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1024">
                  <a:extLst>
                    <a:ext uri="{FF2B5EF4-FFF2-40B4-BE49-F238E27FC236}">
                      <a16:creationId xmlns:a16="http://schemas.microsoft.com/office/drawing/2014/main" id="{6A3B0A44-ABEE-F642-9AA1-40BC4C0AD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025">
                  <a:extLst>
                    <a:ext uri="{FF2B5EF4-FFF2-40B4-BE49-F238E27FC236}">
                      <a16:creationId xmlns:a16="http://schemas.microsoft.com/office/drawing/2014/main" id="{8E276300-85ED-F14E-BCE2-C7D4D59B3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1026">
                  <a:extLst>
                    <a:ext uri="{FF2B5EF4-FFF2-40B4-BE49-F238E27FC236}">
                      <a16:creationId xmlns:a16="http://schemas.microsoft.com/office/drawing/2014/main" id="{C5ADDBAC-F8C7-5846-8484-7E2ACCC04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09" name="Group 1027">
                  <a:extLst>
                    <a:ext uri="{FF2B5EF4-FFF2-40B4-BE49-F238E27FC236}">
                      <a16:creationId xmlns:a16="http://schemas.microsoft.com/office/drawing/2014/main" id="{6244016C-85DB-4D44-A0FC-F42A9A7D3A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16" name="Freeform 1028">
                    <a:extLst>
                      <a:ext uri="{FF2B5EF4-FFF2-40B4-BE49-F238E27FC236}">
                        <a16:creationId xmlns:a16="http://schemas.microsoft.com/office/drawing/2014/main" id="{5AA16397-7098-9946-8BE9-C4651BB16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Freeform 1029">
                    <a:extLst>
                      <a:ext uri="{FF2B5EF4-FFF2-40B4-BE49-F238E27FC236}">
                        <a16:creationId xmlns:a16="http://schemas.microsoft.com/office/drawing/2014/main" id="{384C7126-22CD-204D-ADC8-D47C758957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8" name="Freeform 1030">
                    <a:extLst>
                      <a:ext uri="{FF2B5EF4-FFF2-40B4-BE49-F238E27FC236}">
                        <a16:creationId xmlns:a16="http://schemas.microsoft.com/office/drawing/2014/main" id="{988ADBF6-5CE8-D54F-9B1A-0CDD671EFC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Freeform 1031">
                    <a:extLst>
                      <a:ext uri="{FF2B5EF4-FFF2-40B4-BE49-F238E27FC236}">
                        <a16:creationId xmlns:a16="http://schemas.microsoft.com/office/drawing/2014/main" id="{143CE67A-75D1-0648-A3F8-C441C79AD8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Freeform 1032">
                    <a:extLst>
                      <a:ext uri="{FF2B5EF4-FFF2-40B4-BE49-F238E27FC236}">
                        <a16:creationId xmlns:a16="http://schemas.microsoft.com/office/drawing/2014/main" id="{D7D5A372-4E31-6F4C-AAB1-9DE01C704B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 1033">
                    <a:extLst>
                      <a:ext uri="{FF2B5EF4-FFF2-40B4-BE49-F238E27FC236}">
                        <a16:creationId xmlns:a16="http://schemas.microsoft.com/office/drawing/2014/main" id="{0AF2083D-846C-A943-9458-9EF7685D4D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0" name="Freeform 1034">
                  <a:extLst>
                    <a:ext uri="{FF2B5EF4-FFF2-40B4-BE49-F238E27FC236}">
                      <a16:creationId xmlns:a16="http://schemas.microsoft.com/office/drawing/2014/main" id="{3B1CD3A9-2A99-D943-AB31-0016D9DD7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035">
                  <a:extLst>
                    <a:ext uri="{FF2B5EF4-FFF2-40B4-BE49-F238E27FC236}">
                      <a16:creationId xmlns:a16="http://schemas.microsoft.com/office/drawing/2014/main" id="{9DA1D7A0-F967-E74D-960A-4B56F22DD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036">
                  <a:extLst>
                    <a:ext uri="{FF2B5EF4-FFF2-40B4-BE49-F238E27FC236}">
                      <a16:creationId xmlns:a16="http://schemas.microsoft.com/office/drawing/2014/main" id="{950CCC8A-F414-9A41-9782-93A28378F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037">
                  <a:extLst>
                    <a:ext uri="{FF2B5EF4-FFF2-40B4-BE49-F238E27FC236}">
                      <a16:creationId xmlns:a16="http://schemas.microsoft.com/office/drawing/2014/main" id="{096C7422-F2A4-C441-8ACD-BCE2E662D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038">
                  <a:extLst>
                    <a:ext uri="{FF2B5EF4-FFF2-40B4-BE49-F238E27FC236}">
                      <a16:creationId xmlns:a16="http://schemas.microsoft.com/office/drawing/2014/main" id="{62886C74-4755-1F49-916C-0FB17C421A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039">
                  <a:extLst>
                    <a:ext uri="{FF2B5EF4-FFF2-40B4-BE49-F238E27FC236}">
                      <a16:creationId xmlns:a16="http://schemas.microsoft.com/office/drawing/2014/main" id="{83286882-3B59-2E4B-8F6B-0A559AFAD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roup 850">
                <a:extLst>
                  <a:ext uri="{FF2B5EF4-FFF2-40B4-BE49-F238E27FC236}">
                    <a16:creationId xmlns:a16="http://schemas.microsoft.com/office/drawing/2014/main" id="{19F8753D-AAD8-4949-A49B-6EC93DC2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94" name="Freeform 851">
                  <a:extLst>
                    <a:ext uri="{FF2B5EF4-FFF2-40B4-BE49-F238E27FC236}">
                      <a16:creationId xmlns:a16="http://schemas.microsoft.com/office/drawing/2014/main" id="{40AEBF74-7D40-DE48-B7FB-0E8992CB5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852">
                  <a:extLst>
                    <a:ext uri="{FF2B5EF4-FFF2-40B4-BE49-F238E27FC236}">
                      <a16:creationId xmlns:a16="http://schemas.microsoft.com/office/drawing/2014/main" id="{CD6F1594-3FE4-F94F-ACC7-0D901861F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853">
                  <a:extLst>
                    <a:ext uri="{FF2B5EF4-FFF2-40B4-BE49-F238E27FC236}">
                      <a16:creationId xmlns:a16="http://schemas.microsoft.com/office/drawing/2014/main" id="{D17F9977-9E37-8741-B482-D64778F67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854">
                  <a:extLst>
                    <a:ext uri="{FF2B5EF4-FFF2-40B4-BE49-F238E27FC236}">
                      <a16:creationId xmlns:a16="http://schemas.microsoft.com/office/drawing/2014/main" id="{9CA9F277-24FA-3940-B16C-D12B7BB4F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855">
                  <a:extLst>
                    <a:ext uri="{FF2B5EF4-FFF2-40B4-BE49-F238E27FC236}">
                      <a16:creationId xmlns:a16="http://schemas.microsoft.com/office/drawing/2014/main" id="{42D0BD36-F52A-EA4F-8E56-673822F593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856">
                  <a:extLst>
                    <a:ext uri="{FF2B5EF4-FFF2-40B4-BE49-F238E27FC236}">
                      <a16:creationId xmlns:a16="http://schemas.microsoft.com/office/drawing/2014/main" id="{DE032556-7636-804E-906F-97BBD0B9C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327019D-1905-154A-8E85-6EC04E7752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5857B5F-442D-6547-97DC-F5378BA1C438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76DB35A4-9E1B-4E44-8D0F-D270CF67063A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32" name="Picture 1018" descr="laptop_keyboard">
                  <a:extLst>
                    <a:ext uri="{FF2B5EF4-FFF2-40B4-BE49-F238E27FC236}">
                      <a16:creationId xmlns:a16="http://schemas.microsoft.com/office/drawing/2014/main" id="{4F4F48BB-0250-D44A-9BC4-81D3641D24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3" name="Freeform 1019">
                  <a:extLst>
                    <a:ext uri="{FF2B5EF4-FFF2-40B4-BE49-F238E27FC236}">
                      <a16:creationId xmlns:a16="http://schemas.microsoft.com/office/drawing/2014/main" id="{2AF3E33D-CD8C-2F48-81D3-778B4B41A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34" name="Picture 1020" descr="tela">
                  <a:extLst>
                    <a:ext uri="{FF2B5EF4-FFF2-40B4-BE49-F238E27FC236}">
                      <a16:creationId xmlns:a16="http://schemas.microsoft.com/office/drawing/2014/main" id="{8DF7014D-CFBA-C245-B0BD-DE0B172F72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5" name="Freeform 1021">
                  <a:extLst>
                    <a:ext uri="{FF2B5EF4-FFF2-40B4-BE49-F238E27FC236}">
                      <a16:creationId xmlns:a16="http://schemas.microsoft.com/office/drawing/2014/main" id="{511E93A6-2D52-5346-8CB6-B5B1DF37F7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1022">
                  <a:extLst>
                    <a:ext uri="{FF2B5EF4-FFF2-40B4-BE49-F238E27FC236}">
                      <a16:creationId xmlns:a16="http://schemas.microsoft.com/office/drawing/2014/main" id="{1D625A85-B0E0-4145-AF39-6DB0D9E0C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023">
                  <a:extLst>
                    <a:ext uri="{FF2B5EF4-FFF2-40B4-BE49-F238E27FC236}">
                      <a16:creationId xmlns:a16="http://schemas.microsoft.com/office/drawing/2014/main" id="{ABD8107C-127C-8B4C-956D-D2038C947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1024">
                  <a:extLst>
                    <a:ext uri="{FF2B5EF4-FFF2-40B4-BE49-F238E27FC236}">
                      <a16:creationId xmlns:a16="http://schemas.microsoft.com/office/drawing/2014/main" id="{523BA87F-7AE2-F34A-B701-BE0CF79FE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025">
                  <a:extLst>
                    <a:ext uri="{FF2B5EF4-FFF2-40B4-BE49-F238E27FC236}">
                      <a16:creationId xmlns:a16="http://schemas.microsoft.com/office/drawing/2014/main" id="{F6F11968-F7C7-7148-A094-57D4B6F7A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026">
                  <a:extLst>
                    <a:ext uri="{FF2B5EF4-FFF2-40B4-BE49-F238E27FC236}">
                      <a16:creationId xmlns:a16="http://schemas.microsoft.com/office/drawing/2014/main" id="{9CE419CC-6653-D64F-826C-2A3B663DD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1" name="Group 1027">
                  <a:extLst>
                    <a:ext uri="{FF2B5EF4-FFF2-40B4-BE49-F238E27FC236}">
                      <a16:creationId xmlns:a16="http://schemas.microsoft.com/office/drawing/2014/main" id="{B79A86C8-03B9-3742-B3E1-C3C4870A9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48" name="Freeform 1028">
                    <a:extLst>
                      <a:ext uri="{FF2B5EF4-FFF2-40B4-BE49-F238E27FC236}">
                        <a16:creationId xmlns:a16="http://schemas.microsoft.com/office/drawing/2014/main" id="{294DD880-2083-8645-945D-9844B4060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1029">
                    <a:extLst>
                      <a:ext uri="{FF2B5EF4-FFF2-40B4-BE49-F238E27FC236}">
                        <a16:creationId xmlns:a16="http://schemas.microsoft.com/office/drawing/2014/main" id="{AE3490FA-748F-B64C-A3DB-5C327A8281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 1030">
                    <a:extLst>
                      <a:ext uri="{FF2B5EF4-FFF2-40B4-BE49-F238E27FC236}">
                        <a16:creationId xmlns:a16="http://schemas.microsoft.com/office/drawing/2014/main" id="{2A46627B-BBEF-1943-8288-EC0F71CA7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 1031">
                    <a:extLst>
                      <a:ext uri="{FF2B5EF4-FFF2-40B4-BE49-F238E27FC236}">
                        <a16:creationId xmlns:a16="http://schemas.microsoft.com/office/drawing/2014/main" id="{6DF5FBDA-FAE1-B241-90C6-B93B7090DB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 1032">
                    <a:extLst>
                      <a:ext uri="{FF2B5EF4-FFF2-40B4-BE49-F238E27FC236}">
                        <a16:creationId xmlns:a16="http://schemas.microsoft.com/office/drawing/2014/main" id="{7FA684E5-78AC-0C46-8D3D-012C1F745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Freeform 1033">
                    <a:extLst>
                      <a:ext uri="{FF2B5EF4-FFF2-40B4-BE49-F238E27FC236}">
                        <a16:creationId xmlns:a16="http://schemas.microsoft.com/office/drawing/2014/main" id="{B3FCEF67-D6F1-984D-8779-21AC52CA9C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42" name="Freeform 1034">
                  <a:extLst>
                    <a:ext uri="{FF2B5EF4-FFF2-40B4-BE49-F238E27FC236}">
                      <a16:creationId xmlns:a16="http://schemas.microsoft.com/office/drawing/2014/main" id="{236DF0FE-8B0C-254C-9AE3-B73153B83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35">
                  <a:extLst>
                    <a:ext uri="{FF2B5EF4-FFF2-40B4-BE49-F238E27FC236}">
                      <a16:creationId xmlns:a16="http://schemas.microsoft.com/office/drawing/2014/main" id="{CD69B965-4D92-7C44-AB07-D51C40C356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36">
                  <a:extLst>
                    <a:ext uri="{FF2B5EF4-FFF2-40B4-BE49-F238E27FC236}">
                      <a16:creationId xmlns:a16="http://schemas.microsoft.com/office/drawing/2014/main" id="{7F88CD3B-8D3F-944F-93A0-3272A6EC0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 1037">
                  <a:extLst>
                    <a:ext uri="{FF2B5EF4-FFF2-40B4-BE49-F238E27FC236}">
                      <a16:creationId xmlns:a16="http://schemas.microsoft.com/office/drawing/2014/main" id="{96F1BC2D-3CA4-2C4F-9D40-5E252F8EF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 1038">
                  <a:extLst>
                    <a:ext uri="{FF2B5EF4-FFF2-40B4-BE49-F238E27FC236}">
                      <a16:creationId xmlns:a16="http://schemas.microsoft.com/office/drawing/2014/main" id="{0907C174-E6C0-5642-A505-58A08DD1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 1039">
                  <a:extLst>
                    <a:ext uri="{FF2B5EF4-FFF2-40B4-BE49-F238E27FC236}">
                      <a16:creationId xmlns:a16="http://schemas.microsoft.com/office/drawing/2014/main" id="{1CDC6E2D-A772-3B49-8439-D3D891518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4" name="Group 850">
                <a:extLst>
                  <a:ext uri="{FF2B5EF4-FFF2-40B4-BE49-F238E27FC236}">
                    <a16:creationId xmlns:a16="http://schemas.microsoft.com/office/drawing/2014/main" id="{C7FC9F56-C4B9-CB4F-871F-27598301F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226" name="Freeform 851">
                  <a:extLst>
                    <a:ext uri="{FF2B5EF4-FFF2-40B4-BE49-F238E27FC236}">
                      <a16:creationId xmlns:a16="http://schemas.microsoft.com/office/drawing/2014/main" id="{C78362AD-12BA-544F-9449-4E99CFE45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Freeform 852">
                  <a:extLst>
                    <a:ext uri="{FF2B5EF4-FFF2-40B4-BE49-F238E27FC236}">
                      <a16:creationId xmlns:a16="http://schemas.microsoft.com/office/drawing/2014/main" id="{D7D5F371-6CB2-754F-B423-4A735A9DB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Freeform 853">
                  <a:extLst>
                    <a:ext uri="{FF2B5EF4-FFF2-40B4-BE49-F238E27FC236}">
                      <a16:creationId xmlns:a16="http://schemas.microsoft.com/office/drawing/2014/main" id="{8BA4DE9D-2F75-6549-9A25-7FB763FE5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Freeform 854">
                  <a:extLst>
                    <a:ext uri="{FF2B5EF4-FFF2-40B4-BE49-F238E27FC236}">
                      <a16:creationId xmlns:a16="http://schemas.microsoft.com/office/drawing/2014/main" id="{9C6E88C6-1471-3640-9C83-836DB2672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Freeform 855">
                  <a:extLst>
                    <a:ext uri="{FF2B5EF4-FFF2-40B4-BE49-F238E27FC236}">
                      <a16:creationId xmlns:a16="http://schemas.microsoft.com/office/drawing/2014/main" id="{CDF7241E-AB35-CB4E-AC37-D40F82656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Freeform 856">
                  <a:extLst>
                    <a:ext uri="{FF2B5EF4-FFF2-40B4-BE49-F238E27FC236}">
                      <a16:creationId xmlns:a16="http://schemas.microsoft.com/office/drawing/2014/main" id="{1F147BC7-3E05-0248-B4B8-53FE858D2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BA573AA-F2AE-334C-B328-9F37A8FF4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B503E439-945A-A344-AB60-2A65A7023FC4}"/>
              </a:ext>
            </a:extLst>
          </p:cNvPr>
          <p:cNvGrpSpPr/>
          <p:nvPr/>
        </p:nvGrpSpPr>
        <p:grpSpPr>
          <a:xfrm>
            <a:off x="7811763" y="1429779"/>
            <a:ext cx="4037013" cy="1377421"/>
            <a:chOff x="7785100" y="730250"/>
            <a:chExt cx="4037013" cy="1377421"/>
          </a:xfrm>
        </p:grpSpPr>
        <p:grpSp>
          <p:nvGrpSpPr>
            <p:cNvPr id="273" name="Group 117">
              <a:extLst>
                <a:ext uri="{FF2B5EF4-FFF2-40B4-BE49-F238E27FC236}">
                  <a16:creationId xmlns:a16="http://schemas.microsoft.com/office/drawing/2014/main" id="{D45AA40C-B22D-9946-9473-ECEF602BD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274" name="AutoShape 111">
                <a:extLst>
                  <a:ext uri="{FF2B5EF4-FFF2-40B4-BE49-F238E27FC236}">
                    <a16:creationId xmlns:a16="http://schemas.microsoft.com/office/drawing/2014/main" id="{19FECEC5-DE0E-784A-9583-2B6FFC9B7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75" name="Group 116">
                <a:extLst>
                  <a:ext uri="{FF2B5EF4-FFF2-40B4-BE49-F238E27FC236}">
                    <a16:creationId xmlns:a16="http://schemas.microsoft.com/office/drawing/2014/main" id="{CB83F8A1-1FC2-3B4D-8C09-DF5C801835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76" name="Rectangle 99">
                  <a:extLst>
                    <a:ext uri="{FF2B5EF4-FFF2-40B4-BE49-F238E27FC236}">
                      <a16:creationId xmlns:a16="http://schemas.microsoft.com/office/drawing/2014/main" id="{A2734C67-F9AC-2F44-B35F-38E877473C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7" name="Line 7">
                  <a:extLst>
                    <a:ext uri="{FF2B5EF4-FFF2-40B4-BE49-F238E27FC236}">
                      <a16:creationId xmlns:a16="http://schemas.microsoft.com/office/drawing/2014/main" id="{C66E4941-F9C5-1E4F-8B84-AFF95C669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8" name="Group 103">
                  <a:extLst>
                    <a:ext uri="{FF2B5EF4-FFF2-40B4-BE49-F238E27FC236}">
                      <a16:creationId xmlns:a16="http://schemas.microsoft.com/office/drawing/2014/main" id="{7CB4606E-327A-1A44-A907-2660A56372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84" name="Rectangle 104">
                    <a:extLst>
                      <a:ext uri="{FF2B5EF4-FFF2-40B4-BE49-F238E27FC236}">
                        <a16:creationId xmlns:a16="http://schemas.microsoft.com/office/drawing/2014/main" id="{A99A3752-5DF1-1C4E-BD45-602755ADF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5" name="Rectangle 105">
                    <a:extLst>
                      <a:ext uri="{FF2B5EF4-FFF2-40B4-BE49-F238E27FC236}">
                        <a16:creationId xmlns:a16="http://schemas.microsoft.com/office/drawing/2014/main" id="{AC49E6EB-2EDA-8B47-AE75-BB9901D4F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6" name="Rectangle 106">
                    <a:extLst>
                      <a:ext uri="{FF2B5EF4-FFF2-40B4-BE49-F238E27FC236}">
                        <a16:creationId xmlns:a16="http://schemas.microsoft.com/office/drawing/2014/main" id="{651CC5C2-CB72-6C43-B103-BE4D703728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7" name="Rectangle 107">
                    <a:extLst>
                      <a:ext uri="{FF2B5EF4-FFF2-40B4-BE49-F238E27FC236}">
                        <a16:creationId xmlns:a16="http://schemas.microsoft.com/office/drawing/2014/main" id="{1DE97946-179C-8D42-A61A-D83CE5946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8" name="Rectangle 108">
                    <a:extLst>
                      <a:ext uri="{FF2B5EF4-FFF2-40B4-BE49-F238E27FC236}">
                        <a16:creationId xmlns:a16="http://schemas.microsoft.com/office/drawing/2014/main" id="{04A1C1EF-E526-1F41-A47F-D1260D32ED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9" name="AutoShape 109">
                    <a:extLst>
                      <a:ext uri="{FF2B5EF4-FFF2-40B4-BE49-F238E27FC236}">
                        <a16:creationId xmlns:a16="http://schemas.microsoft.com/office/drawing/2014/main" id="{DAE4B7E4-EF46-4D47-BE30-6BDF7FC9D9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79" name="Picture 110" descr="desktop_computer_stylized_small">
                  <a:extLst>
                    <a:ext uri="{FF2B5EF4-FFF2-40B4-BE49-F238E27FC236}">
                      <a16:creationId xmlns:a16="http://schemas.microsoft.com/office/drawing/2014/main" id="{DDDBC1EE-FFD8-AA47-90A3-58C691D12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Rectangle 112">
                  <a:extLst>
                    <a:ext uri="{FF2B5EF4-FFF2-40B4-BE49-F238E27FC236}">
                      <a16:creationId xmlns:a16="http://schemas.microsoft.com/office/drawing/2014/main" id="{1ABA220B-E12D-014F-A57E-FF99A7E8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1" name="Freeform 113">
                  <a:extLst>
                    <a:ext uri="{FF2B5EF4-FFF2-40B4-BE49-F238E27FC236}">
                      <a16:creationId xmlns:a16="http://schemas.microsoft.com/office/drawing/2014/main" id="{D421ED9C-7EE2-4245-A767-1000693F3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83" name="Picture 115" descr="tevê">
                  <a:extLst>
                    <a:ext uri="{FF2B5EF4-FFF2-40B4-BE49-F238E27FC236}">
                      <a16:creationId xmlns:a16="http://schemas.microsoft.com/office/drawing/2014/main" id="{DA3CD424-6F2B-A64F-BB99-BFCEFC77DB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341" name="Line 169">
              <a:extLst>
                <a:ext uri="{FF2B5EF4-FFF2-40B4-BE49-F238E27FC236}">
                  <a16:creationId xmlns:a16="http://schemas.microsoft.com/office/drawing/2014/main" id="{0ED8CDDF-16E6-9949-AE23-AEA42EA9F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Text Box 204">
              <a:extLst>
                <a:ext uri="{FF2B5EF4-FFF2-40B4-BE49-F238E27FC236}">
                  <a16:creationId xmlns:a16="http://schemas.microsoft.com/office/drawing/2014/main" id="{9EB94DD9-4B0C-9F40-A9C8-055FEE1AE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94702E13-DA68-4543-AB4F-AD4BC76B53EB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307" name="Group 135">
                <a:extLst>
                  <a:ext uri="{FF2B5EF4-FFF2-40B4-BE49-F238E27FC236}">
                    <a16:creationId xmlns:a16="http://schemas.microsoft.com/office/drawing/2014/main" id="{18C2718F-6489-3842-866B-C6083D912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308" name="AutoShape 136">
                  <a:extLst>
                    <a:ext uri="{FF2B5EF4-FFF2-40B4-BE49-F238E27FC236}">
                      <a16:creationId xmlns:a16="http://schemas.microsoft.com/office/drawing/2014/main" id="{06A4920B-716F-6440-A4A4-D28120C16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9" name="Group 137">
                  <a:extLst>
                    <a:ext uri="{FF2B5EF4-FFF2-40B4-BE49-F238E27FC236}">
                      <a16:creationId xmlns:a16="http://schemas.microsoft.com/office/drawing/2014/main" id="{D5BBEB23-7774-4344-9031-57B565E62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10" name="Rectangle 138">
                    <a:extLst>
                      <a:ext uri="{FF2B5EF4-FFF2-40B4-BE49-F238E27FC236}">
                        <a16:creationId xmlns:a16="http://schemas.microsoft.com/office/drawing/2014/main" id="{8FC71A6F-1303-3A46-848F-ED88E09D46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74A21E63-C3A9-BE46-B55D-249D7B73AC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2" name="Group 140">
                    <a:extLst>
                      <a:ext uri="{FF2B5EF4-FFF2-40B4-BE49-F238E27FC236}">
                        <a16:creationId xmlns:a16="http://schemas.microsoft.com/office/drawing/2014/main" id="{F6600432-E3DE-234E-9D32-F244445547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18" name="Rectangle 141">
                      <a:extLst>
                        <a:ext uri="{FF2B5EF4-FFF2-40B4-BE49-F238E27FC236}">
                          <a16:creationId xmlns:a16="http://schemas.microsoft.com/office/drawing/2014/main" id="{0AC9502F-C0FF-034A-B159-81DCA48F81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19" name="Rectangle 142">
                      <a:extLst>
                        <a:ext uri="{FF2B5EF4-FFF2-40B4-BE49-F238E27FC236}">
                          <a16:creationId xmlns:a16="http://schemas.microsoft.com/office/drawing/2014/main" id="{1836D0E5-A637-3645-ADFC-9E3F1C7344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0" name="Rectangle 143">
                      <a:extLst>
                        <a:ext uri="{FF2B5EF4-FFF2-40B4-BE49-F238E27FC236}">
                          <a16:creationId xmlns:a16="http://schemas.microsoft.com/office/drawing/2014/main" id="{033C6F2A-0F65-6040-8A3C-BAD90C628B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1" name="Rectangle 144">
                      <a:extLst>
                        <a:ext uri="{FF2B5EF4-FFF2-40B4-BE49-F238E27FC236}">
                          <a16:creationId xmlns:a16="http://schemas.microsoft.com/office/drawing/2014/main" id="{513E5FB6-D7F9-9343-82C8-9BB80CB7FF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2" name="Rectangle 145">
                      <a:extLst>
                        <a:ext uri="{FF2B5EF4-FFF2-40B4-BE49-F238E27FC236}">
                          <a16:creationId xmlns:a16="http://schemas.microsoft.com/office/drawing/2014/main" id="{700456BA-BDB8-784C-999D-644E2C79FC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3" name="AutoShape 146">
                      <a:extLst>
                        <a:ext uri="{FF2B5EF4-FFF2-40B4-BE49-F238E27FC236}">
                          <a16:creationId xmlns:a16="http://schemas.microsoft.com/office/drawing/2014/main" id="{902212FC-7256-754F-AFD4-8BD64D83D2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1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6749D4B2-638E-3247-895E-C38F81C6A16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4" name="Rectangle 148">
                    <a:extLst>
                      <a:ext uri="{FF2B5EF4-FFF2-40B4-BE49-F238E27FC236}">
                        <a16:creationId xmlns:a16="http://schemas.microsoft.com/office/drawing/2014/main" id="{11D92BD6-CE36-634D-9F1B-6CBED16DB8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5" name="Freeform 149">
                    <a:extLst>
                      <a:ext uri="{FF2B5EF4-FFF2-40B4-BE49-F238E27FC236}">
                        <a16:creationId xmlns:a16="http://schemas.microsoft.com/office/drawing/2014/main" id="{FA61DEAA-1D6D-3A4B-9DD2-2633E3EF3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317" name="Picture 151" descr="tevê">
                    <a:extLst>
                      <a:ext uri="{FF2B5EF4-FFF2-40B4-BE49-F238E27FC236}">
                        <a16:creationId xmlns:a16="http://schemas.microsoft.com/office/drawing/2014/main" id="{94763A90-FA83-6D43-A436-F13917DEDD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364" name="Freeform 209">
                <a:extLst>
                  <a:ext uri="{FF2B5EF4-FFF2-40B4-BE49-F238E27FC236}">
                    <a16:creationId xmlns:a16="http://schemas.microsoft.com/office/drawing/2014/main" id="{EFB2345E-45BF-0345-9876-16ED4A0CB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Rectangle 44">
              <a:extLst>
                <a:ext uri="{FF2B5EF4-FFF2-40B4-BE49-F238E27FC236}">
                  <a16:creationId xmlns:a16="http://schemas.microsoft.com/office/drawing/2014/main" id="{7ABEC7AC-0CF9-7740-88E7-0E43CF017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216">
              <a:extLst>
                <a:ext uri="{FF2B5EF4-FFF2-40B4-BE49-F238E27FC236}">
                  <a16:creationId xmlns:a16="http://schemas.microsoft.com/office/drawing/2014/main" id="{D74A0656-120C-2348-A152-8E46A643D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217">
              <a:extLst>
                <a:ext uri="{FF2B5EF4-FFF2-40B4-BE49-F238E27FC236}">
                  <a16:creationId xmlns:a16="http://schemas.microsoft.com/office/drawing/2014/main" id="{B21EE085-803A-FB4A-83BD-700B68E7F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Line 218">
              <a:extLst>
                <a:ext uri="{FF2B5EF4-FFF2-40B4-BE49-F238E27FC236}">
                  <a16:creationId xmlns:a16="http://schemas.microsoft.com/office/drawing/2014/main" id="{662CF9DC-48CB-3C4D-B5DD-565FE580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Line 219">
              <a:extLst>
                <a:ext uri="{FF2B5EF4-FFF2-40B4-BE49-F238E27FC236}">
                  <a16:creationId xmlns:a16="http://schemas.microsoft.com/office/drawing/2014/main" id="{7C5780A1-D001-8344-837A-3397C4576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1" name="Freeform 220">
              <a:extLst>
                <a:ext uri="{FF2B5EF4-FFF2-40B4-BE49-F238E27FC236}">
                  <a16:creationId xmlns:a16="http://schemas.microsoft.com/office/drawing/2014/main" id="{6C59CA65-50C3-0443-8B37-EE986EE2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221">
              <a:extLst>
                <a:ext uri="{FF2B5EF4-FFF2-40B4-BE49-F238E27FC236}">
                  <a16:creationId xmlns:a16="http://schemas.microsoft.com/office/drawing/2014/main" id="{7556E69F-3BCD-2B4F-A17A-81BBDE0EEF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AutoShape 225">
              <a:extLst>
                <a:ext uri="{FF2B5EF4-FFF2-40B4-BE49-F238E27FC236}">
                  <a16:creationId xmlns:a16="http://schemas.microsoft.com/office/drawing/2014/main" id="{9DD28501-C345-2745-849B-87EB75970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983BDABC-49F0-F642-9544-FC51657A2E15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393" name="Group 117">
                <a:extLst>
                  <a:ext uri="{FF2B5EF4-FFF2-40B4-BE49-F238E27FC236}">
                    <a16:creationId xmlns:a16="http://schemas.microsoft.com/office/drawing/2014/main" id="{D54CFC43-9C44-9741-8C04-D80CE4756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394" name="AutoShape 111">
                  <a:extLst>
                    <a:ext uri="{FF2B5EF4-FFF2-40B4-BE49-F238E27FC236}">
                      <a16:creationId xmlns:a16="http://schemas.microsoft.com/office/drawing/2014/main" id="{97DF7804-CC88-1F42-B8F9-051351FE80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5" name="Group 116">
                  <a:extLst>
                    <a:ext uri="{FF2B5EF4-FFF2-40B4-BE49-F238E27FC236}">
                      <a16:creationId xmlns:a16="http://schemas.microsoft.com/office/drawing/2014/main" id="{62D463CD-C41B-EB42-B714-BE7DEB8C5A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96" name="Rectangle 99">
                    <a:extLst>
                      <a:ext uri="{FF2B5EF4-FFF2-40B4-BE49-F238E27FC236}">
                        <a16:creationId xmlns:a16="http://schemas.microsoft.com/office/drawing/2014/main" id="{C882ED75-ED21-974A-90AC-D2ADE1E07E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7" name="Line 7">
                    <a:extLst>
                      <a:ext uri="{FF2B5EF4-FFF2-40B4-BE49-F238E27FC236}">
                        <a16:creationId xmlns:a16="http://schemas.microsoft.com/office/drawing/2014/main" id="{1BB2D968-610B-184F-A2CF-14B33B3A95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98" name="Group 103">
                    <a:extLst>
                      <a:ext uri="{FF2B5EF4-FFF2-40B4-BE49-F238E27FC236}">
                        <a16:creationId xmlns:a16="http://schemas.microsoft.com/office/drawing/2014/main" id="{4D4CE61C-8983-B647-864F-F470C03A07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03" name="Rectangle 104">
                      <a:extLst>
                        <a:ext uri="{FF2B5EF4-FFF2-40B4-BE49-F238E27FC236}">
                          <a16:creationId xmlns:a16="http://schemas.microsoft.com/office/drawing/2014/main" id="{F0C7BF96-DC9B-8F46-A1CD-DF23ED3B11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4" name="Rectangle 105">
                      <a:extLst>
                        <a:ext uri="{FF2B5EF4-FFF2-40B4-BE49-F238E27FC236}">
                          <a16:creationId xmlns:a16="http://schemas.microsoft.com/office/drawing/2014/main" id="{31A36EA8-D658-AB47-BE82-801AA588F5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5" name="Rectangle 106">
                      <a:extLst>
                        <a:ext uri="{FF2B5EF4-FFF2-40B4-BE49-F238E27FC236}">
                          <a16:creationId xmlns:a16="http://schemas.microsoft.com/office/drawing/2014/main" id="{5DDEAC47-056C-384C-B89F-5A42C8379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6" name="Rectangle 107">
                      <a:extLst>
                        <a:ext uri="{FF2B5EF4-FFF2-40B4-BE49-F238E27FC236}">
                          <a16:creationId xmlns:a16="http://schemas.microsoft.com/office/drawing/2014/main" id="{5FAEA790-B08D-2741-A24E-F6C8966DFA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7" name="Rectangle 108">
                      <a:extLst>
                        <a:ext uri="{FF2B5EF4-FFF2-40B4-BE49-F238E27FC236}">
                          <a16:creationId xmlns:a16="http://schemas.microsoft.com/office/drawing/2014/main" id="{C8681A97-C9D1-FE48-BB82-818A99CB0B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8" name="AutoShape 109">
                      <a:extLst>
                        <a:ext uri="{FF2B5EF4-FFF2-40B4-BE49-F238E27FC236}">
                          <a16:creationId xmlns:a16="http://schemas.microsoft.com/office/drawing/2014/main" id="{CFB36D93-5244-FD4C-BD34-FB641007F5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99" name="Picture 110" descr="desktop_computer_stylized_small">
                    <a:extLst>
                      <a:ext uri="{FF2B5EF4-FFF2-40B4-BE49-F238E27FC236}">
                        <a16:creationId xmlns:a16="http://schemas.microsoft.com/office/drawing/2014/main" id="{9B404C1F-048E-7044-BE69-14D8C09F81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0" name="Rectangle 112">
                    <a:extLst>
                      <a:ext uri="{FF2B5EF4-FFF2-40B4-BE49-F238E27FC236}">
                        <a16:creationId xmlns:a16="http://schemas.microsoft.com/office/drawing/2014/main" id="{93620211-30D2-A74F-85D8-3CCB3BB54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01" name="Freeform 113">
                    <a:extLst>
                      <a:ext uri="{FF2B5EF4-FFF2-40B4-BE49-F238E27FC236}">
                        <a16:creationId xmlns:a16="http://schemas.microsoft.com/office/drawing/2014/main" id="{EAB132C2-BF16-0F4B-B306-8B5A4C1C07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02" name="Picture 115" descr="tevê">
                    <a:extLst>
                      <a:ext uri="{FF2B5EF4-FFF2-40B4-BE49-F238E27FC236}">
                        <a16:creationId xmlns:a16="http://schemas.microsoft.com/office/drawing/2014/main" id="{E56F1C09-456F-6945-AACA-76354A8314E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CEADDDE2-F07E-2048-90F3-56476774EC97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E6A914D-56E6-6144-8A5D-B26042233D49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EA667DB5-3322-4A46-B5FA-A070FD5DC154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416" name="Group 135">
                <a:extLst>
                  <a:ext uri="{FF2B5EF4-FFF2-40B4-BE49-F238E27FC236}">
                    <a16:creationId xmlns:a16="http://schemas.microsoft.com/office/drawing/2014/main" id="{85DFD946-B194-774B-88CB-2C0D2F0CA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418" name="AutoShape 136">
                  <a:extLst>
                    <a:ext uri="{FF2B5EF4-FFF2-40B4-BE49-F238E27FC236}">
                      <a16:creationId xmlns:a16="http://schemas.microsoft.com/office/drawing/2014/main" id="{F297B945-74B3-CB4B-878C-7C02A4889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19" name="Group 137">
                  <a:extLst>
                    <a:ext uri="{FF2B5EF4-FFF2-40B4-BE49-F238E27FC236}">
                      <a16:creationId xmlns:a16="http://schemas.microsoft.com/office/drawing/2014/main" id="{E4CF7180-96A2-CD40-B8A0-45AE98BA1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420" name="Rectangle 138">
                    <a:extLst>
                      <a:ext uri="{FF2B5EF4-FFF2-40B4-BE49-F238E27FC236}">
                        <a16:creationId xmlns:a16="http://schemas.microsoft.com/office/drawing/2014/main" id="{E728FEDA-C496-A141-8FEA-14AAB825D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1" name="Line 7">
                    <a:extLst>
                      <a:ext uri="{FF2B5EF4-FFF2-40B4-BE49-F238E27FC236}">
                        <a16:creationId xmlns:a16="http://schemas.microsoft.com/office/drawing/2014/main" id="{94947D33-1E0B-FE40-8CAB-CBBDC0D6E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22" name="Group 140">
                    <a:extLst>
                      <a:ext uri="{FF2B5EF4-FFF2-40B4-BE49-F238E27FC236}">
                        <a16:creationId xmlns:a16="http://schemas.microsoft.com/office/drawing/2014/main" id="{394E883E-EC3D-5D4A-AEA2-4725F7F2DB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27" name="Rectangle 141">
                      <a:extLst>
                        <a:ext uri="{FF2B5EF4-FFF2-40B4-BE49-F238E27FC236}">
                          <a16:creationId xmlns:a16="http://schemas.microsoft.com/office/drawing/2014/main" id="{448655B1-0992-6F4B-815F-913E06606C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8" name="Rectangle 142">
                      <a:extLst>
                        <a:ext uri="{FF2B5EF4-FFF2-40B4-BE49-F238E27FC236}">
                          <a16:creationId xmlns:a16="http://schemas.microsoft.com/office/drawing/2014/main" id="{968409F2-F7DA-2446-B315-0CF4D05EA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9" name="Rectangle 143">
                      <a:extLst>
                        <a:ext uri="{FF2B5EF4-FFF2-40B4-BE49-F238E27FC236}">
                          <a16:creationId xmlns:a16="http://schemas.microsoft.com/office/drawing/2014/main" id="{0362FF3B-ADD9-5744-8ACA-3EFADB832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0" name="Rectangle 144">
                      <a:extLst>
                        <a:ext uri="{FF2B5EF4-FFF2-40B4-BE49-F238E27FC236}">
                          <a16:creationId xmlns:a16="http://schemas.microsoft.com/office/drawing/2014/main" id="{C40AA11A-DFD4-8F42-897F-82FED599B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1" name="Rectangle 145">
                      <a:extLst>
                        <a:ext uri="{FF2B5EF4-FFF2-40B4-BE49-F238E27FC236}">
                          <a16:creationId xmlns:a16="http://schemas.microsoft.com/office/drawing/2014/main" id="{8A810F1B-6E62-5742-8139-F7E89D3E1C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2" name="AutoShape 146">
                      <a:extLst>
                        <a:ext uri="{FF2B5EF4-FFF2-40B4-BE49-F238E27FC236}">
                          <a16:creationId xmlns:a16="http://schemas.microsoft.com/office/drawing/2014/main" id="{F9E0BEC6-A98D-274B-80FC-89A0443392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42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0A91A55F-2043-9E4B-99F9-AFA78F5A814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24" name="Rectangle 148">
                    <a:extLst>
                      <a:ext uri="{FF2B5EF4-FFF2-40B4-BE49-F238E27FC236}">
                        <a16:creationId xmlns:a16="http://schemas.microsoft.com/office/drawing/2014/main" id="{F8AF0B05-119A-0146-852E-B3BD3225EC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5" name="Freeform 149">
                    <a:extLst>
                      <a:ext uri="{FF2B5EF4-FFF2-40B4-BE49-F238E27FC236}">
                        <a16:creationId xmlns:a16="http://schemas.microsoft.com/office/drawing/2014/main" id="{AB1B2319-3B1A-4844-AE46-5CB41DCFDC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26" name="Picture 151" descr="tevê">
                    <a:extLst>
                      <a:ext uri="{FF2B5EF4-FFF2-40B4-BE49-F238E27FC236}">
                        <a16:creationId xmlns:a16="http://schemas.microsoft.com/office/drawing/2014/main" id="{FBF03B14-5AED-7E49-8E18-C9D52DD066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417" name="Freeform 209">
                <a:extLst>
                  <a:ext uri="{FF2B5EF4-FFF2-40B4-BE49-F238E27FC236}">
                    <a16:creationId xmlns:a16="http://schemas.microsoft.com/office/drawing/2014/main" id="{0B7484A0-57B4-9D4F-88D9-C1C31B000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3" name="Text Box 204">
              <a:extLst>
                <a:ext uri="{FF2B5EF4-FFF2-40B4-BE49-F238E27FC236}">
                  <a16:creationId xmlns:a16="http://schemas.microsoft.com/office/drawing/2014/main" id="{3C38ADF6-8694-1144-9C3F-327CA8736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Imagem 3" descr="Gráfico, Gráfico de funil&#10;&#10;O conteúdo gerado por IA pode estar incorreto.">
            <a:extLst>
              <a:ext uri="{FF2B5EF4-FFF2-40B4-BE49-F238E27FC236}">
                <a16:creationId xmlns:a16="http://schemas.microsoft.com/office/drawing/2014/main" id="{F71D8FDE-8AF5-752A-2251-22386F54F5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4322" y="2383971"/>
            <a:ext cx="5905500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4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5400-6A08-C1EE-5611-66C9F8AB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6C3A-2F7E-4A23-97C5-5BBA3D55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enlace: serviços</a:t>
            </a:r>
            <a:endParaRPr lang="en-US" sz="4400"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BCB7865-6431-FD70-0C7D-5209A1714CEC}"/>
              </a:ext>
            </a:extLst>
          </p:cNvPr>
          <p:cNvSpPr txBox="1">
            <a:spLocks noChangeArrowheads="1"/>
          </p:cNvSpPr>
          <p:nvPr/>
        </p:nvSpPr>
        <p:spPr>
          <a:xfrm>
            <a:off x="895584" y="1425142"/>
            <a:ext cx="5292780" cy="515576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Entrega confiável entre nós adjacentes</a:t>
            </a:r>
            <a:endParaRPr lang="pt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>
                <a:ea typeface="Calibri"/>
                <a:cs typeface="Calibri"/>
              </a:rPr>
              <a:t>Como garantir a entrega confiável dos dados?</a:t>
            </a:r>
            <a:endParaRPr lang="pt"/>
          </a:p>
          <a:p>
            <a:pPr lvl="2">
              <a:defRPr/>
            </a:pPr>
            <a:r>
              <a:rPr lang="pt">
                <a:ea typeface="Calibri"/>
                <a:cs typeface="Calibri"/>
              </a:rPr>
              <a:t>Detecção e/ou Correção de erros em nível de enlace</a:t>
            </a:r>
          </a:p>
          <a:p>
            <a:pPr lvl="2">
              <a:defRPr/>
            </a:pPr>
            <a:r>
              <a:rPr lang="pt">
                <a:ea typeface="Calibri"/>
                <a:cs typeface="Calibri"/>
              </a:rPr>
              <a:t>Estabelecimento de conexão </a:t>
            </a:r>
          </a:p>
          <a:p>
            <a:pPr lvl="2">
              <a:defRPr/>
            </a:pPr>
            <a:r>
              <a:rPr lang="pt">
                <a:ea typeface="Calibri"/>
                <a:cs typeface="Calibri"/>
              </a:rPr>
              <a:t>Confirmações de recebimento</a:t>
            </a:r>
          </a:p>
          <a:p>
            <a:pPr lvl="2">
              <a:defRPr/>
            </a:pPr>
            <a:r>
              <a:rPr lang="pt">
                <a:ea typeface="Calibri"/>
                <a:cs typeface="Calibri"/>
              </a:rPr>
              <a:t>Redes IP não implementam confirmação e conexão. Esses níveis de confiabilidade são responsabilidade das camadas superiores (transporte)</a:t>
            </a:r>
            <a:endParaRPr lang="en-US">
              <a:ea typeface="Calibri"/>
              <a:cs typeface="Calibri"/>
            </a:endParaRPr>
          </a:p>
          <a:p>
            <a:pPr lvl="1">
              <a:defRPr/>
            </a:pPr>
            <a:r>
              <a:rPr lang="pt"/>
              <a:t>Raramente usado em enlaces com poucos erros de bit (fibra, alguns pares trançados)</a:t>
            </a:r>
            <a:endParaRPr lang="pt">
              <a:ea typeface="Calibri"/>
              <a:cs typeface="Calibri"/>
            </a:endParaRPr>
          </a:p>
          <a:p>
            <a:pPr lvl="1">
              <a:defRPr/>
            </a:pPr>
            <a:r>
              <a:rPr lang="pt"/>
              <a:t>Enlaces sem fio: altas taxas de erro</a:t>
            </a:r>
          </a:p>
          <a:p>
            <a:pPr lvl="2">
              <a:defRPr/>
            </a:pPr>
            <a:endParaRPr lang="pt">
              <a:ea typeface="Calibri"/>
              <a:cs typeface="Calibri"/>
            </a:endParaRPr>
          </a:p>
          <a:p>
            <a:pPr lvl="2">
              <a:defRPr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5D12533F-B713-09F4-BE8D-C818B4618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Imagem 2" descr="Gráfico, Gráfico de mapa de árvore&#10;&#10;Descrição gerada automaticamente">
            <a:extLst>
              <a:ext uri="{FF2B5EF4-FFF2-40B4-BE49-F238E27FC236}">
                <a16:creationId xmlns:a16="http://schemas.microsoft.com/office/drawing/2014/main" id="{7B5383EA-CD21-794A-5149-6735DFB0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24" y="1425141"/>
            <a:ext cx="5575415" cy="44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enlace: serviços (mais)</a:t>
            </a:r>
            <a:endParaRPr lang="en-US" sz="4400"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740563" y="1383579"/>
            <a:ext cx="6616200" cy="52276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Controle de fluxo: </a:t>
            </a:r>
            <a:endParaRPr lang="pt-BR"/>
          </a:p>
          <a:p>
            <a:pPr lvl="1">
              <a:defRPr/>
            </a:pPr>
            <a:r>
              <a:rPr lang="pt"/>
              <a:t>Ritmo de comunicação entre nós emissor e receptor adjacentes</a:t>
            </a:r>
          </a:p>
          <a:p>
            <a:pPr marL="344170" indent="-276225"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Detecção de erros: </a:t>
            </a:r>
            <a:endParaRPr lang="pt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Erros causados por atenuação de sinal, ruído. </a:t>
            </a:r>
          </a:p>
          <a:p>
            <a:pPr lvl="1">
              <a:defRPr/>
            </a:pPr>
            <a:r>
              <a:rPr lang="pt"/>
              <a:t>O receptor detecta erros, retransmite ou descarta o</a:t>
            </a:r>
            <a:r>
              <a:rPr lang="pt" sz="2400"/>
              <a:t> quadro </a:t>
            </a:r>
            <a:endParaRPr lang="pt" sz="2400">
              <a:ea typeface="Calibri"/>
              <a:cs typeface="Calibri"/>
            </a:endParaRPr>
          </a:p>
          <a:p>
            <a:pPr indent="-339725"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Correção de erros: </a:t>
            </a:r>
            <a:endParaRPr lang="pt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O receptor identifica </a:t>
            </a:r>
            <a:r>
              <a:rPr lang="pt" i="1">
                <a:solidFill>
                  <a:srgbClr val="0000A8"/>
                </a:solidFill>
              </a:rPr>
              <a:t>e corrige</a:t>
            </a:r>
            <a:r>
              <a:rPr lang="pt">
                <a:solidFill>
                  <a:srgbClr val="0000A8"/>
                </a:solidFill>
              </a:rPr>
              <a:t> </a:t>
            </a:r>
            <a:r>
              <a:rPr lang="pt"/>
              <a:t>o(s) erro(s) de bit sem retransmissão</a:t>
            </a:r>
          </a:p>
          <a:p>
            <a:pPr marL="344170" indent="-331470"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Half-duplex e full-duplex:</a:t>
            </a:r>
            <a:endParaRPr lang="pt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Com half duplex, os nós em ambas as extremidades do enlace podem transmitir, mas não ao mesmo tempo</a:t>
            </a:r>
            <a:endParaRPr lang="en-US" sz="2800"/>
          </a:p>
        </p:txBody>
      </p:sp>
      <p:sp>
        <p:nvSpPr>
          <p:cNvPr id="99" name="Oval 800">
            <a:extLst>
              <a:ext uri="{FF2B5EF4-FFF2-40B4-BE49-F238E27FC236}">
                <a16:creationId xmlns:a16="http://schemas.microsoft.com/office/drawing/2014/main" id="{F837CB36-493B-5745-B9FD-E8293799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3945" y="3593195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01" name="Group 817">
            <a:extLst>
              <a:ext uri="{FF2B5EF4-FFF2-40B4-BE49-F238E27FC236}">
                <a16:creationId xmlns:a16="http://schemas.microsoft.com/office/drawing/2014/main" id="{CA1E1C7E-A9E4-CF45-9133-2CC43B860D8B}"/>
              </a:ext>
            </a:extLst>
          </p:cNvPr>
          <p:cNvGrpSpPr>
            <a:grpSpLocks/>
          </p:cNvGrpSpPr>
          <p:nvPr/>
        </p:nvGrpSpPr>
        <p:grpSpPr bwMode="auto">
          <a:xfrm>
            <a:off x="8980811" y="3275911"/>
            <a:ext cx="615031" cy="694531"/>
            <a:chOff x="2920" y="1424"/>
            <a:chExt cx="326" cy="320"/>
          </a:xfrm>
        </p:grpSpPr>
        <p:sp>
          <p:nvSpPr>
            <p:cNvPr id="102" name="Oval 818">
              <a:extLst>
                <a:ext uri="{FF2B5EF4-FFF2-40B4-BE49-F238E27FC236}">
                  <a16:creationId xmlns:a16="http://schemas.microsoft.com/office/drawing/2014/main" id="{CF63D940-213E-E04E-B278-9D3A7C64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103" name="Group 819">
              <a:extLst>
                <a:ext uri="{FF2B5EF4-FFF2-40B4-BE49-F238E27FC236}">
                  <a16:creationId xmlns:a16="http://schemas.microsoft.com/office/drawing/2014/main" id="{41FFEB08-147C-7842-AF61-E4B607AED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05" name="Oval 820">
                <a:extLst>
                  <a:ext uri="{FF2B5EF4-FFF2-40B4-BE49-F238E27FC236}">
                    <a16:creationId xmlns:a16="http://schemas.microsoft.com/office/drawing/2014/main" id="{35CFE63C-F843-B949-AE7D-6F9539B56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6" name="Oval 821">
                <a:extLst>
                  <a:ext uri="{FF2B5EF4-FFF2-40B4-BE49-F238E27FC236}">
                    <a16:creationId xmlns:a16="http://schemas.microsoft.com/office/drawing/2014/main" id="{B892C53C-F2F4-CE4E-8F26-179F537FF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" name="Oval 822">
                <a:extLst>
                  <a:ext uri="{FF2B5EF4-FFF2-40B4-BE49-F238E27FC236}">
                    <a16:creationId xmlns:a16="http://schemas.microsoft.com/office/drawing/2014/main" id="{93D8ED6E-5A62-7746-B2FE-26FB2D12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8" name="Oval 823">
                <a:extLst>
                  <a:ext uri="{FF2B5EF4-FFF2-40B4-BE49-F238E27FC236}">
                    <a16:creationId xmlns:a16="http://schemas.microsoft.com/office/drawing/2014/main" id="{8B0BD3C8-F5CA-2F4E-ACAC-306F926E7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9" name="Freeform 824">
                <a:extLst>
                  <a:ext uri="{FF2B5EF4-FFF2-40B4-BE49-F238E27FC236}">
                    <a16:creationId xmlns:a16="http://schemas.microsoft.com/office/drawing/2014/main" id="{FB8F1236-6E4E-714D-83A5-42A9D509C7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" name="Freeform 825">
              <a:extLst>
                <a:ext uri="{FF2B5EF4-FFF2-40B4-BE49-F238E27FC236}">
                  <a16:creationId xmlns:a16="http://schemas.microsoft.com/office/drawing/2014/main" id="{C06E7111-B442-654D-93DE-DCB036DF8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" name="Group 783">
            <a:extLst>
              <a:ext uri="{FF2B5EF4-FFF2-40B4-BE49-F238E27FC236}">
                <a16:creationId xmlns:a16="http://schemas.microsoft.com/office/drawing/2014/main" id="{4E159764-D53A-B343-8E61-238FD6ACF010}"/>
              </a:ext>
            </a:extLst>
          </p:cNvPr>
          <p:cNvGrpSpPr>
            <a:grpSpLocks/>
          </p:cNvGrpSpPr>
          <p:nvPr/>
        </p:nvGrpSpPr>
        <p:grpSpPr bwMode="auto">
          <a:xfrm>
            <a:off x="9080582" y="3619386"/>
            <a:ext cx="393690" cy="1049595"/>
            <a:chOff x="3130" y="3288"/>
            <a:chExt cx="410" cy="742"/>
          </a:xfrm>
        </p:grpSpPr>
        <p:sp>
          <p:nvSpPr>
            <p:cNvPr id="111" name="Line 270">
              <a:extLst>
                <a:ext uri="{FF2B5EF4-FFF2-40B4-BE49-F238E27FC236}">
                  <a16:creationId xmlns:a16="http://schemas.microsoft.com/office/drawing/2014/main" id="{EF393024-E96E-BC4A-AFC7-770CCF687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Line 271">
              <a:extLst>
                <a:ext uri="{FF2B5EF4-FFF2-40B4-BE49-F238E27FC236}">
                  <a16:creationId xmlns:a16="http://schemas.microsoft.com/office/drawing/2014/main" id="{97A332F8-64CC-E54E-89A8-3A66296F2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72">
              <a:extLst>
                <a:ext uri="{FF2B5EF4-FFF2-40B4-BE49-F238E27FC236}">
                  <a16:creationId xmlns:a16="http://schemas.microsoft.com/office/drawing/2014/main" id="{B89CE5D8-6AD0-234A-A17D-F831C5189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Line 273">
              <a:extLst>
                <a:ext uri="{FF2B5EF4-FFF2-40B4-BE49-F238E27FC236}">
                  <a16:creationId xmlns:a16="http://schemas.microsoft.com/office/drawing/2014/main" id="{9B5C3397-523D-9644-BC85-607D66CD1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Line 274">
              <a:extLst>
                <a:ext uri="{FF2B5EF4-FFF2-40B4-BE49-F238E27FC236}">
                  <a16:creationId xmlns:a16="http://schemas.microsoft.com/office/drawing/2014/main" id="{12645991-B70B-2B48-998E-16E93B52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Line 275">
              <a:extLst>
                <a:ext uri="{FF2B5EF4-FFF2-40B4-BE49-F238E27FC236}">
                  <a16:creationId xmlns:a16="http://schemas.microsoft.com/office/drawing/2014/main" id="{7A8C4036-0BF2-9840-B003-74195473F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Line 276">
              <a:extLst>
                <a:ext uri="{FF2B5EF4-FFF2-40B4-BE49-F238E27FC236}">
                  <a16:creationId xmlns:a16="http://schemas.microsoft.com/office/drawing/2014/main" id="{7CDA1E43-304C-074F-9E06-E93B37E49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Line 277">
              <a:extLst>
                <a:ext uri="{FF2B5EF4-FFF2-40B4-BE49-F238E27FC236}">
                  <a16:creationId xmlns:a16="http://schemas.microsoft.com/office/drawing/2014/main" id="{C7C89A76-158C-7E4B-9295-D1DFF6E0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Line 278">
              <a:extLst>
                <a:ext uri="{FF2B5EF4-FFF2-40B4-BE49-F238E27FC236}">
                  <a16:creationId xmlns:a16="http://schemas.microsoft.com/office/drawing/2014/main" id="{2A9734CD-5DDC-B344-9909-F9F2B8896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Line 279">
              <a:extLst>
                <a:ext uri="{FF2B5EF4-FFF2-40B4-BE49-F238E27FC236}">
                  <a16:creationId xmlns:a16="http://schemas.microsoft.com/office/drawing/2014/main" id="{7977226D-E060-384A-8FB2-4D4BA87F4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280">
              <a:extLst>
                <a:ext uri="{FF2B5EF4-FFF2-40B4-BE49-F238E27FC236}">
                  <a16:creationId xmlns:a16="http://schemas.microsoft.com/office/drawing/2014/main" id="{7BC5632D-E9C7-C34C-B3D8-2D5EDB4FD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281">
              <a:extLst>
                <a:ext uri="{FF2B5EF4-FFF2-40B4-BE49-F238E27FC236}">
                  <a16:creationId xmlns:a16="http://schemas.microsoft.com/office/drawing/2014/main" id="{784FC5BE-6C9B-1641-8647-96A953320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Line 282">
              <a:extLst>
                <a:ext uri="{FF2B5EF4-FFF2-40B4-BE49-F238E27FC236}">
                  <a16:creationId xmlns:a16="http://schemas.microsoft.com/office/drawing/2014/main" id="{112A8FA7-D02F-1C4E-928A-458AE095C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Line 283">
              <a:extLst>
                <a:ext uri="{FF2B5EF4-FFF2-40B4-BE49-F238E27FC236}">
                  <a16:creationId xmlns:a16="http://schemas.microsoft.com/office/drawing/2014/main" id="{62B98988-D94E-9445-99A1-BDC64235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Line 284">
              <a:extLst>
                <a:ext uri="{FF2B5EF4-FFF2-40B4-BE49-F238E27FC236}">
                  <a16:creationId xmlns:a16="http://schemas.microsoft.com/office/drawing/2014/main" id="{A9D2D73A-3D78-1145-AB93-BA57A4EAE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D6838F16-4A3C-DD46-9087-E9BB27216267}"/>
              </a:ext>
            </a:extLst>
          </p:cNvPr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id="154" name="Picture 653" descr="iphone_stylized_small">
              <a:extLst>
                <a:ext uri="{FF2B5EF4-FFF2-40B4-BE49-F238E27FC236}">
                  <a16:creationId xmlns:a16="http://schemas.microsoft.com/office/drawing/2014/main" id="{FA77DB9E-F75E-434C-9D9B-6786CCA70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" name="Group 850">
              <a:extLst>
                <a:ext uri="{FF2B5EF4-FFF2-40B4-BE49-F238E27FC236}">
                  <a16:creationId xmlns:a16="http://schemas.microsoft.com/office/drawing/2014/main" id="{0DD913BC-2375-CA41-B393-8196AC67CF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164" name="Freeform 851">
                <a:extLst>
                  <a:ext uri="{FF2B5EF4-FFF2-40B4-BE49-F238E27FC236}">
                    <a16:creationId xmlns:a16="http://schemas.microsoft.com/office/drawing/2014/main" id="{0A3B2890-63C0-1440-A3F8-44AC4E0DB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852">
                <a:extLst>
                  <a:ext uri="{FF2B5EF4-FFF2-40B4-BE49-F238E27FC236}">
                    <a16:creationId xmlns:a16="http://schemas.microsoft.com/office/drawing/2014/main" id="{A936340B-6216-054B-ABBB-931445925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853">
                <a:extLst>
                  <a:ext uri="{FF2B5EF4-FFF2-40B4-BE49-F238E27FC236}">
                    <a16:creationId xmlns:a16="http://schemas.microsoft.com/office/drawing/2014/main" id="{BC6D110B-6A56-E645-8A6E-0EAE48C6F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854">
                <a:extLst>
                  <a:ext uri="{FF2B5EF4-FFF2-40B4-BE49-F238E27FC236}">
                    <a16:creationId xmlns:a16="http://schemas.microsoft.com/office/drawing/2014/main" id="{87BB582F-47C4-C14A-97F4-E44CFD9A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855">
                <a:extLst>
                  <a:ext uri="{FF2B5EF4-FFF2-40B4-BE49-F238E27FC236}">
                    <a16:creationId xmlns:a16="http://schemas.microsoft.com/office/drawing/2014/main" id="{9C57A89C-CE02-E746-A809-CF43F922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856">
                <a:extLst>
                  <a:ext uri="{FF2B5EF4-FFF2-40B4-BE49-F238E27FC236}">
                    <a16:creationId xmlns:a16="http://schemas.microsoft.com/office/drawing/2014/main" id="{FDBAE25A-BB84-9244-B180-D26AB9237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9AA7F5F4-C3F0-DE47-B448-A0D5329BF8F8}"/>
              </a:ext>
            </a:extLst>
          </p:cNvPr>
          <p:cNvGrpSpPr/>
          <p:nvPr/>
        </p:nvGrpSpPr>
        <p:grpSpPr>
          <a:xfrm>
            <a:off x="7822406" y="4024818"/>
            <a:ext cx="1120341" cy="347863"/>
            <a:chOff x="9561515" y="2748013"/>
            <a:chExt cx="1120341" cy="347863"/>
          </a:xfrm>
        </p:grpSpPr>
        <p:pic>
          <p:nvPicPr>
            <p:cNvPr id="151" name="Picture 603" descr="car_icon_small">
              <a:extLst>
                <a:ext uri="{FF2B5EF4-FFF2-40B4-BE49-F238E27FC236}">
                  <a16:creationId xmlns:a16="http://schemas.microsoft.com/office/drawing/2014/main" id="{33C39A1D-A80E-064C-8859-82219AD6D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0" name="Group 850">
              <a:extLst>
                <a:ext uri="{FF2B5EF4-FFF2-40B4-BE49-F238E27FC236}">
                  <a16:creationId xmlns:a16="http://schemas.microsoft.com/office/drawing/2014/main" id="{A59911D2-E46E-9348-A949-1DF1D38ED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171" name="Freeform 851">
                <a:extLst>
                  <a:ext uri="{FF2B5EF4-FFF2-40B4-BE49-F238E27FC236}">
                    <a16:creationId xmlns:a16="http://schemas.microsoft.com/office/drawing/2014/main" id="{0C14BB78-0294-D54F-9DD1-C6F2EDA4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852">
                <a:extLst>
                  <a:ext uri="{FF2B5EF4-FFF2-40B4-BE49-F238E27FC236}">
                    <a16:creationId xmlns:a16="http://schemas.microsoft.com/office/drawing/2014/main" id="{55BB298B-A15C-B24A-B157-0358B86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853">
                <a:extLst>
                  <a:ext uri="{FF2B5EF4-FFF2-40B4-BE49-F238E27FC236}">
                    <a16:creationId xmlns:a16="http://schemas.microsoft.com/office/drawing/2014/main" id="{141EB67B-0F7A-374E-96B4-A369EE448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854">
                <a:extLst>
                  <a:ext uri="{FF2B5EF4-FFF2-40B4-BE49-F238E27FC236}">
                    <a16:creationId xmlns:a16="http://schemas.microsoft.com/office/drawing/2014/main" id="{ACA4D0C6-74D9-FD45-A60A-768D9689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855">
                <a:extLst>
                  <a:ext uri="{FF2B5EF4-FFF2-40B4-BE49-F238E27FC236}">
                    <a16:creationId xmlns:a16="http://schemas.microsoft.com/office/drawing/2014/main" id="{2C29AE09-F70C-834E-81F1-8458E86C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856">
                <a:extLst>
                  <a:ext uri="{FF2B5EF4-FFF2-40B4-BE49-F238E27FC236}">
                    <a16:creationId xmlns:a16="http://schemas.microsoft.com/office/drawing/2014/main" id="{7DF8543E-A029-FF4D-8570-1F1561369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D836A7FE-71EF-AE45-913D-6B411C646596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AEC62089-4CCC-E141-AC3C-36C166B8E09C}"/>
              </a:ext>
            </a:extLst>
          </p:cNvPr>
          <p:cNvGrpSpPr/>
          <p:nvPr/>
        </p:nvGrpSpPr>
        <p:grpSpPr>
          <a:xfrm>
            <a:off x="9731765" y="3463179"/>
            <a:ext cx="502369" cy="512348"/>
            <a:chOff x="7341491" y="2307905"/>
            <a:chExt cx="509280" cy="43957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D901445-2578-E74A-AB6E-D336861DE9B9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128" name="Picture 1018" descr="laptop_keyboard">
                <a:extLst>
                  <a:ext uri="{FF2B5EF4-FFF2-40B4-BE49-F238E27FC236}">
                    <a16:creationId xmlns:a16="http://schemas.microsoft.com/office/drawing/2014/main" id="{27AA9BC0-B9AF-FC45-AEDF-D414C68DEB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" name="Freeform 1019">
                <a:extLst>
                  <a:ext uri="{FF2B5EF4-FFF2-40B4-BE49-F238E27FC236}">
                    <a16:creationId xmlns:a16="http://schemas.microsoft.com/office/drawing/2014/main" id="{7176C226-BF44-6649-950B-948E66759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0" name="Picture 1020" descr="tela">
                <a:extLst>
                  <a:ext uri="{FF2B5EF4-FFF2-40B4-BE49-F238E27FC236}">
                    <a16:creationId xmlns:a16="http://schemas.microsoft.com/office/drawing/2014/main" id="{A1384515-5D36-E044-BC1F-52436C5BC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" name="Freeform 1021">
                <a:extLst>
                  <a:ext uri="{FF2B5EF4-FFF2-40B4-BE49-F238E27FC236}">
                    <a16:creationId xmlns:a16="http://schemas.microsoft.com/office/drawing/2014/main" id="{3598EC29-E280-F746-B36D-588439E6D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22">
                <a:extLst>
                  <a:ext uri="{FF2B5EF4-FFF2-40B4-BE49-F238E27FC236}">
                    <a16:creationId xmlns:a16="http://schemas.microsoft.com/office/drawing/2014/main" id="{F9DCA515-22F0-1E48-9019-A84C0C1F8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23">
                <a:extLst>
                  <a:ext uri="{FF2B5EF4-FFF2-40B4-BE49-F238E27FC236}">
                    <a16:creationId xmlns:a16="http://schemas.microsoft.com/office/drawing/2014/main" id="{8E442298-4994-1142-A6C6-3903018E7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24">
                <a:extLst>
                  <a:ext uri="{FF2B5EF4-FFF2-40B4-BE49-F238E27FC236}">
                    <a16:creationId xmlns:a16="http://schemas.microsoft.com/office/drawing/2014/main" id="{8CC776D6-5663-BF46-A106-69B421106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25">
                <a:extLst>
                  <a:ext uri="{FF2B5EF4-FFF2-40B4-BE49-F238E27FC236}">
                    <a16:creationId xmlns:a16="http://schemas.microsoft.com/office/drawing/2014/main" id="{D55E08AE-23F1-214A-8BD5-F87052809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026">
                <a:extLst>
                  <a:ext uri="{FF2B5EF4-FFF2-40B4-BE49-F238E27FC236}">
                    <a16:creationId xmlns:a16="http://schemas.microsoft.com/office/drawing/2014/main" id="{8CB649A3-8BDF-E747-A414-CDEA46401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7" name="Group 1027">
                <a:extLst>
                  <a:ext uri="{FF2B5EF4-FFF2-40B4-BE49-F238E27FC236}">
                    <a16:creationId xmlns:a16="http://schemas.microsoft.com/office/drawing/2014/main" id="{8424DCB7-60B5-7949-BF2B-46C1177C8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44" name="Freeform 1028">
                  <a:extLst>
                    <a:ext uri="{FF2B5EF4-FFF2-40B4-BE49-F238E27FC236}">
                      <a16:creationId xmlns:a16="http://schemas.microsoft.com/office/drawing/2014/main" id="{2FE98928-41C9-8D41-A287-45BCF42D0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029">
                  <a:extLst>
                    <a:ext uri="{FF2B5EF4-FFF2-40B4-BE49-F238E27FC236}">
                      <a16:creationId xmlns:a16="http://schemas.microsoft.com/office/drawing/2014/main" id="{838D3DA7-E057-3346-864B-5082E4403A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1030">
                  <a:extLst>
                    <a:ext uri="{FF2B5EF4-FFF2-40B4-BE49-F238E27FC236}">
                      <a16:creationId xmlns:a16="http://schemas.microsoft.com/office/drawing/2014/main" id="{61E88B83-952F-C24F-8123-5FF21D78D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 1031">
                  <a:extLst>
                    <a:ext uri="{FF2B5EF4-FFF2-40B4-BE49-F238E27FC236}">
                      <a16:creationId xmlns:a16="http://schemas.microsoft.com/office/drawing/2014/main" id="{12CA5741-2D5F-B242-8E25-CA7F3C179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032">
                  <a:extLst>
                    <a:ext uri="{FF2B5EF4-FFF2-40B4-BE49-F238E27FC236}">
                      <a16:creationId xmlns:a16="http://schemas.microsoft.com/office/drawing/2014/main" id="{6D94FDC2-2CEC-124C-9643-9FBD7AD07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033">
                  <a:extLst>
                    <a:ext uri="{FF2B5EF4-FFF2-40B4-BE49-F238E27FC236}">
                      <a16:creationId xmlns:a16="http://schemas.microsoft.com/office/drawing/2014/main" id="{D7942E49-B3B0-2945-94EE-E8F1B6FCB0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8" name="Freeform 1034">
                <a:extLst>
                  <a:ext uri="{FF2B5EF4-FFF2-40B4-BE49-F238E27FC236}">
                    <a16:creationId xmlns:a16="http://schemas.microsoft.com/office/drawing/2014/main" id="{FD3D4085-DD0A-D547-ABF1-A7510D1A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1035">
                <a:extLst>
                  <a:ext uri="{FF2B5EF4-FFF2-40B4-BE49-F238E27FC236}">
                    <a16:creationId xmlns:a16="http://schemas.microsoft.com/office/drawing/2014/main" id="{0BFDF49B-A9BF-934A-910F-F26A5134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036">
                <a:extLst>
                  <a:ext uri="{FF2B5EF4-FFF2-40B4-BE49-F238E27FC236}">
                    <a16:creationId xmlns:a16="http://schemas.microsoft.com/office/drawing/2014/main" id="{21F4B59D-5D85-964E-BDDE-E5E86FF69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037">
                <a:extLst>
                  <a:ext uri="{FF2B5EF4-FFF2-40B4-BE49-F238E27FC236}">
                    <a16:creationId xmlns:a16="http://schemas.microsoft.com/office/drawing/2014/main" id="{298DF50A-C343-D34F-9CBE-3627C25C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038">
                <a:extLst>
                  <a:ext uri="{FF2B5EF4-FFF2-40B4-BE49-F238E27FC236}">
                    <a16:creationId xmlns:a16="http://schemas.microsoft.com/office/drawing/2014/main" id="{CB753F3D-F63E-E249-8C26-0B99126FF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039">
                <a:extLst>
                  <a:ext uri="{FF2B5EF4-FFF2-40B4-BE49-F238E27FC236}">
                    <a16:creationId xmlns:a16="http://schemas.microsoft.com/office/drawing/2014/main" id="{6E91FD67-A892-364A-97CA-C6EE03DEF08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850">
              <a:extLst>
                <a:ext uri="{FF2B5EF4-FFF2-40B4-BE49-F238E27FC236}">
                  <a16:creationId xmlns:a16="http://schemas.microsoft.com/office/drawing/2014/main" id="{02A8867F-D007-AE4F-B03F-660C78A12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157" name="Freeform 851">
                <a:extLst>
                  <a:ext uri="{FF2B5EF4-FFF2-40B4-BE49-F238E27FC236}">
                    <a16:creationId xmlns:a16="http://schemas.microsoft.com/office/drawing/2014/main" id="{4460B147-19FD-ED40-A3B7-0F7EE0A57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852">
                <a:extLst>
                  <a:ext uri="{FF2B5EF4-FFF2-40B4-BE49-F238E27FC236}">
                    <a16:creationId xmlns:a16="http://schemas.microsoft.com/office/drawing/2014/main" id="{13E6A2E8-520D-9749-9BFE-80F719C48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853">
                <a:extLst>
                  <a:ext uri="{FF2B5EF4-FFF2-40B4-BE49-F238E27FC236}">
                    <a16:creationId xmlns:a16="http://schemas.microsoft.com/office/drawing/2014/main" id="{EE3C2BDD-616C-AB4F-B41E-A0418E345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854">
                <a:extLst>
                  <a:ext uri="{FF2B5EF4-FFF2-40B4-BE49-F238E27FC236}">
                    <a16:creationId xmlns:a16="http://schemas.microsoft.com/office/drawing/2014/main" id="{F4D786B4-49B0-364F-BC7F-0D534B21E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855">
                <a:extLst>
                  <a:ext uri="{FF2B5EF4-FFF2-40B4-BE49-F238E27FC236}">
                    <a16:creationId xmlns:a16="http://schemas.microsoft.com/office/drawing/2014/main" id="{DA18CE26-E66F-7A43-901C-8DB0512D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856">
                <a:extLst>
                  <a:ext uri="{FF2B5EF4-FFF2-40B4-BE49-F238E27FC236}">
                    <a16:creationId xmlns:a16="http://schemas.microsoft.com/office/drawing/2014/main" id="{258D91CA-3C65-0945-B397-447D80E3D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0D64F1E-CB1A-A646-B422-FB171B402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Line 435">
            <a:extLst>
              <a:ext uri="{FF2B5EF4-FFF2-40B4-BE49-F238E27FC236}">
                <a16:creationId xmlns:a16="http://schemas.microsoft.com/office/drawing/2014/main" id="{BDE1E373-F1A0-C247-A16F-51FD5086AC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19748" y="3822551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436">
            <a:extLst>
              <a:ext uri="{FF2B5EF4-FFF2-40B4-BE49-F238E27FC236}">
                <a16:creationId xmlns:a16="http://schemas.microsoft.com/office/drawing/2014/main" id="{016BF512-7EEE-8E45-A51E-2C57B59762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58519" y="4487840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439">
            <a:extLst>
              <a:ext uri="{FF2B5EF4-FFF2-40B4-BE49-F238E27FC236}">
                <a16:creationId xmlns:a16="http://schemas.microsoft.com/office/drawing/2014/main" id="{3EB85E7D-B15D-694B-9BA3-E67818C25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01006" y="4473187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292F10-EFDE-C646-BCE0-43E3D3F0B73B}"/>
              </a:ext>
            </a:extLst>
          </p:cNvPr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72EAAC-2851-D649-B728-FC09C17498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513B34-6DF2-0042-82EF-D16C2B12A3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14FCDE-EE37-724B-91B1-B35B8FBFB9D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D758CB1-341F-F142-A3E4-0C5D7F4A133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96245B3-01A7-014E-9BA1-7FF47814682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DDD58F-B6AD-AD4C-B3E4-BAFA003044B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0F6942C-3B5A-C543-85D8-24BF9990A9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590">
            <a:extLst>
              <a:ext uri="{FF2B5EF4-FFF2-40B4-BE49-F238E27FC236}">
                <a16:creationId xmlns:a16="http://schemas.microsoft.com/office/drawing/2014/main" id="{303C6DB6-B1E2-884C-BBB8-EC1A99AC62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id="20" name="Picture 591" descr="desktop_computer_stylized_medium">
              <a:extLst>
                <a:ext uri="{FF2B5EF4-FFF2-40B4-BE49-F238E27FC236}">
                  <a16:creationId xmlns:a16="http://schemas.microsoft.com/office/drawing/2014/main" id="{63D2D7F9-5192-C24A-82A4-B0EA6FAD6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592">
              <a:extLst>
                <a:ext uri="{FF2B5EF4-FFF2-40B4-BE49-F238E27FC236}">
                  <a16:creationId xmlns:a16="http://schemas.microsoft.com/office/drawing/2014/main" id="{CE876DBC-21CF-AE4B-919D-7AE28D5D0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590">
            <a:extLst>
              <a:ext uri="{FF2B5EF4-FFF2-40B4-BE49-F238E27FC236}">
                <a16:creationId xmlns:a16="http://schemas.microsoft.com/office/drawing/2014/main" id="{91392431-0A58-5644-AA3F-947CE467E6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id="23" name="Picture 591" descr="desktop_computer_stylized_medium">
              <a:extLst>
                <a:ext uri="{FF2B5EF4-FFF2-40B4-BE49-F238E27FC236}">
                  <a16:creationId xmlns:a16="http://schemas.microsoft.com/office/drawing/2014/main" id="{46FA0F11-EBA2-284F-8B1D-14AF39145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92">
              <a:extLst>
                <a:ext uri="{FF2B5EF4-FFF2-40B4-BE49-F238E27FC236}">
                  <a16:creationId xmlns:a16="http://schemas.microsoft.com/office/drawing/2014/main" id="{52EF559D-DFC5-8447-AEA4-BC6B16E3F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6" name="Group 590">
            <a:extLst>
              <a:ext uri="{FF2B5EF4-FFF2-40B4-BE49-F238E27FC236}">
                <a16:creationId xmlns:a16="http://schemas.microsoft.com/office/drawing/2014/main" id="{F7641AD9-87D9-A44B-A42D-CB95A3432A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id="187" name="Picture 591" descr="desktop_computer_stylized_medium">
              <a:extLst>
                <a:ext uri="{FF2B5EF4-FFF2-40B4-BE49-F238E27FC236}">
                  <a16:creationId xmlns:a16="http://schemas.microsoft.com/office/drawing/2014/main" id="{30678A54-3E22-8B42-A81E-5CF5B995F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" name="Freeform 592">
              <a:extLst>
                <a:ext uri="{FF2B5EF4-FFF2-40B4-BE49-F238E27FC236}">
                  <a16:creationId xmlns:a16="http://schemas.microsoft.com/office/drawing/2014/main" id="{6D9A530E-D982-6948-B078-2A03FF1F3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CEAC609-53A3-DC4E-B9E6-B5176894A3B7}"/>
              </a:ext>
            </a:extLst>
          </p:cNvPr>
          <p:cNvGrpSpPr/>
          <p:nvPr/>
        </p:nvGrpSpPr>
        <p:grpSpPr>
          <a:xfrm>
            <a:off x="8229600" y="5199782"/>
            <a:ext cx="1923291" cy="1159453"/>
            <a:chOff x="9874069" y="4049856"/>
            <a:chExt cx="1165513" cy="683960"/>
          </a:xfrm>
        </p:grpSpPr>
        <p:pic>
          <p:nvPicPr>
            <p:cNvPr id="26" name="Picture 781" descr="antenna_radiation_stylized">
              <a:extLst>
                <a:ext uri="{FF2B5EF4-FFF2-40B4-BE49-F238E27FC236}">
                  <a16:creationId xmlns:a16="http://schemas.microsoft.com/office/drawing/2014/main" id="{DB627E11-E099-EC41-BC25-0FB10F3B6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80" descr="access_point_stylized_small">
              <a:extLst>
                <a:ext uri="{FF2B5EF4-FFF2-40B4-BE49-F238E27FC236}">
                  <a16:creationId xmlns:a16="http://schemas.microsoft.com/office/drawing/2014/main" id="{A02A91D2-3E70-F042-A5F5-5B2635BF0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6" name="Group 850">
              <a:extLst>
                <a:ext uri="{FF2B5EF4-FFF2-40B4-BE49-F238E27FC236}">
                  <a16:creationId xmlns:a16="http://schemas.microsoft.com/office/drawing/2014/main" id="{57E97886-C05F-6048-B731-37159BF9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7" name="Freeform 851">
                <a:extLst>
                  <a:ext uri="{FF2B5EF4-FFF2-40B4-BE49-F238E27FC236}">
                    <a16:creationId xmlns:a16="http://schemas.microsoft.com/office/drawing/2014/main" id="{B3924299-6BE1-3843-A764-2F95D9F82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852">
                <a:extLst>
                  <a:ext uri="{FF2B5EF4-FFF2-40B4-BE49-F238E27FC236}">
                    <a16:creationId xmlns:a16="http://schemas.microsoft.com/office/drawing/2014/main" id="{603A533B-82A1-6445-B323-DBB29F6A3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853">
                <a:extLst>
                  <a:ext uri="{FF2B5EF4-FFF2-40B4-BE49-F238E27FC236}">
                    <a16:creationId xmlns:a16="http://schemas.microsoft.com/office/drawing/2014/main" id="{51E5D983-ADB0-114C-9834-F8276FDAF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854">
                <a:extLst>
                  <a:ext uri="{FF2B5EF4-FFF2-40B4-BE49-F238E27FC236}">
                    <a16:creationId xmlns:a16="http://schemas.microsoft.com/office/drawing/2014/main" id="{AD9CC5C5-8A1B-F443-B43A-D696211E8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855">
                <a:extLst>
                  <a:ext uri="{FF2B5EF4-FFF2-40B4-BE49-F238E27FC236}">
                    <a16:creationId xmlns:a16="http://schemas.microsoft.com/office/drawing/2014/main" id="{82118053-8C1C-C841-A495-DCB0EF345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856">
                <a:extLst>
                  <a:ext uri="{FF2B5EF4-FFF2-40B4-BE49-F238E27FC236}">
                    <a16:creationId xmlns:a16="http://schemas.microsoft.com/office/drawing/2014/main" id="{DFA74633-0451-F848-A038-52B85B120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04A1B945-82CF-B24C-927F-7FD13A0C24C4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14BD4F1A-F69B-CC4E-9ADB-754A3C888DDB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00" name="Picture 1018" descr="laptop_keyboard">
                  <a:extLst>
                    <a:ext uri="{FF2B5EF4-FFF2-40B4-BE49-F238E27FC236}">
                      <a16:creationId xmlns:a16="http://schemas.microsoft.com/office/drawing/2014/main" id="{43A4C956-16BA-2749-B63E-A0735579E8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1" name="Freeform 1019">
                  <a:extLst>
                    <a:ext uri="{FF2B5EF4-FFF2-40B4-BE49-F238E27FC236}">
                      <a16:creationId xmlns:a16="http://schemas.microsoft.com/office/drawing/2014/main" id="{FB9CB46A-3962-FA48-A49E-FC5678B71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02" name="Picture 1020" descr="tela">
                  <a:extLst>
                    <a:ext uri="{FF2B5EF4-FFF2-40B4-BE49-F238E27FC236}">
                      <a16:creationId xmlns:a16="http://schemas.microsoft.com/office/drawing/2014/main" id="{546620B1-B43D-D44B-BDBF-CB7163856C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Freeform 1021">
                  <a:extLst>
                    <a:ext uri="{FF2B5EF4-FFF2-40B4-BE49-F238E27FC236}">
                      <a16:creationId xmlns:a16="http://schemas.microsoft.com/office/drawing/2014/main" id="{3609018E-54F0-C545-8881-2F666AE77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1022">
                  <a:extLst>
                    <a:ext uri="{FF2B5EF4-FFF2-40B4-BE49-F238E27FC236}">
                      <a16:creationId xmlns:a16="http://schemas.microsoft.com/office/drawing/2014/main" id="{25B49A33-C4F2-BD48-B970-1F34E2623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1023">
                  <a:extLst>
                    <a:ext uri="{FF2B5EF4-FFF2-40B4-BE49-F238E27FC236}">
                      <a16:creationId xmlns:a16="http://schemas.microsoft.com/office/drawing/2014/main" id="{7A3CD4B0-7D22-AA45-8A15-E073D6195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1024">
                  <a:extLst>
                    <a:ext uri="{FF2B5EF4-FFF2-40B4-BE49-F238E27FC236}">
                      <a16:creationId xmlns:a16="http://schemas.microsoft.com/office/drawing/2014/main" id="{6A3B0A44-ABEE-F642-9AA1-40BC4C0AD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025">
                  <a:extLst>
                    <a:ext uri="{FF2B5EF4-FFF2-40B4-BE49-F238E27FC236}">
                      <a16:creationId xmlns:a16="http://schemas.microsoft.com/office/drawing/2014/main" id="{8E276300-85ED-F14E-BCE2-C7D4D59B3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1026">
                  <a:extLst>
                    <a:ext uri="{FF2B5EF4-FFF2-40B4-BE49-F238E27FC236}">
                      <a16:creationId xmlns:a16="http://schemas.microsoft.com/office/drawing/2014/main" id="{C5ADDBAC-F8C7-5846-8484-7E2ACCC04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09" name="Group 1027">
                  <a:extLst>
                    <a:ext uri="{FF2B5EF4-FFF2-40B4-BE49-F238E27FC236}">
                      <a16:creationId xmlns:a16="http://schemas.microsoft.com/office/drawing/2014/main" id="{6244016C-85DB-4D44-A0FC-F42A9A7D3A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16" name="Freeform 1028">
                    <a:extLst>
                      <a:ext uri="{FF2B5EF4-FFF2-40B4-BE49-F238E27FC236}">
                        <a16:creationId xmlns:a16="http://schemas.microsoft.com/office/drawing/2014/main" id="{5AA16397-7098-9946-8BE9-C4651BB16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Freeform 1029">
                    <a:extLst>
                      <a:ext uri="{FF2B5EF4-FFF2-40B4-BE49-F238E27FC236}">
                        <a16:creationId xmlns:a16="http://schemas.microsoft.com/office/drawing/2014/main" id="{384C7126-22CD-204D-ADC8-D47C758957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8" name="Freeform 1030">
                    <a:extLst>
                      <a:ext uri="{FF2B5EF4-FFF2-40B4-BE49-F238E27FC236}">
                        <a16:creationId xmlns:a16="http://schemas.microsoft.com/office/drawing/2014/main" id="{988ADBF6-5CE8-D54F-9B1A-0CDD671EFC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Freeform 1031">
                    <a:extLst>
                      <a:ext uri="{FF2B5EF4-FFF2-40B4-BE49-F238E27FC236}">
                        <a16:creationId xmlns:a16="http://schemas.microsoft.com/office/drawing/2014/main" id="{143CE67A-75D1-0648-A3F8-C441C79AD8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Freeform 1032">
                    <a:extLst>
                      <a:ext uri="{FF2B5EF4-FFF2-40B4-BE49-F238E27FC236}">
                        <a16:creationId xmlns:a16="http://schemas.microsoft.com/office/drawing/2014/main" id="{D7D5A372-4E31-6F4C-AAB1-9DE01C704B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 1033">
                    <a:extLst>
                      <a:ext uri="{FF2B5EF4-FFF2-40B4-BE49-F238E27FC236}">
                        <a16:creationId xmlns:a16="http://schemas.microsoft.com/office/drawing/2014/main" id="{0AF2083D-846C-A943-9458-9EF7685D4D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0" name="Freeform 1034">
                  <a:extLst>
                    <a:ext uri="{FF2B5EF4-FFF2-40B4-BE49-F238E27FC236}">
                      <a16:creationId xmlns:a16="http://schemas.microsoft.com/office/drawing/2014/main" id="{3B1CD3A9-2A99-D943-AB31-0016D9DD7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035">
                  <a:extLst>
                    <a:ext uri="{FF2B5EF4-FFF2-40B4-BE49-F238E27FC236}">
                      <a16:creationId xmlns:a16="http://schemas.microsoft.com/office/drawing/2014/main" id="{9DA1D7A0-F967-E74D-960A-4B56F22DD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036">
                  <a:extLst>
                    <a:ext uri="{FF2B5EF4-FFF2-40B4-BE49-F238E27FC236}">
                      <a16:creationId xmlns:a16="http://schemas.microsoft.com/office/drawing/2014/main" id="{950CCC8A-F414-9A41-9782-93A28378F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037">
                  <a:extLst>
                    <a:ext uri="{FF2B5EF4-FFF2-40B4-BE49-F238E27FC236}">
                      <a16:creationId xmlns:a16="http://schemas.microsoft.com/office/drawing/2014/main" id="{096C7422-F2A4-C441-8ACD-BCE2E662D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038">
                  <a:extLst>
                    <a:ext uri="{FF2B5EF4-FFF2-40B4-BE49-F238E27FC236}">
                      <a16:creationId xmlns:a16="http://schemas.microsoft.com/office/drawing/2014/main" id="{62886C74-4755-1F49-916C-0FB17C421A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039">
                  <a:extLst>
                    <a:ext uri="{FF2B5EF4-FFF2-40B4-BE49-F238E27FC236}">
                      <a16:creationId xmlns:a16="http://schemas.microsoft.com/office/drawing/2014/main" id="{83286882-3B59-2E4B-8F6B-0A559AFAD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roup 850">
                <a:extLst>
                  <a:ext uri="{FF2B5EF4-FFF2-40B4-BE49-F238E27FC236}">
                    <a16:creationId xmlns:a16="http://schemas.microsoft.com/office/drawing/2014/main" id="{19F8753D-AAD8-4949-A49B-6EC93DC2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94" name="Freeform 851">
                  <a:extLst>
                    <a:ext uri="{FF2B5EF4-FFF2-40B4-BE49-F238E27FC236}">
                      <a16:creationId xmlns:a16="http://schemas.microsoft.com/office/drawing/2014/main" id="{40AEBF74-7D40-DE48-B7FB-0E8992CB5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852">
                  <a:extLst>
                    <a:ext uri="{FF2B5EF4-FFF2-40B4-BE49-F238E27FC236}">
                      <a16:creationId xmlns:a16="http://schemas.microsoft.com/office/drawing/2014/main" id="{CD6F1594-3FE4-F94F-ACC7-0D901861F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853">
                  <a:extLst>
                    <a:ext uri="{FF2B5EF4-FFF2-40B4-BE49-F238E27FC236}">
                      <a16:creationId xmlns:a16="http://schemas.microsoft.com/office/drawing/2014/main" id="{D17F9977-9E37-8741-B482-D64778F67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854">
                  <a:extLst>
                    <a:ext uri="{FF2B5EF4-FFF2-40B4-BE49-F238E27FC236}">
                      <a16:creationId xmlns:a16="http://schemas.microsoft.com/office/drawing/2014/main" id="{9CA9F277-24FA-3940-B16C-D12B7BB4F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855">
                  <a:extLst>
                    <a:ext uri="{FF2B5EF4-FFF2-40B4-BE49-F238E27FC236}">
                      <a16:creationId xmlns:a16="http://schemas.microsoft.com/office/drawing/2014/main" id="{42D0BD36-F52A-EA4F-8E56-673822F593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856">
                  <a:extLst>
                    <a:ext uri="{FF2B5EF4-FFF2-40B4-BE49-F238E27FC236}">
                      <a16:creationId xmlns:a16="http://schemas.microsoft.com/office/drawing/2014/main" id="{DE032556-7636-804E-906F-97BBD0B9C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327019D-1905-154A-8E85-6EC04E7752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5857B5F-442D-6547-97DC-F5378BA1C438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76DB35A4-9E1B-4E44-8D0F-D270CF67063A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32" name="Picture 1018" descr="laptop_keyboard">
                  <a:extLst>
                    <a:ext uri="{FF2B5EF4-FFF2-40B4-BE49-F238E27FC236}">
                      <a16:creationId xmlns:a16="http://schemas.microsoft.com/office/drawing/2014/main" id="{4F4F48BB-0250-D44A-9BC4-81D3641D24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3" name="Freeform 1019">
                  <a:extLst>
                    <a:ext uri="{FF2B5EF4-FFF2-40B4-BE49-F238E27FC236}">
                      <a16:creationId xmlns:a16="http://schemas.microsoft.com/office/drawing/2014/main" id="{2AF3E33D-CD8C-2F48-81D3-778B4B41A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34" name="Picture 1020" descr="tela">
                  <a:extLst>
                    <a:ext uri="{FF2B5EF4-FFF2-40B4-BE49-F238E27FC236}">
                      <a16:creationId xmlns:a16="http://schemas.microsoft.com/office/drawing/2014/main" id="{8DF7014D-CFBA-C245-B0BD-DE0B172F72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5" name="Freeform 1021">
                  <a:extLst>
                    <a:ext uri="{FF2B5EF4-FFF2-40B4-BE49-F238E27FC236}">
                      <a16:creationId xmlns:a16="http://schemas.microsoft.com/office/drawing/2014/main" id="{511E93A6-2D52-5346-8CB6-B5B1DF37F7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1022">
                  <a:extLst>
                    <a:ext uri="{FF2B5EF4-FFF2-40B4-BE49-F238E27FC236}">
                      <a16:creationId xmlns:a16="http://schemas.microsoft.com/office/drawing/2014/main" id="{1D625A85-B0E0-4145-AF39-6DB0D9E0C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023">
                  <a:extLst>
                    <a:ext uri="{FF2B5EF4-FFF2-40B4-BE49-F238E27FC236}">
                      <a16:creationId xmlns:a16="http://schemas.microsoft.com/office/drawing/2014/main" id="{ABD8107C-127C-8B4C-956D-D2038C947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1024">
                  <a:extLst>
                    <a:ext uri="{FF2B5EF4-FFF2-40B4-BE49-F238E27FC236}">
                      <a16:creationId xmlns:a16="http://schemas.microsoft.com/office/drawing/2014/main" id="{523BA87F-7AE2-F34A-B701-BE0CF79FE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025">
                  <a:extLst>
                    <a:ext uri="{FF2B5EF4-FFF2-40B4-BE49-F238E27FC236}">
                      <a16:creationId xmlns:a16="http://schemas.microsoft.com/office/drawing/2014/main" id="{F6F11968-F7C7-7148-A094-57D4B6F7A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026">
                  <a:extLst>
                    <a:ext uri="{FF2B5EF4-FFF2-40B4-BE49-F238E27FC236}">
                      <a16:creationId xmlns:a16="http://schemas.microsoft.com/office/drawing/2014/main" id="{9CE419CC-6653-D64F-826C-2A3B663DD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1" name="Group 1027">
                  <a:extLst>
                    <a:ext uri="{FF2B5EF4-FFF2-40B4-BE49-F238E27FC236}">
                      <a16:creationId xmlns:a16="http://schemas.microsoft.com/office/drawing/2014/main" id="{B79A86C8-03B9-3742-B3E1-C3C4870A9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48" name="Freeform 1028">
                    <a:extLst>
                      <a:ext uri="{FF2B5EF4-FFF2-40B4-BE49-F238E27FC236}">
                        <a16:creationId xmlns:a16="http://schemas.microsoft.com/office/drawing/2014/main" id="{294DD880-2083-8645-945D-9844B4060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1029">
                    <a:extLst>
                      <a:ext uri="{FF2B5EF4-FFF2-40B4-BE49-F238E27FC236}">
                        <a16:creationId xmlns:a16="http://schemas.microsoft.com/office/drawing/2014/main" id="{AE3490FA-748F-B64C-A3DB-5C327A8281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 1030">
                    <a:extLst>
                      <a:ext uri="{FF2B5EF4-FFF2-40B4-BE49-F238E27FC236}">
                        <a16:creationId xmlns:a16="http://schemas.microsoft.com/office/drawing/2014/main" id="{2A46627B-BBEF-1943-8288-EC0F71CA7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 1031">
                    <a:extLst>
                      <a:ext uri="{FF2B5EF4-FFF2-40B4-BE49-F238E27FC236}">
                        <a16:creationId xmlns:a16="http://schemas.microsoft.com/office/drawing/2014/main" id="{6DF5FBDA-FAE1-B241-90C6-B93B7090DB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 1032">
                    <a:extLst>
                      <a:ext uri="{FF2B5EF4-FFF2-40B4-BE49-F238E27FC236}">
                        <a16:creationId xmlns:a16="http://schemas.microsoft.com/office/drawing/2014/main" id="{7FA684E5-78AC-0C46-8D3D-012C1F745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Freeform 1033">
                    <a:extLst>
                      <a:ext uri="{FF2B5EF4-FFF2-40B4-BE49-F238E27FC236}">
                        <a16:creationId xmlns:a16="http://schemas.microsoft.com/office/drawing/2014/main" id="{B3FCEF67-D6F1-984D-8779-21AC52CA9C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42" name="Freeform 1034">
                  <a:extLst>
                    <a:ext uri="{FF2B5EF4-FFF2-40B4-BE49-F238E27FC236}">
                      <a16:creationId xmlns:a16="http://schemas.microsoft.com/office/drawing/2014/main" id="{236DF0FE-8B0C-254C-9AE3-B73153B83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35">
                  <a:extLst>
                    <a:ext uri="{FF2B5EF4-FFF2-40B4-BE49-F238E27FC236}">
                      <a16:creationId xmlns:a16="http://schemas.microsoft.com/office/drawing/2014/main" id="{CD69B965-4D92-7C44-AB07-D51C40C356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36">
                  <a:extLst>
                    <a:ext uri="{FF2B5EF4-FFF2-40B4-BE49-F238E27FC236}">
                      <a16:creationId xmlns:a16="http://schemas.microsoft.com/office/drawing/2014/main" id="{7F88CD3B-8D3F-944F-93A0-3272A6EC0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 1037">
                  <a:extLst>
                    <a:ext uri="{FF2B5EF4-FFF2-40B4-BE49-F238E27FC236}">
                      <a16:creationId xmlns:a16="http://schemas.microsoft.com/office/drawing/2014/main" id="{96F1BC2D-3CA4-2C4F-9D40-5E252F8EF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 1038">
                  <a:extLst>
                    <a:ext uri="{FF2B5EF4-FFF2-40B4-BE49-F238E27FC236}">
                      <a16:creationId xmlns:a16="http://schemas.microsoft.com/office/drawing/2014/main" id="{0907C174-E6C0-5642-A505-58A08DD1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 1039">
                  <a:extLst>
                    <a:ext uri="{FF2B5EF4-FFF2-40B4-BE49-F238E27FC236}">
                      <a16:creationId xmlns:a16="http://schemas.microsoft.com/office/drawing/2014/main" id="{1CDC6E2D-A772-3B49-8439-D3D891518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4" name="Group 850">
                <a:extLst>
                  <a:ext uri="{FF2B5EF4-FFF2-40B4-BE49-F238E27FC236}">
                    <a16:creationId xmlns:a16="http://schemas.microsoft.com/office/drawing/2014/main" id="{C7FC9F56-C4B9-CB4F-871F-27598301F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226" name="Freeform 851">
                  <a:extLst>
                    <a:ext uri="{FF2B5EF4-FFF2-40B4-BE49-F238E27FC236}">
                      <a16:creationId xmlns:a16="http://schemas.microsoft.com/office/drawing/2014/main" id="{C78362AD-12BA-544F-9449-4E99CFE45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Freeform 852">
                  <a:extLst>
                    <a:ext uri="{FF2B5EF4-FFF2-40B4-BE49-F238E27FC236}">
                      <a16:creationId xmlns:a16="http://schemas.microsoft.com/office/drawing/2014/main" id="{D7D5F371-6CB2-754F-B423-4A735A9DB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Freeform 853">
                  <a:extLst>
                    <a:ext uri="{FF2B5EF4-FFF2-40B4-BE49-F238E27FC236}">
                      <a16:creationId xmlns:a16="http://schemas.microsoft.com/office/drawing/2014/main" id="{8BA4DE9D-2F75-6549-9A25-7FB763FE5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Freeform 854">
                  <a:extLst>
                    <a:ext uri="{FF2B5EF4-FFF2-40B4-BE49-F238E27FC236}">
                      <a16:creationId xmlns:a16="http://schemas.microsoft.com/office/drawing/2014/main" id="{9C6E88C6-1471-3640-9C83-836DB2672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Freeform 855">
                  <a:extLst>
                    <a:ext uri="{FF2B5EF4-FFF2-40B4-BE49-F238E27FC236}">
                      <a16:creationId xmlns:a16="http://schemas.microsoft.com/office/drawing/2014/main" id="{CDF7241E-AB35-CB4E-AC37-D40F82656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Freeform 856">
                  <a:extLst>
                    <a:ext uri="{FF2B5EF4-FFF2-40B4-BE49-F238E27FC236}">
                      <a16:creationId xmlns:a16="http://schemas.microsoft.com/office/drawing/2014/main" id="{1F147BC7-3E05-0248-B4B8-53FE858D2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BA573AA-F2AE-334C-B328-9F37A8FF4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B503E439-945A-A344-AB60-2A65A7023FC4}"/>
              </a:ext>
            </a:extLst>
          </p:cNvPr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273" name="Group 117">
              <a:extLst>
                <a:ext uri="{FF2B5EF4-FFF2-40B4-BE49-F238E27FC236}">
                  <a16:creationId xmlns:a16="http://schemas.microsoft.com/office/drawing/2014/main" id="{D45AA40C-B22D-9946-9473-ECEF602BD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274" name="AutoShape 111">
                <a:extLst>
                  <a:ext uri="{FF2B5EF4-FFF2-40B4-BE49-F238E27FC236}">
                    <a16:creationId xmlns:a16="http://schemas.microsoft.com/office/drawing/2014/main" id="{19FECEC5-DE0E-784A-9583-2B6FFC9B7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75" name="Group 116">
                <a:extLst>
                  <a:ext uri="{FF2B5EF4-FFF2-40B4-BE49-F238E27FC236}">
                    <a16:creationId xmlns:a16="http://schemas.microsoft.com/office/drawing/2014/main" id="{CB83F8A1-1FC2-3B4D-8C09-DF5C801835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76" name="Rectangle 99">
                  <a:extLst>
                    <a:ext uri="{FF2B5EF4-FFF2-40B4-BE49-F238E27FC236}">
                      <a16:creationId xmlns:a16="http://schemas.microsoft.com/office/drawing/2014/main" id="{A2734C67-F9AC-2F44-B35F-38E877473C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7" name="Line 7">
                  <a:extLst>
                    <a:ext uri="{FF2B5EF4-FFF2-40B4-BE49-F238E27FC236}">
                      <a16:creationId xmlns:a16="http://schemas.microsoft.com/office/drawing/2014/main" id="{C66E4941-F9C5-1E4F-8B84-AFF95C669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8" name="Group 103">
                  <a:extLst>
                    <a:ext uri="{FF2B5EF4-FFF2-40B4-BE49-F238E27FC236}">
                      <a16:creationId xmlns:a16="http://schemas.microsoft.com/office/drawing/2014/main" id="{7CB4606E-327A-1A44-A907-2660A56372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84" name="Rectangle 104">
                    <a:extLst>
                      <a:ext uri="{FF2B5EF4-FFF2-40B4-BE49-F238E27FC236}">
                        <a16:creationId xmlns:a16="http://schemas.microsoft.com/office/drawing/2014/main" id="{A99A3752-5DF1-1C4E-BD45-602755ADF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5" name="Rectangle 105">
                    <a:extLst>
                      <a:ext uri="{FF2B5EF4-FFF2-40B4-BE49-F238E27FC236}">
                        <a16:creationId xmlns:a16="http://schemas.microsoft.com/office/drawing/2014/main" id="{AC49E6EB-2EDA-8B47-AE75-BB9901D4F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6" name="Rectangle 106">
                    <a:extLst>
                      <a:ext uri="{FF2B5EF4-FFF2-40B4-BE49-F238E27FC236}">
                        <a16:creationId xmlns:a16="http://schemas.microsoft.com/office/drawing/2014/main" id="{651CC5C2-CB72-6C43-B103-BE4D703728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7" name="Rectangle 107">
                    <a:extLst>
                      <a:ext uri="{FF2B5EF4-FFF2-40B4-BE49-F238E27FC236}">
                        <a16:creationId xmlns:a16="http://schemas.microsoft.com/office/drawing/2014/main" id="{1DE97946-179C-8D42-A61A-D83CE5946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8" name="Rectangle 108">
                    <a:extLst>
                      <a:ext uri="{FF2B5EF4-FFF2-40B4-BE49-F238E27FC236}">
                        <a16:creationId xmlns:a16="http://schemas.microsoft.com/office/drawing/2014/main" id="{04A1C1EF-E526-1F41-A47F-D1260D32ED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9" name="AutoShape 109">
                    <a:extLst>
                      <a:ext uri="{FF2B5EF4-FFF2-40B4-BE49-F238E27FC236}">
                        <a16:creationId xmlns:a16="http://schemas.microsoft.com/office/drawing/2014/main" id="{DAE4B7E4-EF46-4D47-BE30-6BDF7FC9D9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79" name="Picture 110" descr="desktop_computer_stylized_small">
                  <a:extLst>
                    <a:ext uri="{FF2B5EF4-FFF2-40B4-BE49-F238E27FC236}">
                      <a16:creationId xmlns:a16="http://schemas.microsoft.com/office/drawing/2014/main" id="{DDDBC1EE-FFD8-AA47-90A3-58C691D12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Rectangle 112">
                  <a:extLst>
                    <a:ext uri="{FF2B5EF4-FFF2-40B4-BE49-F238E27FC236}">
                      <a16:creationId xmlns:a16="http://schemas.microsoft.com/office/drawing/2014/main" id="{1ABA220B-E12D-014F-A57E-FF99A7E8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1" name="Freeform 113">
                  <a:extLst>
                    <a:ext uri="{FF2B5EF4-FFF2-40B4-BE49-F238E27FC236}">
                      <a16:creationId xmlns:a16="http://schemas.microsoft.com/office/drawing/2014/main" id="{D421ED9C-7EE2-4245-A767-1000693F3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83" name="Picture 115" descr="tevê">
                  <a:extLst>
                    <a:ext uri="{FF2B5EF4-FFF2-40B4-BE49-F238E27FC236}">
                      <a16:creationId xmlns:a16="http://schemas.microsoft.com/office/drawing/2014/main" id="{DA3CD424-6F2B-A64F-BB99-BFCEFC77DB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341" name="Line 169">
              <a:extLst>
                <a:ext uri="{FF2B5EF4-FFF2-40B4-BE49-F238E27FC236}">
                  <a16:creationId xmlns:a16="http://schemas.microsoft.com/office/drawing/2014/main" id="{0ED8CDDF-16E6-9949-AE23-AEA42EA9F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Text Box 204">
              <a:extLst>
                <a:ext uri="{FF2B5EF4-FFF2-40B4-BE49-F238E27FC236}">
                  <a16:creationId xmlns:a16="http://schemas.microsoft.com/office/drawing/2014/main" id="{9EB94DD9-4B0C-9F40-A9C8-055FEE1AE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94702E13-DA68-4543-AB4F-AD4BC76B53EB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307" name="Group 135">
                <a:extLst>
                  <a:ext uri="{FF2B5EF4-FFF2-40B4-BE49-F238E27FC236}">
                    <a16:creationId xmlns:a16="http://schemas.microsoft.com/office/drawing/2014/main" id="{18C2718F-6489-3842-866B-C6083D912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308" name="AutoShape 136">
                  <a:extLst>
                    <a:ext uri="{FF2B5EF4-FFF2-40B4-BE49-F238E27FC236}">
                      <a16:creationId xmlns:a16="http://schemas.microsoft.com/office/drawing/2014/main" id="{06A4920B-716F-6440-A4A4-D28120C16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9" name="Group 137">
                  <a:extLst>
                    <a:ext uri="{FF2B5EF4-FFF2-40B4-BE49-F238E27FC236}">
                      <a16:creationId xmlns:a16="http://schemas.microsoft.com/office/drawing/2014/main" id="{D5BBEB23-7774-4344-9031-57B565E62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10" name="Rectangle 138">
                    <a:extLst>
                      <a:ext uri="{FF2B5EF4-FFF2-40B4-BE49-F238E27FC236}">
                        <a16:creationId xmlns:a16="http://schemas.microsoft.com/office/drawing/2014/main" id="{8FC71A6F-1303-3A46-848F-ED88E09D46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74A21E63-C3A9-BE46-B55D-249D7B73AC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2" name="Group 140">
                    <a:extLst>
                      <a:ext uri="{FF2B5EF4-FFF2-40B4-BE49-F238E27FC236}">
                        <a16:creationId xmlns:a16="http://schemas.microsoft.com/office/drawing/2014/main" id="{F6600432-E3DE-234E-9D32-F244445547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18" name="Rectangle 141">
                      <a:extLst>
                        <a:ext uri="{FF2B5EF4-FFF2-40B4-BE49-F238E27FC236}">
                          <a16:creationId xmlns:a16="http://schemas.microsoft.com/office/drawing/2014/main" id="{0AC9502F-C0FF-034A-B159-81DCA48F81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19" name="Rectangle 142">
                      <a:extLst>
                        <a:ext uri="{FF2B5EF4-FFF2-40B4-BE49-F238E27FC236}">
                          <a16:creationId xmlns:a16="http://schemas.microsoft.com/office/drawing/2014/main" id="{1836D0E5-A637-3645-ADFC-9E3F1C7344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0" name="Rectangle 143">
                      <a:extLst>
                        <a:ext uri="{FF2B5EF4-FFF2-40B4-BE49-F238E27FC236}">
                          <a16:creationId xmlns:a16="http://schemas.microsoft.com/office/drawing/2014/main" id="{033C6F2A-0F65-6040-8A3C-BAD90C628B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1" name="Rectangle 144">
                      <a:extLst>
                        <a:ext uri="{FF2B5EF4-FFF2-40B4-BE49-F238E27FC236}">
                          <a16:creationId xmlns:a16="http://schemas.microsoft.com/office/drawing/2014/main" id="{513E5FB6-D7F9-9343-82C8-9BB80CB7FF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2" name="Rectangle 145">
                      <a:extLst>
                        <a:ext uri="{FF2B5EF4-FFF2-40B4-BE49-F238E27FC236}">
                          <a16:creationId xmlns:a16="http://schemas.microsoft.com/office/drawing/2014/main" id="{700456BA-BDB8-784C-999D-644E2C79FC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3" name="AutoShape 146">
                      <a:extLst>
                        <a:ext uri="{FF2B5EF4-FFF2-40B4-BE49-F238E27FC236}">
                          <a16:creationId xmlns:a16="http://schemas.microsoft.com/office/drawing/2014/main" id="{902212FC-7256-754F-AFD4-8BD64D83D2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1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6749D4B2-638E-3247-895E-C38F81C6A16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4" name="Rectangle 148">
                    <a:extLst>
                      <a:ext uri="{FF2B5EF4-FFF2-40B4-BE49-F238E27FC236}">
                        <a16:creationId xmlns:a16="http://schemas.microsoft.com/office/drawing/2014/main" id="{11D92BD6-CE36-634D-9F1B-6CBED16DB8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5" name="Freeform 149">
                    <a:extLst>
                      <a:ext uri="{FF2B5EF4-FFF2-40B4-BE49-F238E27FC236}">
                        <a16:creationId xmlns:a16="http://schemas.microsoft.com/office/drawing/2014/main" id="{FA61DEAA-1D6D-3A4B-9DD2-2633E3EF3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317" name="Picture 151" descr="tevê">
                    <a:extLst>
                      <a:ext uri="{FF2B5EF4-FFF2-40B4-BE49-F238E27FC236}">
                        <a16:creationId xmlns:a16="http://schemas.microsoft.com/office/drawing/2014/main" id="{94763A90-FA83-6D43-A436-F13917DEDD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364" name="Freeform 209">
                <a:extLst>
                  <a:ext uri="{FF2B5EF4-FFF2-40B4-BE49-F238E27FC236}">
                    <a16:creationId xmlns:a16="http://schemas.microsoft.com/office/drawing/2014/main" id="{EFB2345E-45BF-0345-9876-16ED4A0CB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Rectangle 44">
              <a:extLst>
                <a:ext uri="{FF2B5EF4-FFF2-40B4-BE49-F238E27FC236}">
                  <a16:creationId xmlns:a16="http://schemas.microsoft.com/office/drawing/2014/main" id="{7ABEC7AC-0CF9-7740-88E7-0E43CF017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216">
              <a:extLst>
                <a:ext uri="{FF2B5EF4-FFF2-40B4-BE49-F238E27FC236}">
                  <a16:creationId xmlns:a16="http://schemas.microsoft.com/office/drawing/2014/main" id="{D74A0656-120C-2348-A152-8E46A643D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217">
              <a:extLst>
                <a:ext uri="{FF2B5EF4-FFF2-40B4-BE49-F238E27FC236}">
                  <a16:creationId xmlns:a16="http://schemas.microsoft.com/office/drawing/2014/main" id="{B21EE085-803A-FB4A-83BD-700B68E7F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Line 218">
              <a:extLst>
                <a:ext uri="{FF2B5EF4-FFF2-40B4-BE49-F238E27FC236}">
                  <a16:creationId xmlns:a16="http://schemas.microsoft.com/office/drawing/2014/main" id="{662CF9DC-48CB-3C4D-B5DD-565FE580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Line 219">
              <a:extLst>
                <a:ext uri="{FF2B5EF4-FFF2-40B4-BE49-F238E27FC236}">
                  <a16:creationId xmlns:a16="http://schemas.microsoft.com/office/drawing/2014/main" id="{7C5780A1-D001-8344-837A-3397C4576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1" name="Freeform 220">
              <a:extLst>
                <a:ext uri="{FF2B5EF4-FFF2-40B4-BE49-F238E27FC236}">
                  <a16:creationId xmlns:a16="http://schemas.microsoft.com/office/drawing/2014/main" id="{6C59CA65-50C3-0443-8B37-EE986EE2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221">
              <a:extLst>
                <a:ext uri="{FF2B5EF4-FFF2-40B4-BE49-F238E27FC236}">
                  <a16:creationId xmlns:a16="http://schemas.microsoft.com/office/drawing/2014/main" id="{7556E69F-3BCD-2B4F-A17A-81BBDE0EEF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AutoShape 225">
              <a:extLst>
                <a:ext uri="{FF2B5EF4-FFF2-40B4-BE49-F238E27FC236}">
                  <a16:creationId xmlns:a16="http://schemas.microsoft.com/office/drawing/2014/main" id="{9DD28501-C345-2745-849B-87EB75970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983BDABC-49F0-F642-9544-FC51657A2E15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393" name="Group 117">
                <a:extLst>
                  <a:ext uri="{FF2B5EF4-FFF2-40B4-BE49-F238E27FC236}">
                    <a16:creationId xmlns:a16="http://schemas.microsoft.com/office/drawing/2014/main" id="{D54CFC43-9C44-9741-8C04-D80CE4756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394" name="AutoShape 111">
                  <a:extLst>
                    <a:ext uri="{FF2B5EF4-FFF2-40B4-BE49-F238E27FC236}">
                      <a16:creationId xmlns:a16="http://schemas.microsoft.com/office/drawing/2014/main" id="{97DF7804-CC88-1F42-B8F9-051351FE80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5" name="Group 116">
                  <a:extLst>
                    <a:ext uri="{FF2B5EF4-FFF2-40B4-BE49-F238E27FC236}">
                      <a16:creationId xmlns:a16="http://schemas.microsoft.com/office/drawing/2014/main" id="{62D463CD-C41B-EB42-B714-BE7DEB8C5A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96" name="Rectangle 99">
                    <a:extLst>
                      <a:ext uri="{FF2B5EF4-FFF2-40B4-BE49-F238E27FC236}">
                        <a16:creationId xmlns:a16="http://schemas.microsoft.com/office/drawing/2014/main" id="{C882ED75-ED21-974A-90AC-D2ADE1E07E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7" name="Line 7">
                    <a:extLst>
                      <a:ext uri="{FF2B5EF4-FFF2-40B4-BE49-F238E27FC236}">
                        <a16:creationId xmlns:a16="http://schemas.microsoft.com/office/drawing/2014/main" id="{1BB2D968-610B-184F-A2CF-14B33B3A95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98" name="Group 103">
                    <a:extLst>
                      <a:ext uri="{FF2B5EF4-FFF2-40B4-BE49-F238E27FC236}">
                        <a16:creationId xmlns:a16="http://schemas.microsoft.com/office/drawing/2014/main" id="{4D4CE61C-8983-B647-864F-F470C03A07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03" name="Rectangle 104">
                      <a:extLst>
                        <a:ext uri="{FF2B5EF4-FFF2-40B4-BE49-F238E27FC236}">
                          <a16:creationId xmlns:a16="http://schemas.microsoft.com/office/drawing/2014/main" id="{F0C7BF96-DC9B-8F46-A1CD-DF23ED3B11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4" name="Rectangle 105">
                      <a:extLst>
                        <a:ext uri="{FF2B5EF4-FFF2-40B4-BE49-F238E27FC236}">
                          <a16:creationId xmlns:a16="http://schemas.microsoft.com/office/drawing/2014/main" id="{31A36EA8-D658-AB47-BE82-801AA588F5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5" name="Rectangle 106">
                      <a:extLst>
                        <a:ext uri="{FF2B5EF4-FFF2-40B4-BE49-F238E27FC236}">
                          <a16:creationId xmlns:a16="http://schemas.microsoft.com/office/drawing/2014/main" id="{5DDEAC47-056C-384C-B89F-5A42C8379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6" name="Rectangle 107">
                      <a:extLst>
                        <a:ext uri="{FF2B5EF4-FFF2-40B4-BE49-F238E27FC236}">
                          <a16:creationId xmlns:a16="http://schemas.microsoft.com/office/drawing/2014/main" id="{5FAEA790-B08D-2741-A24E-F6C8966DFA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7" name="Rectangle 108">
                      <a:extLst>
                        <a:ext uri="{FF2B5EF4-FFF2-40B4-BE49-F238E27FC236}">
                          <a16:creationId xmlns:a16="http://schemas.microsoft.com/office/drawing/2014/main" id="{C8681A97-C9D1-FE48-BB82-818A99CB0B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8" name="AutoShape 109">
                      <a:extLst>
                        <a:ext uri="{FF2B5EF4-FFF2-40B4-BE49-F238E27FC236}">
                          <a16:creationId xmlns:a16="http://schemas.microsoft.com/office/drawing/2014/main" id="{CFB36D93-5244-FD4C-BD34-FB641007F5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99" name="Picture 110" descr="desktop_computer_stylized_small">
                    <a:extLst>
                      <a:ext uri="{FF2B5EF4-FFF2-40B4-BE49-F238E27FC236}">
                        <a16:creationId xmlns:a16="http://schemas.microsoft.com/office/drawing/2014/main" id="{9B404C1F-048E-7044-BE69-14D8C09F81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0" name="Rectangle 112">
                    <a:extLst>
                      <a:ext uri="{FF2B5EF4-FFF2-40B4-BE49-F238E27FC236}">
                        <a16:creationId xmlns:a16="http://schemas.microsoft.com/office/drawing/2014/main" id="{93620211-30D2-A74F-85D8-3CCB3BB54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01" name="Freeform 113">
                    <a:extLst>
                      <a:ext uri="{FF2B5EF4-FFF2-40B4-BE49-F238E27FC236}">
                        <a16:creationId xmlns:a16="http://schemas.microsoft.com/office/drawing/2014/main" id="{EAB132C2-BF16-0F4B-B306-8B5A4C1C07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02" name="Picture 115" descr="tevê">
                    <a:extLst>
                      <a:ext uri="{FF2B5EF4-FFF2-40B4-BE49-F238E27FC236}">
                        <a16:creationId xmlns:a16="http://schemas.microsoft.com/office/drawing/2014/main" id="{E56F1C09-456F-6945-AACA-76354A8314E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CEADDDE2-F07E-2048-90F3-56476774EC97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E6A914D-56E6-6144-8A5D-B26042233D49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EA667DB5-3322-4A46-B5FA-A070FD5DC154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416" name="Group 135">
                <a:extLst>
                  <a:ext uri="{FF2B5EF4-FFF2-40B4-BE49-F238E27FC236}">
                    <a16:creationId xmlns:a16="http://schemas.microsoft.com/office/drawing/2014/main" id="{85DFD946-B194-774B-88CB-2C0D2F0CA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418" name="AutoShape 136">
                  <a:extLst>
                    <a:ext uri="{FF2B5EF4-FFF2-40B4-BE49-F238E27FC236}">
                      <a16:creationId xmlns:a16="http://schemas.microsoft.com/office/drawing/2014/main" id="{F297B945-74B3-CB4B-878C-7C02A4889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19" name="Group 137">
                  <a:extLst>
                    <a:ext uri="{FF2B5EF4-FFF2-40B4-BE49-F238E27FC236}">
                      <a16:creationId xmlns:a16="http://schemas.microsoft.com/office/drawing/2014/main" id="{E4CF7180-96A2-CD40-B8A0-45AE98BA1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420" name="Rectangle 138">
                    <a:extLst>
                      <a:ext uri="{FF2B5EF4-FFF2-40B4-BE49-F238E27FC236}">
                        <a16:creationId xmlns:a16="http://schemas.microsoft.com/office/drawing/2014/main" id="{E728FEDA-C496-A141-8FEA-14AAB825D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1" name="Line 7">
                    <a:extLst>
                      <a:ext uri="{FF2B5EF4-FFF2-40B4-BE49-F238E27FC236}">
                        <a16:creationId xmlns:a16="http://schemas.microsoft.com/office/drawing/2014/main" id="{94947D33-1E0B-FE40-8CAB-CBBDC0D6E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22" name="Group 140">
                    <a:extLst>
                      <a:ext uri="{FF2B5EF4-FFF2-40B4-BE49-F238E27FC236}">
                        <a16:creationId xmlns:a16="http://schemas.microsoft.com/office/drawing/2014/main" id="{394E883E-EC3D-5D4A-AEA2-4725F7F2DB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27" name="Rectangle 141">
                      <a:extLst>
                        <a:ext uri="{FF2B5EF4-FFF2-40B4-BE49-F238E27FC236}">
                          <a16:creationId xmlns:a16="http://schemas.microsoft.com/office/drawing/2014/main" id="{448655B1-0992-6F4B-815F-913E06606C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8" name="Rectangle 142">
                      <a:extLst>
                        <a:ext uri="{FF2B5EF4-FFF2-40B4-BE49-F238E27FC236}">
                          <a16:creationId xmlns:a16="http://schemas.microsoft.com/office/drawing/2014/main" id="{968409F2-F7DA-2446-B315-0CF4D05EA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9" name="Rectangle 143">
                      <a:extLst>
                        <a:ext uri="{FF2B5EF4-FFF2-40B4-BE49-F238E27FC236}">
                          <a16:creationId xmlns:a16="http://schemas.microsoft.com/office/drawing/2014/main" id="{0362FF3B-ADD9-5744-8ACA-3EFADB832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0" name="Rectangle 144">
                      <a:extLst>
                        <a:ext uri="{FF2B5EF4-FFF2-40B4-BE49-F238E27FC236}">
                          <a16:creationId xmlns:a16="http://schemas.microsoft.com/office/drawing/2014/main" id="{C40AA11A-DFD4-8F42-897F-82FED599B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1" name="Rectangle 145">
                      <a:extLst>
                        <a:ext uri="{FF2B5EF4-FFF2-40B4-BE49-F238E27FC236}">
                          <a16:creationId xmlns:a16="http://schemas.microsoft.com/office/drawing/2014/main" id="{8A810F1B-6E62-5742-8139-F7E89D3E1C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2" name="AutoShape 146">
                      <a:extLst>
                        <a:ext uri="{FF2B5EF4-FFF2-40B4-BE49-F238E27FC236}">
                          <a16:creationId xmlns:a16="http://schemas.microsoft.com/office/drawing/2014/main" id="{F9E0BEC6-A98D-274B-80FC-89A0443392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42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0A91A55F-2043-9E4B-99F9-AFA78F5A814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24" name="Rectangle 148">
                    <a:extLst>
                      <a:ext uri="{FF2B5EF4-FFF2-40B4-BE49-F238E27FC236}">
                        <a16:creationId xmlns:a16="http://schemas.microsoft.com/office/drawing/2014/main" id="{F8AF0B05-119A-0146-852E-B3BD3225EC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5" name="Freeform 149">
                    <a:extLst>
                      <a:ext uri="{FF2B5EF4-FFF2-40B4-BE49-F238E27FC236}">
                        <a16:creationId xmlns:a16="http://schemas.microsoft.com/office/drawing/2014/main" id="{AB1B2319-3B1A-4844-AE46-5CB41DCFDC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26" name="Picture 151" descr="tevê">
                    <a:extLst>
                      <a:ext uri="{FF2B5EF4-FFF2-40B4-BE49-F238E27FC236}">
                        <a16:creationId xmlns:a16="http://schemas.microsoft.com/office/drawing/2014/main" id="{FBF03B14-5AED-7E49-8E18-C9D52DD066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417" name="Freeform 209">
                <a:extLst>
                  <a:ext uri="{FF2B5EF4-FFF2-40B4-BE49-F238E27FC236}">
                    <a16:creationId xmlns:a16="http://schemas.microsoft.com/office/drawing/2014/main" id="{0B7484A0-57B4-9D4F-88D9-C1C31B000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3" name="Text Box 204">
              <a:extLst>
                <a:ext uri="{FF2B5EF4-FFF2-40B4-BE49-F238E27FC236}">
                  <a16:creationId xmlns:a16="http://schemas.microsoft.com/office/drawing/2014/main" id="{3C38ADF6-8694-1144-9C3F-327CA8736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259" name="Slide Number Placeholder 4">
            <a:extLst>
              <a:ext uri="{FF2B5EF4-FFF2-40B4-BE49-F238E27FC236}">
                <a16:creationId xmlns:a16="http://schemas.microsoft.com/office/drawing/2014/main" id="{3B06334E-8708-6947-A6AF-0C8FD0718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36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 sz="4000">
                <a:cs typeface="Calibri"/>
              </a:rPr>
              <a:t>Onde a camada de enlace é implementada?</a:t>
            </a:r>
            <a:endParaRPr lang="en-US" sz="4000">
              <a:cs typeface="Calibri"/>
            </a:endParaRPr>
          </a:p>
        </p:txBody>
      </p:sp>
      <p:sp>
        <p:nvSpPr>
          <p:cNvPr id="259" name="Rectangle 3">
            <a:extLst>
              <a:ext uri="{FF2B5EF4-FFF2-40B4-BE49-F238E27FC236}">
                <a16:creationId xmlns:a16="http://schemas.microsoft.com/office/drawing/2014/main" id="{A48F2D8E-D82E-0A4C-8783-B2F84E2BA4F6}"/>
              </a:ext>
            </a:extLst>
          </p:cNvPr>
          <p:cNvSpPr txBox="1">
            <a:spLocks noChangeArrowheads="1"/>
          </p:cNvSpPr>
          <p:nvPr/>
        </p:nvSpPr>
        <p:spPr>
          <a:xfrm>
            <a:off x="980353" y="1561667"/>
            <a:ext cx="5808373" cy="46593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>
              <a:buFont typeface="Arial" pitchFamily="2" charset="2"/>
              <a:buChar char="•"/>
              <a:defRPr/>
            </a:pPr>
            <a:r>
              <a:rPr lang="pt" sz="3200"/>
              <a:t>Em cada host (hospedeiro)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indent="-283845">
              <a:buFont typeface="Arial" pitchFamily="2" charset="2"/>
              <a:buChar char="•"/>
              <a:defRPr/>
            </a:pPr>
            <a:r>
              <a:rPr lang="pt" sz="3200"/>
              <a:t>Camada de enlace implementada na </a:t>
            </a:r>
            <a:r>
              <a:rPr lang="pt" sz="3200" i="1">
                <a:solidFill>
                  <a:srgbClr val="0000A8"/>
                </a:solidFill>
              </a:rPr>
              <a:t>placa de interface de rede</a:t>
            </a:r>
            <a:r>
              <a:rPr lang="pt" sz="3200"/>
              <a:t> (NIC) ou em um chip</a:t>
            </a:r>
            <a:endParaRPr lang="pt" sz="3200"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defRPr/>
            </a:pPr>
            <a:r>
              <a:rPr lang="pt" sz="2800"/>
              <a:t>Ethernet, placa ou chip WiFi</a:t>
            </a:r>
          </a:p>
          <a:p>
            <a:pPr lvl="1">
              <a:lnSpc>
                <a:spcPct val="100000"/>
              </a:lnSpc>
              <a:defRPr/>
            </a:pPr>
            <a:r>
              <a:rPr lang="pt" sz="2800"/>
              <a:t>Implementa enlace, camada física</a:t>
            </a:r>
          </a:p>
          <a:p>
            <a:pPr indent="-283845">
              <a:buFont typeface="Arial" pitchFamily="2" charset="2"/>
              <a:buChar char="•"/>
              <a:defRPr/>
            </a:pPr>
            <a:r>
              <a:rPr lang="pt" sz="3200"/>
              <a:t>Conecta-se aos barramentos do sistema do host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indent="-283845">
              <a:buFont typeface="Arial" pitchFamily="2" charset="2"/>
              <a:buChar char="•"/>
              <a:defRPr/>
            </a:pPr>
            <a:r>
              <a:rPr lang="pt" sz="3200"/>
              <a:t>Combinação de hardware, software, firmware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endParaRPr lang="en-US">
              <a:latin typeface="Gill Sans MT" charset="0"/>
            </a:endParaRPr>
          </a:p>
        </p:txBody>
      </p:sp>
      <p:sp>
        <p:nvSpPr>
          <p:cNvPr id="339" name="Freeform 92">
            <a:extLst>
              <a:ext uri="{FF2B5EF4-FFF2-40B4-BE49-F238E27FC236}">
                <a16:creationId xmlns:a16="http://schemas.microsoft.com/office/drawing/2014/main" id="{E4A9915D-6AEE-C449-9BB3-5A3FF82FE7DA}"/>
              </a:ext>
            </a:extLst>
          </p:cNvPr>
          <p:cNvSpPr>
            <a:spLocks/>
          </p:cNvSpPr>
          <p:nvPr/>
        </p:nvSpPr>
        <p:spPr bwMode="auto">
          <a:xfrm>
            <a:off x="8482590" y="5121168"/>
            <a:ext cx="2308225" cy="79749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connsiteX0" fmla="*/ 0 w 10000"/>
              <a:gd name="connsiteY0" fmla="*/ 7479 h 8422"/>
              <a:gd name="connsiteX1" fmla="*/ 138 w 10000"/>
              <a:gd name="connsiteY1" fmla="*/ 7232 h 8422"/>
              <a:gd name="connsiteX2" fmla="*/ 1933 w 10000"/>
              <a:gd name="connsiteY2" fmla="*/ 6289 h 8422"/>
              <a:gd name="connsiteX3" fmla="*/ 8569 w 10000"/>
              <a:gd name="connsiteY3" fmla="*/ 0 h 8422"/>
              <a:gd name="connsiteX4" fmla="*/ 10000 w 10000"/>
              <a:gd name="connsiteY4" fmla="*/ 6247 h 8422"/>
              <a:gd name="connsiteX5" fmla="*/ 1706 w 10000"/>
              <a:gd name="connsiteY5" fmla="*/ 8422 h 8422"/>
              <a:gd name="connsiteX6" fmla="*/ 0 w 10000"/>
              <a:gd name="connsiteY6" fmla="*/ 7479 h 8422"/>
              <a:gd name="connsiteX0" fmla="*/ 0 w 10000"/>
              <a:gd name="connsiteY0" fmla="*/ 1463 h 2583"/>
              <a:gd name="connsiteX1" fmla="*/ 138 w 10000"/>
              <a:gd name="connsiteY1" fmla="*/ 1170 h 2583"/>
              <a:gd name="connsiteX2" fmla="*/ 1933 w 10000"/>
              <a:gd name="connsiteY2" fmla="*/ 50 h 2583"/>
              <a:gd name="connsiteX3" fmla="*/ 6408 w 10000"/>
              <a:gd name="connsiteY3" fmla="*/ 241 h 2583"/>
              <a:gd name="connsiteX4" fmla="*/ 10000 w 10000"/>
              <a:gd name="connsiteY4" fmla="*/ 0 h 2583"/>
              <a:gd name="connsiteX5" fmla="*/ 1706 w 10000"/>
              <a:gd name="connsiteY5" fmla="*/ 2583 h 2583"/>
              <a:gd name="connsiteX6" fmla="*/ 0 w 10000"/>
              <a:gd name="connsiteY6" fmla="*/ 1463 h 2583"/>
              <a:gd name="connsiteX0" fmla="*/ 0 w 10000"/>
              <a:gd name="connsiteY0" fmla="*/ 5664 h 14626"/>
              <a:gd name="connsiteX1" fmla="*/ 138 w 10000"/>
              <a:gd name="connsiteY1" fmla="*/ 4530 h 14626"/>
              <a:gd name="connsiteX2" fmla="*/ 1933 w 10000"/>
              <a:gd name="connsiteY2" fmla="*/ 194 h 14626"/>
              <a:gd name="connsiteX3" fmla="*/ 6408 w 10000"/>
              <a:gd name="connsiteY3" fmla="*/ 933 h 14626"/>
              <a:gd name="connsiteX4" fmla="*/ 10000 w 10000"/>
              <a:gd name="connsiteY4" fmla="*/ 0 h 14626"/>
              <a:gd name="connsiteX5" fmla="*/ 1526 w 10000"/>
              <a:gd name="connsiteY5" fmla="*/ 14626 h 14626"/>
              <a:gd name="connsiteX6" fmla="*/ 0 w 10000"/>
              <a:gd name="connsiteY6" fmla="*/ 5664 h 14626"/>
              <a:gd name="connsiteX0" fmla="*/ 0 w 10000"/>
              <a:gd name="connsiteY0" fmla="*/ 5664 h 12103"/>
              <a:gd name="connsiteX1" fmla="*/ 138 w 10000"/>
              <a:gd name="connsiteY1" fmla="*/ 4530 h 12103"/>
              <a:gd name="connsiteX2" fmla="*/ 1933 w 10000"/>
              <a:gd name="connsiteY2" fmla="*/ 194 h 12103"/>
              <a:gd name="connsiteX3" fmla="*/ 6408 w 10000"/>
              <a:gd name="connsiteY3" fmla="*/ 933 h 12103"/>
              <a:gd name="connsiteX4" fmla="*/ 10000 w 10000"/>
              <a:gd name="connsiteY4" fmla="*/ 0 h 12103"/>
              <a:gd name="connsiteX5" fmla="*/ 1286 w 10000"/>
              <a:gd name="connsiteY5" fmla="*/ 12103 h 12103"/>
              <a:gd name="connsiteX6" fmla="*/ 0 w 10000"/>
              <a:gd name="connsiteY6" fmla="*/ 5664 h 1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2103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0" name="Rectangle 42">
            <a:extLst>
              <a:ext uri="{FF2B5EF4-FFF2-40B4-BE49-F238E27FC236}">
                <a16:creationId xmlns:a16="http://schemas.microsoft.com/office/drawing/2014/main" id="{08D16DCA-2F81-3142-8787-DCBB82571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2" name="Rectangle 44">
            <a:extLst>
              <a:ext uri="{FF2B5EF4-FFF2-40B4-BE49-F238E27FC236}">
                <a16:creationId xmlns:a16="http://schemas.microsoft.com/office/drawing/2014/main" id="{4292A8DC-1EBA-E346-AA85-38C6822C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769" y="4748044"/>
            <a:ext cx="847224" cy="2424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3" name="Rectangle 45">
            <a:extLst>
              <a:ext uri="{FF2B5EF4-FFF2-40B4-BE49-F238E27FC236}">
                <a16:creationId xmlns:a16="http://schemas.microsoft.com/office/drawing/2014/main" id="{9AD0BC31-6A50-984F-86A3-3CA27EA7C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769" y="4080460"/>
            <a:ext cx="887829" cy="4990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controlador</a:t>
            </a:r>
          </a:p>
        </p:txBody>
      </p:sp>
      <p:sp>
        <p:nvSpPr>
          <p:cNvPr id="344" name="Text Box 46">
            <a:extLst>
              <a:ext uri="{FF2B5EF4-FFF2-40B4-BE49-F238E27FC236}">
                <a16:creationId xmlns:a16="http://schemas.microsoft.com/office/drawing/2014/main" id="{0B7C150F-CB12-034D-8895-A7245A5D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0666" y="4747542"/>
            <a:ext cx="8580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físico</a:t>
            </a:r>
          </a:p>
        </p:txBody>
      </p:sp>
      <p:sp>
        <p:nvSpPr>
          <p:cNvPr id="345" name="Freeform 47">
            <a:extLst>
              <a:ext uri="{FF2B5EF4-FFF2-40B4-BE49-F238E27FC236}">
                <a16:creationId xmlns:a16="http://schemas.microsoft.com/office/drawing/2014/main" id="{793E17F7-22E2-FF4D-8509-E82EDBE2D5AA}"/>
              </a:ext>
            </a:extLst>
          </p:cNvPr>
          <p:cNvSpPr>
            <a:spLocks/>
          </p:cNvSpPr>
          <p:nvPr/>
        </p:nvSpPr>
        <p:spPr bwMode="auto">
          <a:xfrm>
            <a:off x="9457315" y="3619500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6" name="Line 48">
            <a:extLst>
              <a:ext uri="{FF2B5EF4-FFF2-40B4-BE49-F238E27FC236}">
                <a16:creationId xmlns:a16="http://schemas.microsoft.com/office/drawing/2014/main" id="{07601B60-F87E-2F49-8A8E-1FF14E515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2377" y="3792537"/>
            <a:ext cx="135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Line 49">
            <a:extLst>
              <a:ext uri="{FF2B5EF4-FFF2-40B4-BE49-F238E27FC236}">
                <a16:creationId xmlns:a16="http://schemas.microsoft.com/office/drawing/2014/main" id="{A28FA316-5FFA-F44A-BA99-AC0415DFF7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7665" y="3800475"/>
            <a:ext cx="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8" name="Rectangle 50">
            <a:extLst>
              <a:ext uri="{FF2B5EF4-FFF2-40B4-BE49-F238E27FC236}">
                <a16:creationId xmlns:a16="http://schemas.microsoft.com/office/drawing/2014/main" id="{A634403E-4499-294B-99AD-E3A86D96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CPU</a:t>
            </a:r>
          </a:p>
        </p:txBody>
      </p:sp>
      <p:sp>
        <p:nvSpPr>
          <p:cNvPr id="349" name="Rectangle 51">
            <a:extLst>
              <a:ext uri="{FF2B5EF4-FFF2-40B4-BE49-F238E27FC236}">
                <a16:creationId xmlns:a16="http://schemas.microsoft.com/office/drawing/2014/main" id="{82C997D8-021F-0245-9B73-2C5E048B6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memória</a:t>
            </a:r>
          </a:p>
        </p:txBody>
      </p:sp>
      <p:sp>
        <p:nvSpPr>
          <p:cNvPr id="350" name="Line 52">
            <a:extLst>
              <a:ext uri="{FF2B5EF4-FFF2-40B4-BE49-F238E27FC236}">
                <a16:creationId xmlns:a16="http://schemas.microsoft.com/office/drawing/2014/main" id="{D74D41F5-3112-6646-9892-D00D36377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14465" y="3622675"/>
            <a:ext cx="1587" cy="169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AA1745EF-4026-E54D-9775-040F79E5D1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387590" y="3624262"/>
            <a:ext cx="1587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2" name="Text Box 54">
            <a:extLst>
              <a:ext uri="{FF2B5EF4-FFF2-40B4-BE49-F238E27FC236}">
                <a16:creationId xmlns:a16="http://schemas.microsoft.com/office/drawing/2014/main" id="{2B134A77-7C20-734B-9A65-D56BD3B34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5265" y="3921125"/>
            <a:ext cx="10383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Barramentohosspedeiro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>
                <a:solidFill>
                  <a:srgbClr val="000000"/>
                </a:solidFill>
                <a:latin typeface="Arial" charset="0"/>
              </a:rPr>
              <a:t>(por exemplo, PCI)</a:t>
            </a: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159E9A7C-2C1B-CC40-B1B4-760AFE091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17665" y="4408487"/>
            <a:ext cx="12700" cy="339725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4" name="Line 56">
            <a:extLst>
              <a:ext uri="{FF2B5EF4-FFF2-40B4-BE49-F238E27FC236}">
                <a16:creationId xmlns:a16="http://schemas.microsoft.com/office/drawing/2014/main" id="{52214380-92AB-E048-BEDD-B0110B2E8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9463" y="4992686"/>
            <a:ext cx="0" cy="366713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5" name="Line 57">
            <a:extLst>
              <a:ext uri="{FF2B5EF4-FFF2-40B4-BE49-F238E27FC236}">
                <a16:creationId xmlns:a16="http://schemas.microsoft.com/office/drawing/2014/main" id="{DF140DC0-F2C1-704D-A310-3786A5A5C8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13002" y="3797300"/>
            <a:ext cx="382588" cy="268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6" name="Text Box 58">
            <a:extLst>
              <a:ext uri="{FF2B5EF4-FFF2-40B4-BE49-F238E27FC236}">
                <a16:creationId xmlns:a16="http://schemas.microsoft.com/office/drawing/2014/main" id="{8134E125-6FFA-2245-A695-F469578E2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>
                <a:solidFill>
                  <a:srgbClr val="000000"/>
                </a:solidFill>
                <a:latin typeface="Arial" charset="0"/>
              </a:rPr>
              <a:t>Interface de rede</a:t>
            </a:r>
          </a:p>
        </p:txBody>
      </p:sp>
      <p:sp>
        <p:nvSpPr>
          <p:cNvPr id="357" name="Line 59">
            <a:extLst>
              <a:ext uri="{FF2B5EF4-FFF2-40B4-BE49-F238E27FC236}">
                <a16:creationId xmlns:a16="http://schemas.microsoft.com/office/drawing/2014/main" id="{23B10271-25ED-6947-A1F2-08B5CDCE89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330440" y="4814887"/>
            <a:ext cx="271462" cy="750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8" name="Rectangle 43">
            <a:extLst>
              <a:ext uri="{FF2B5EF4-FFF2-40B4-BE49-F238E27FC236}">
                <a16:creationId xmlns:a16="http://schemas.microsoft.com/office/drawing/2014/main" id="{D2E8D72A-74A0-8047-B32B-E6CC292FC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915" y="3989387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0" name="Group 84">
            <a:extLst>
              <a:ext uri="{FF2B5EF4-FFF2-40B4-BE49-F238E27FC236}">
                <a16:creationId xmlns:a16="http://schemas.microsoft.com/office/drawing/2014/main" id="{F87BAAC8-00DB-C64F-B18B-456E80F15B7F}"/>
              </a:ext>
            </a:extLst>
          </p:cNvPr>
          <p:cNvGrpSpPr>
            <a:grpSpLocks/>
          </p:cNvGrpSpPr>
          <p:nvPr/>
        </p:nvGrpSpPr>
        <p:grpSpPr bwMode="auto">
          <a:xfrm>
            <a:off x="7728862" y="2931610"/>
            <a:ext cx="1547813" cy="2035175"/>
            <a:chOff x="2646" y="1742"/>
            <a:chExt cx="975" cy="1282"/>
          </a:xfrm>
        </p:grpSpPr>
        <p:sp>
          <p:nvSpPr>
            <p:cNvPr id="361" name="Freeform 62">
              <a:extLst>
                <a:ext uri="{FF2B5EF4-FFF2-40B4-BE49-F238E27FC236}">
                  <a16:creationId xmlns:a16="http://schemas.microsoft.com/office/drawing/2014/main" id="{9DAAFB2F-E3C8-FB46-A22A-E065E705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488"/>
              <a:ext cx="393" cy="536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Rectangle 73">
              <a:extLst>
                <a:ext uri="{FF2B5EF4-FFF2-40B4-BE49-F238E27FC236}">
                  <a16:creationId xmlns:a16="http://schemas.microsoft.com/office/drawing/2014/main" id="{D34E92F6-E00A-9E48-8EEE-3793F53B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Freeform 63">
              <a:extLst>
                <a:ext uri="{FF2B5EF4-FFF2-40B4-BE49-F238E27FC236}">
                  <a16:creationId xmlns:a16="http://schemas.microsoft.com/office/drawing/2014/main" id="{BB2C5787-9CAC-D84A-B4B9-64FEECE12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0" name="Rectangle 82">
              <a:extLst>
                <a:ext uri="{FF2B5EF4-FFF2-40B4-BE49-F238E27FC236}">
                  <a16:creationId xmlns:a16="http://schemas.microsoft.com/office/drawing/2014/main" id="{059501C9-A68B-2743-A02C-0C5FBC61B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Text Box 65">
              <a:extLst>
                <a:ext uri="{FF2B5EF4-FFF2-40B4-BE49-F238E27FC236}">
                  <a16:creationId xmlns:a16="http://schemas.microsoft.com/office/drawing/2014/main" id="{6AAE7E3E-6438-C244-82B8-2B86F8F44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742"/>
              <a:ext cx="55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aplicação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rede</a:t>
              </a:r>
            </a:p>
            <a:p>
              <a:pPr marL="0" marR="0" lvl="0" indent="0"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enlace</a:t>
              </a:r>
              <a:endParaRPr lang="pt"/>
            </a:p>
          </p:txBody>
        </p:sp>
        <p:sp>
          <p:nvSpPr>
            <p:cNvPr id="374" name="Line 66">
              <a:extLst>
                <a:ext uri="{FF2B5EF4-FFF2-40B4-BE49-F238E27FC236}">
                  <a16:creationId xmlns:a16="http://schemas.microsoft.com/office/drawing/2014/main" id="{9A080B16-B360-474F-B6FE-AF8100600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1898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5" name="Line 67">
              <a:extLst>
                <a:ext uri="{FF2B5EF4-FFF2-40B4-BE49-F238E27FC236}">
                  <a16:creationId xmlns:a16="http://schemas.microsoft.com/office/drawing/2014/main" id="{6F15818C-975A-E24C-A5EF-48346108B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001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Line 68">
              <a:extLst>
                <a:ext uri="{FF2B5EF4-FFF2-40B4-BE49-F238E27FC236}">
                  <a16:creationId xmlns:a16="http://schemas.microsoft.com/office/drawing/2014/main" id="{FD65879D-0360-2B41-B483-1A5D93371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10"/>
              <a:ext cx="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Line 71">
              <a:extLst>
                <a:ext uri="{FF2B5EF4-FFF2-40B4-BE49-F238E27FC236}">
                  <a16:creationId xmlns:a16="http://schemas.microsoft.com/office/drawing/2014/main" id="{C451312B-40CC-7A40-B679-7AE554491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22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0" name="Line 72">
              <a:extLst>
                <a:ext uri="{FF2B5EF4-FFF2-40B4-BE49-F238E27FC236}">
                  <a16:creationId xmlns:a16="http://schemas.microsoft.com/office/drawing/2014/main" id="{E2DC1FE8-5DB9-EA46-8800-4241D6DEF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2" name="Text Box 74">
              <a:extLst>
                <a:ext uri="{FF2B5EF4-FFF2-40B4-BE49-F238E27FC236}">
                  <a16:creationId xmlns:a16="http://schemas.microsoft.com/office/drawing/2014/main" id="{C6254BFE-8FC8-864C-911D-A03B8EB5C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2653"/>
              <a:ext cx="3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enlace</a:t>
              </a:r>
              <a:endPara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física</a:t>
              </a:r>
              <a:endParaRPr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Calibri"/>
              </a:endParaRPr>
            </a:p>
          </p:txBody>
        </p:sp>
        <p:sp>
          <p:nvSpPr>
            <p:cNvPr id="386" name="Line 78">
              <a:extLst>
                <a:ext uri="{FF2B5EF4-FFF2-40B4-BE49-F238E27FC236}">
                  <a16:creationId xmlns:a16="http://schemas.microsoft.com/office/drawing/2014/main" id="{B46866E9-0690-6D43-9964-01804A72D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03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8" name="Line 80">
              <a:extLst>
                <a:ext uri="{FF2B5EF4-FFF2-40B4-BE49-F238E27FC236}">
                  <a16:creationId xmlns:a16="http://schemas.microsoft.com/office/drawing/2014/main" id="{431126D1-7D41-174B-9A00-15B64D7CF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9" name="Line 81">
              <a:extLst>
                <a:ext uri="{FF2B5EF4-FFF2-40B4-BE49-F238E27FC236}">
                  <a16:creationId xmlns:a16="http://schemas.microsoft.com/office/drawing/2014/main" id="{E451146C-AD0C-394A-B9D7-786E8388A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392" name="Picture 86">
            <a:extLst>
              <a:ext uri="{FF2B5EF4-FFF2-40B4-BE49-F238E27FC236}">
                <a16:creationId xmlns:a16="http://schemas.microsoft.com/office/drawing/2014/main" id="{0409F287-178A-D34A-9140-43A7C1282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409" y="1312716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09" name="Picture 87">
            <a:extLst>
              <a:ext uri="{FF2B5EF4-FFF2-40B4-BE49-F238E27FC236}">
                <a16:creationId xmlns:a16="http://schemas.microsoft.com/office/drawing/2014/main" id="{6B897852-0519-9143-BDE1-7222839FA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327" y="1452562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410" name="Group 89">
            <a:extLst>
              <a:ext uri="{FF2B5EF4-FFF2-40B4-BE49-F238E27FC236}">
                <a16:creationId xmlns:a16="http://schemas.microsoft.com/office/drawing/2014/main" id="{9321D1B2-41ED-6A42-B25B-B7F04C3C1339}"/>
              </a:ext>
            </a:extLst>
          </p:cNvPr>
          <p:cNvGrpSpPr>
            <a:grpSpLocks/>
          </p:cNvGrpSpPr>
          <p:nvPr/>
        </p:nvGrpSpPr>
        <p:grpSpPr bwMode="auto"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id="411" name="Picture 90" descr="desktop_computer_stylized_medium">
              <a:extLst>
                <a:ext uri="{FF2B5EF4-FFF2-40B4-BE49-F238E27FC236}">
                  <a16:creationId xmlns:a16="http://schemas.microsoft.com/office/drawing/2014/main" id="{E89A12BD-E0D6-A949-9CB5-05BA66E33D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3" name="Freeform 91">
              <a:extLst>
                <a:ext uri="{FF2B5EF4-FFF2-40B4-BE49-F238E27FC236}">
                  <a16:creationId xmlns:a16="http://schemas.microsoft.com/office/drawing/2014/main" id="{C0A77030-4BC2-C44C-AD1F-5FB48849AB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14" name="Slide Number Placeholder 4">
            <a:extLst>
              <a:ext uri="{FF2B5EF4-FFF2-40B4-BE49-F238E27FC236}">
                <a16:creationId xmlns:a16="http://schemas.microsoft.com/office/drawing/2014/main" id="{BF70CCDB-E94F-5544-94C2-5D8940324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70">
            <a:extLst>
              <a:ext uri="{FF2B5EF4-FFF2-40B4-BE49-F238E27FC236}">
                <a16:creationId xmlns:a16="http://schemas.microsoft.com/office/drawing/2014/main" id="{CE6D3AB0-B81F-8858-96C3-9F277E2E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585" y="3703264"/>
            <a:ext cx="722086" cy="1916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:mc="http://schemas.openxmlformats.org/markup-compatibility/2006" xmlns:p14="http://schemas.microsoft.com/office/powerpoint/2010/main" xmlns:ma14="http://schemas.microsoft.com/office/mac/drawingml/2011/main" xmlns:a16="http://schemas.microsoft.com/office/drawing/2014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ma14="http://schemas.microsoft.com/office/mac/drawingml/2011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42">
            <a:extLst>
              <a:ext uri="{FF2B5EF4-FFF2-40B4-BE49-F238E27FC236}">
                <a16:creationId xmlns:a16="http://schemas.microsoft.com/office/drawing/2014/main" id="{1AEEBA61-14FC-154D-88CA-B447B0359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66" y="1579642"/>
            <a:ext cx="1654101" cy="24018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8" name="Rectangle 44">
            <a:extLst>
              <a:ext uri="{FF2B5EF4-FFF2-40B4-BE49-F238E27FC236}">
                <a16:creationId xmlns:a16="http://schemas.microsoft.com/office/drawing/2014/main" id="{D0D47B06-FE3D-DA4E-A18A-5F4609A0A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69" y="3505008"/>
            <a:ext cx="911164" cy="2250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9" name="Rectangle 45">
            <a:extLst>
              <a:ext uri="{FF2B5EF4-FFF2-40B4-BE49-F238E27FC236}">
                <a16:creationId xmlns:a16="http://schemas.microsoft.com/office/drawing/2014/main" id="{2220353A-A27E-5C4B-B042-109D64100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945" y="2924118"/>
            <a:ext cx="887261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controlador</a:t>
            </a:r>
          </a:p>
        </p:txBody>
      </p:sp>
      <p:sp>
        <p:nvSpPr>
          <p:cNvPr id="120" name="Text Box 46">
            <a:extLst>
              <a:ext uri="{FF2B5EF4-FFF2-40B4-BE49-F238E27FC236}">
                <a16:creationId xmlns:a16="http://schemas.microsoft.com/office/drawing/2014/main" id="{000F374E-6915-074D-8BA8-C296E4FB3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050" y="3487390"/>
            <a:ext cx="8095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físico</a:t>
            </a:r>
          </a:p>
        </p:txBody>
      </p:sp>
      <p:sp>
        <p:nvSpPr>
          <p:cNvPr id="121" name="Freeform 47">
            <a:extLst>
              <a:ext uri="{FF2B5EF4-FFF2-40B4-BE49-F238E27FC236}">
                <a16:creationId xmlns:a16="http://schemas.microsoft.com/office/drawing/2014/main" id="{5722F489-9C55-474B-AD7B-3596A67F9C53}"/>
              </a:ext>
            </a:extLst>
          </p:cNvPr>
          <p:cNvSpPr>
            <a:spLocks/>
          </p:cNvSpPr>
          <p:nvPr/>
        </p:nvSpPr>
        <p:spPr bwMode="auto">
          <a:xfrm flipH="1">
            <a:off x="7699289" y="2460896"/>
            <a:ext cx="291334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2" name="Line 48">
            <a:extLst>
              <a:ext uri="{FF2B5EF4-FFF2-40B4-BE49-F238E27FC236}">
                <a16:creationId xmlns:a16="http://schemas.microsoft.com/office/drawing/2014/main" id="{11921392-3DC2-E44B-9184-34A0E05D1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5522" y="2616143"/>
            <a:ext cx="135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3" name="Line 49">
            <a:extLst>
              <a:ext uri="{FF2B5EF4-FFF2-40B4-BE49-F238E27FC236}">
                <a16:creationId xmlns:a16="http://schemas.microsoft.com/office/drawing/2014/main" id="{BAFE9A46-B07B-0D46-BF9D-A127CF0FC1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3728" y="2619269"/>
            <a:ext cx="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4" name="Rectangle 50">
            <a:extLst>
              <a:ext uri="{FF2B5EF4-FFF2-40B4-BE49-F238E27FC236}">
                <a16:creationId xmlns:a16="http://schemas.microsoft.com/office/drawing/2014/main" id="{B42296AE-5EDB-CB41-A8A8-F256FE98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955" y="1914907"/>
            <a:ext cx="657225" cy="5191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memória</a:t>
            </a:r>
          </a:p>
        </p:txBody>
      </p:sp>
      <p:sp>
        <p:nvSpPr>
          <p:cNvPr id="125" name="Rectangle 51">
            <a:extLst>
              <a:ext uri="{FF2B5EF4-FFF2-40B4-BE49-F238E27FC236}">
                <a16:creationId xmlns:a16="http://schemas.microsoft.com/office/drawing/2014/main" id="{A0530BD1-8578-7749-A8F2-514C1E6AF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547" y="1927168"/>
            <a:ext cx="657225" cy="519113"/>
          </a:xfrm>
          <a:prstGeom prst="rect">
            <a:avLst/>
          </a:prstGeom>
          <a:solidFill>
            <a:srgbClr val="FFFFFF"/>
          </a:solidFill>
          <a:ln w="28575">
            <a:solidFill>
              <a:srgbClr val="E4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CPU</a:t>
            </a:r>
          </a:p>
        </p:txBody>
      </p:sp>
      <p:sp>
        <p:nvSpPr>
          <p:cNvPr id="126" name="Line 52">
            <a:extLst>
              <a:ext uri="{FF2B5EF4-FFF2-40B4-BE49-F238E27FC236}">
                <a16:creationId xmlns:a16="http://schemas.microsoft.com/office/drawing/2014/main" id="{A3C7A151-EBC5-7E44-A73B-EC7BF250A2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7610" y="2446281"/>
            <a:ext cx="1587" cy="169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7" name="Line 53">
            <a:extLst>
              <a:ext uri="{FF2B5EF4-FFF2-40B4-BE49-F238E27FC236}">
                <a16:creationId xmlns:a16="http://schemas.microsoft.com/office/drawing/2014/main" id="{C4B99840-0FB7-CE42-8D34-DEC52118C3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0735" y="2447868"/>
            <a:ext cx="1587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Line 55">
            <a:extLst>
              <a:ext uri="{FF2B5EF4-FFF2-40B4-BE49-F238E27FC236}">
                <a16:creationId xmlns:a16="http://schemas.microsoft.com/office/drawing/2014/main" id="{68A743ED-4B58-E94D-83B1-E54D1254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10350" y="3237008"/>
            <a:ext cx="4474" cy="356262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9" name="Rectangle 43">
            <a:extLst>
              <a:ext uri="{FF2B5EF4-FFF2-40B4-BE49-F238E27FC236}">
                <a16:creationId xmlns:a16="http://schemas.microsoft.com/office/drawing/2014/main" id="{0EC4FEFF-71C3-204E-942F-DF941FB4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955" y="2793802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646" y="362678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Interfaces de comunicação</a:t>
            </a:r>
            <a:endParaRPr lang="en-US" sz="4400"/>
          </a:p>
        </p:txBody>
      </p:sp>
      <p:sp>
        <p:nvSpPr>
          <p:cNvPr id="379" name="Line 71">
            <a:extLst>
              <a:ext uri="{FF2B5EF4-FFF2-40B4-BE49-F238E27FC236}">
                <a16:creationId xmlns:a16="http://schemas.microsoft.com/office/drawing/2014/main" id="{C451312B-40CC-7A40-B679-7AE554491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504" y="2543030"/>
            <a:ext cx="0" cy="103188"/>
          </a:xfrm>
          <a:prstGeom prst="line">
            <a:avLst/>
          </a:prstGeom>
          <a:noFill/>
          <a:ln w="9525">
            <a:solidFill>
              <a:srgbClr val="E4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88" name="Line 80">
            <a:extLst>
              <a:ext uri="{FF2B5EF4-FFF2-40B4-BE49-F238E27FC236}">
                <a16:creationId xmlns:a16="http://schemas.microsoft.com/office/drawing/2014/main" id="{431126D1-7D41-174B-9A00-15B64D7CF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7266" y="3162156"/>
            <a:ext cx="0" cy="103188"/>
          </a:xfrm>
          <a:prstGeom prst="line">
            <a:avLst/>
          </a:prstGeom>
          <a:noFill/>
          <a:ln w="9525">
            <a:solidFill>
              <a:srgbClr val="E4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01B01F1E-124F-BC43-A974-ABF83467E862}"/>
              </a:ext>
            </a:extLst>
          </p:cNvPr>
          <p:cNvSpPr>
            <a:spLocks/>
          </p:cNvSpPr>
          <p:nvPr/>
        </p:nvSpPr>
        <p:spPr bwMode="auto">
          <a:xfrm flipH="1">
            <a:off x="8154574" y="2943971"/>
            <a:ext cx="623888" cy="850900"/>
          </a:xfrm>
          <a:custGeom>
            <a:avLst/>
            <a:gdLst>
              <a:gd name="T0" fmla="*/ 390 w 390"/>
              <a:gd name="T1" fmla="*/ 0 h 520"/>
              <a:gd name="T2" fmla="*/ 0 w 390"/>
              <a:gd name="T3" fmla="*/ 221 h 520"/>
              <a:gd name="T4" fmla="*/ 3 w 390"/>
              <a:gd name="T5" fmla="*/ 433 h 520"/>
              <a:gd name="T6" fmla="*/ 388 w 390"/>
              <a:gd name="T7" fmla="*/ 520 h 520"/>
              <a:gd name="T8" fmla="*/ 390 w 390"/>
              <a:gd name="T9" fmla="*/ 0 h 5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933 w 9933"/>
              <a:gd name="connsiteY0" fmla="*/ 0 h 10000"/>
              <a:gd name="connsiteX1" fmla="*/ 0 w 9933"/>
              <a:gd name="connsiteY1" fmla="*/ 1944 h 10000"/>
              <a:gd name="connsiteX2" fmla="*/ 10 w 9933"/>
              <a:gd name="connsiteY2" fmla="*/ 8327 h 10000"/>
              <a:gd name="connsiteX3" fmla="*/ 9882 w 9933"/>
              <a:gd name="connsiteY3" fmla="*/ 10000 h 10000"/>
              <a:gd name="connsiteX4" fmla="*/ 9933 w 9933"/>
              <a:gd name="connsiteY4" fmla="*/ 0 h 10000"/>
              <a:gd name="connsiteX0" fmla="*/ 10067 w 10067"/>
              <a:gd name="connsiteY0" fmla="*/ 2667 h 8056"/>
              <a:gd name="connsiteX1" fmla="*/ 0 w 10067"/>
              <a:gd name="connsiteY1" fmla="*/ 0 h 8056"/>
              <a:gd name="connsiteX2" fmla="*/ 10 w 10067"/>
              <a:gd name="connsiteY2" fmla="*/ 6383 h 8056"/>
              <a:gd name="connsiteX3" fmla="*/ 9949 w 10067"/>
              <a:gd name="connsiteY3" fmla="*/ 8056 h 8056"/>
              <a:gd name="connsiteX4" fmla="*/ 10067 w 10067"/>
              <a:gd name="connsiteY4" fmla="*/ 2667 h 8056"/>
              <a:gd name="connsiteX0" fmla="*/ 10134 w 10134"/>
              <a:gd name="connsiteY0" fmla="*/ 2191 h 10000"/>
              <a:gd name="connsiteX1" fmla="*/ 0 w 10134"/>
              <a:gd name="connsiteY1" fmla="*/ 0 h 10000"/>
              <a:gd name="connsiteX2" fmla="*/ 10 w 10134"/>
              <a:gd name="connsiteY2" fmla="*/ 7923 h 10000"/>
              <a:gd name="connsiteX3" fmla="*/ 9883 w 10134"/>
              <a:gd name="connsiteY3" fmla="*/ 10000 h 10000"/>
              <a:gd name="connsiteX4" fmla="*/ 10134 w 10134"/>
              <a:gd name="connsiteY4" fmla="*/ 2191 h 10000"/>
              <a:gd name="connsiteX0" fmla="*/ 10134 w 10134"/>
              <a:gd name="connsiteY0" fmla="*/ 1569 h 10000"/>
              <a:gd name="connsiteX1" fmla="*/ 0 w 10134"/>
              <a:gd name="connsiteY1" fmla="*/ 0 h 10000"/>
              <a:gd name="connsiteX2" fmla="*/ 10 w 10134"/>
              <a:gd name="connsiteY2" fmla="*/ 7923 h 10000"/>
              <a:gd name="connsiteX3" fmla="*/ 9883 w 10134"/>
              <a:gd name="connsiteY3" fmla="*/ 10000 h 10000"/>
              <a:gd name="connsiteX4" fmla="*/ 10134 w 10134"/>
              <a:gd name="connsiteY4" fmla="*/ 1569 h 10000"/>
              <a:gd name="connsiteX0" fmla="*/ 10134 w 10134"/>
              <a:gd name="connsiteY0" fmla="*/ 1569 h 9876"/>
              <a:gd name="connsiteX1" fmla="*/ 0 w 10134"/>
              <a:gd name="connsiteY1" fmla="*/ 0 h 9876"/>
              <a:gd name="connsiteX2" fmla="*/ 10 w 10134"/>
              <a:gd name="connsiteY2" fmla="*/ 7923 h 9876"/>
              <a:gd name="connsiteX3" fmla="*/ 10084 w 10134"/>
              <a:gd name="connsiteY3" fmla="*/ 9876 h 9876"/>
              <a:gd name="connsiteX4" fmla="*/ 10134 w 10134"/>
              <a:gd name="connsiteY4" fmla="*/ 1569 h 9876"/>
              <a:gd name="connsiteX0" fmla="*/ 9934 w 9954"/>
              <a:gd name="connsiteY0" fmla="*/ 0 h 12944"/>
              <a:gd name="connsiteX1" fmla="*/ 0 w 9954"/>
              <a:gd name="connsiteY1" fmla="*/ 2944 h 12944"/>
              <a:gd name="connsiteX2" fmla="*/ 10 w 9954"/>
              <a:gd name="connsiteY2" fmla="*/ 10966 h 12944"/>
              <a:gd name="connsiteX3" fmla="*/ 9951 w 9954"/>
              <a:gd name="connsiteY3" fmla="*/ 12944 h 12944"/>
              <a:gd name="connsiteX4" fmla="*/ 9934 w 9954"/>
              <a:gd name="connsiteY4" fmla="*/ 0 h 1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4" h="12944">
                <a:moveTo>
                  <a:pt x="9934" y="0"/>
                </a:moveTo>
                <a:lnTo>
                  <a:pt x="0" y="2944"/>
                </a:lnTo>
                <a:cubicBezTo>
                  <a:pt x="3" y="5619"/>
                  <a:pt x="7" y="8292"/>
                  <a:pt x="10" y="10966"/>
                </a:cubicBezTo>
                <a:lnTo>
                  <a:pt x="9951" y="12944"/>
                </a:lnTo>
                <a:cubicBezTo>
                  <a:pt x="9967" y="8755"/>
                  <a:pt x="9917" y="4189"/>
                  <a:pt x="9934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>
                  <a:alpha val="82000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Rectangle 73">
            <a:extLst>
              <a:ext uri="{FF2B5EF4-FFF2-40B4-BE49-F238E27FC236}">
                <a16:creationId xmlns:a16="http://schemas.microsoft.com/office/drawing/2014/main" id="{E45D8FA9-172B-4349-9201-C855690C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4034" y="3226934"/>
            <a:ext cx="776288" cy="415925"/>
          </a:xfrm>
          <a:prstGeom prst="rect">
            <a:avLst/>
          </a:prstGeom>
          <a:solidFill>
            <a:srgbClr val="FFFFFF"/>
          </a:solidFill>
          <a:ln w="9525">
            <a:solidFill>
              <a:srgbClr val="E40000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D6688D65-8859-3543-A395-35CEEDEDD0DE}"/>
              </a:ext>
            </a:extLst>
          </p:cNvPr>
          <p:cNvSpPr>
            <a:spLocks/>
          </p:cNvSpPr>
          <p:nvPr/>
        </p:nvSpPr>
        <p:spPr bwMode="auto">
          <a:xfrm flipH="1">
            <a:off x="8359653" y="1762061"/>
            <a:ext cx="436563" cy="703263"/>
          </a:xfrm>
          <a:custGeom>
            <a:avLst/>
            <a:gdLst>
              <a:gd name="T0" fmla="*/ 264 w 275"/>
              <a:gd name="T1" fmla="*/ 108 h 443"/>
              <a:gd name="T2" fmla="*/ 0 w 275"/>
              <a:gd name="T3" fmla="*/ 0 h 443"/>
              <a:gd name="T4" fmla="*/ 2 w 275"/>
              <a:gd name="T5" fmla="*/ 443 h 443"/>
              <a:gd name="T6" fmla="*/ 275 w 275"/>
              <a:gd name="T7" fmla="*/ 412 h 443"/>
              <a:gd name="T8" fmla="*/ 264 w 275"/>
              <a:gd name="T9" fmla="*/ 108 h 4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5" h="443">
                <a:moveTo>
                  <a:pt x="264" y="108"/>
                </a:moveTo>
                <a:lnTo>
                  <a:pt x="0" y="0"/>
                </a:lnTo>
                <a:lnTo>
                  <a:pt x="2" y="443"/>
                </a:lnTo>
                <a:lnTo>
                  <a:pt x="275" y="412"/>
                </a:lnTo>
                <a:lnTo>
                  <a:pt x="264" y="1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65000"/>
                </a:schemeClr>
              </a:gs>
              <a:gs pos="100000">
                <a:srgbClr val="FFFFFF">
                  <a:alpha val="81000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" name="Rectangle 82">
            <a:extLst>
              <a:ext uri="{FF2B5EF4-FFF2-40B4-BE49-F238E27FC236}">
                <a16:creationId xmlns:a16="http://schemas.microsoft.com/office/drawing/2014/main" id="{06D41716-A543-3F4F-9489-BC4A00085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9272" y="1775959"/>
            <a:ext cx="777876" cy="7350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2D82B720-E5DF-4F4F-8FBA-8D31F068A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8172" y="1741034"/>
            <a:ext cx="87788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aplicação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transporte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rede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" sz="1200" i="0" kern="0">
                <a:solidFill>
                  <a:srgbClr val="000000"/>
                </a:solidFill>
                <a:latin typeface="+mn-lt"/>
                <a:ea typeface="ＭＳ Ｐゴシック"/>
              </a:rPr>
              <a:t>enlace</a:t>
            </a:r>
            <a:endParaRPr lang="pt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0"/>
              <a:cs typeface="Calibri"/>
            </a:endParaRPr>
          </a:p>
        </p:txBody>
      </p:sp>
      <p:sp>
        <p:nvSpPr>
          <p:cNvPr id="70" name="Rectangle 70">
            <a:extLst>
              <a:ext uri="{FF2B5EF4-FFF2-40B4-BE49-F238E27FC236}">
                <a16:creationId xmlns:a16="http://schemas.microsoft.com/office/drawing/2014/main" id="{34836D0F-96F1-C74D-BB52-0007C90A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7359" y="2515914"/>
            <a:ext cx="876301" cy="182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1" name="Line 71">
            <a:extLst>
              <a:ext uri="{FF2B5EF4-FFF2-40B4-BE49-F238E27FC236}">
                <a16:creationId xmlns:a16="http://schemas.microsoft.com/office/drawing/2014/main" id="{B826D465-956C-AC42-A034-8ACCE0186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9272" y="2506209"/>
            <a:ext cx="0" cy="103188"/>
          </a:xfrm>
          <a:prstGeom prst="line">
            <a:avLst/>
          </a:prstGeom>
          <a:noFill/>
          <a:ln w="9525">
            <a:solidFill>
              <a:srgbClr val="E4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3" name="Text Box 74">
            <a:extLst>
              <a:ext uri="{FF2B5EF4-FFF2-40B4-BE49-F238E27FC236}">
                <a16:creationId xmlns:a16="http://schemas.microsoft.com/office/drawing/2014/main" id="{6CAFE6BE-3638-874A-B141-EDEE018D6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7999" y="3187247"/>
            <a:ext cx="593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" sz="1200" i="0" kern="0">
                <a:solidFill>
                  <a:srgbClr val="000000"/>
                </a:solidFill>
                <a:latin typeface="+mn-lt"/>
                <a:ea typeface="ＭＳ Ｐゴシック"/>
              </a:rPr>
              <a:t>enlace</a:t>
            </a:r>
            <a:endParaRPr kumimoji="0" lang="pt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físico</a:t>
            </a:r>
          </a:p>
        </p:txBody>
      </p:sp>
      <p:sp>
        <p:nvSpPr>
          <p:cNvPr id="74" name="Line 78">
            <a:extLst>
              <a:ext uri="{FF2B5EF4-FFF2-40B4-BE49-F238E27FC236}">
                <a16:creationId xmlns:a16="http://schemas.microsoft.com/office/drawing/2014/main" id="{84E322A3-E89B-AC48-B4B3-233C598CB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2447" y="3425372"/>
            <a:ext cx="776288" cy="0"/>
          </a:xfrm>
          <a:prstGeom prst="line">
            <a:avLst/>
          </a:prstGeom>
          <a:noFill/>
          <a:ln w="9525">
            <a:solidFill>
              <a:srgbClr val="E4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5" name="Line 80">
            <a:extLst>
              <a:ext uri="{FF2B5EF4-FFF2-40B4-BE49-F238E27FC236}">
                <a16:creationId xmlns:a16="http://schemas.microsoft.com/office/drawing/2014/main" id="{B2BA3CCE-9278-934F-8020-A9A3C0BDA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4034" y="3125334"/>
            <a:ext cx="0" cy="103188"/>
          </a:xfrm>
          <a:prstGeom prst="line">
            <a:avLst/>
          </a:prstGeom>
          <a:noFill/>
          <a:ln w="9525">
            <a:solidFill>
              <a:srgbClr val="E4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6" name="Line 81">
            <a:extLst>
              <a:ext uri="{FF2B5EF4-FFF2-40B4-BE49-F238E27FC236}">
                <a16:creationId xmlns:a16="http://schemas.microsoft.com/office/drawing/2014/main" id="{5AB37789-637D-C443-B20A-F54499BB7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0322" y="3125334"/>
            <a:ext cx="0" cy="101600"/>
          </a:xfrm>
          <a:prstGeom prst="line">
            <a:avLst/>
          </a:prstGeom>
          <a:noFill/>
          <a:ln w="9525">
            <a:solidFill>
              <a:srgbClr val="E4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0BD8E7B-C44D-C64B-8B42-1AB6A22BDEC2}"/>
              </a:ext>
            </a:extLst>
          </p:cNvPr>
          <p:cNvSpPr/>
          <p:nvPr/>
        </p:nvSpPr>
        <p:spPr>
          <a:xfrm>
            <a:off x="4153301" y="3785951"/>
            <a:ext cx="3591390" cy="522811"/>
          </a:xfrm>
          <a:custGeom>
            <a:avLst/>
            <a:gdLst>
              <a:gd name="connsiteX0" fmla="*/ 0 w 5874327"/>
              <a:gd name="connsiteY0" fmla="*/ 0 h 277091"/>
              <a:gd name="connsiteX1" fmla="*/ 0 w 5874327"/>
              <a:gd name="connsiteY1" fmla="*/ 277091 h 277091"/>
              <a:gd name="connsiteX2" fmla="*/ 5874327 w 5874327"/>
              <a:gd name="connsiteY2" fmla="*/ 277091 h 277091"/>
              <a:gd name="connsiteX3" fmla="*/ 5874327 w 5874327"/>
              <a:gd name="connsiteY3" fmla="*/ 41564 h 277091"/>
              <a:gd name="connsiteX4" fmla="*/ 5874327 w 5874327"/>
              <a:gd name="connsiteY4" fmla="*/ 41564 h 277091"/>
              <a:gd name="connsiteX0" fmla="*/ 0 w 5881026"/>
              <a:gd name="connsiteY0" fmla="*/ 0 h 277091"/>
              <a:gd name="connsiteX1" fmla="*/ 0 w 5881026"/>
              <a:gd name="connsiteY1" fmla="*/ 277091 h 277091"/>
              <a:gd name="connsiteX2" fmla="*/ 5874327 w 5881026"/>
              <a:gd name="connsiteY2" fmla="*/ 277091 h 277091"/>
              <a:gd name="connsiteX3" fmla="*/ 5874327 w 5881026"/>
              <a:gd name="connsiteY3" fmla="*/ 41564 h 277091"/>
              <a:gd name="connsiteX4" fmla="*/ 5881026 w 5881026"/>
              <a:gd name="connsiteY4" fmla="*/ 48806 h 277091"/>
              <a:gd name="connsiteX0" fmla="*/ 0 w 5881026"/>
              <a:gd name="connsiteY0" fmla="*/ 0 h 277091"/>
              <a:gd name="connsiteX1" fmla="*/ 0 w 5881026"/>
              <a:gd name="connsiteY1" fmla="*/ 277091 h 277091"/>
              <a:gd name="connsiteX2" fmla="*/ 5874327 w 5881026"/>
              <a:gd name="connsiteY2" fmla="*/ 277091 h 277091"/>
              <a:gd name="connsiteX3" fmla="*/ 5874327 w 5881026"/>
              <a:gd name="connsiteY3" fmla="*/ 41564 h 277091"/>
              <a:gd name="connsiteX4" fmla="*/ 5881026 w 5881026"/>
              <a:gd name="connsiteY4" fmla="*/ 30701 h 277091"/>
              <a:gd name="connsiteX0" fmla="*/ 0 w 5874327"/>
              <a:gd name="connsiteY0" fmla="*/ 0 h 277091"/>
              <a:gd name="connsiteX1" fmla="*/ 0 w 5874327"/>
              <a:gd name="connsiteY1" fmla="*/ 277091 h 277091"/>
              <a:gd name="connsiteX2" fmla="*/ 5874327 w 5874327"/>
              <a:gd name="connsiteY2" fmla="*/ 277091 h 277091"/>
              <a:gd name="connsiteX3" fmla="*/ 5874327 w 5874327"/>
              <a:gd name="connsiteY3" fmla="*/ 41564 h 277091"/>
              <a:gd name="connsiteX0" fmla="*/ 0 w 5874327"/>
              <a:gd name="connsiteY0" fmla="*/ 5510 h 282601"/>
              <a:gd name="connsiteX1" fmla="*/ 0 w 5874327"/>
              <a:gd name="connsiteY1" fmla="*/ 282601 h 282601"/>
              <a:gd name="connsiteX2" fmla="*/ 5874327 w 5874327"/>
              <a:gd name="connsiteY2" fmla="*/ 282601 h 282601"/>
              <a:gd name="connsiteX3" fmla="*/ 5864278 w 5874327"/>
              <a:gd name="connsiteY3" fmla="*/ 0 h 28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4327" h="282601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w="34925">
            <a:solidFill>
              <a:srgbClr val="0000A8"/>
            </a:solidFill>
            <a:headEnd type="triangle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18B56FA4-5E06-734B-8CCA-520BDE95A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424" y="4432024"/>
            <a:ext cx="5247083" cy="193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  <a:defRPr/>
            </a:pPr>
            <a:r>
              <a:rPr lang="pt" sz="2400" kern="0">
                <a:ea typeface="ＭＳ Ｐゴシック"/>
                <a:cs typeface="+mn-cs"/>
              </a:rPr>
              <a:t>Lado emissor:</a:t>
            </a:r>
          </a:p>
          <a:p>
            <a:pPr marL="466725">
              <a:buFont typeface="Arial" charset="2"/>
              <a:buChar char="•"/>
              <a:defRPr/>
            </a:pPr>
            <a:r>
              <a:rPr lang="pt" sz="2400" kern="0"/>
              <a:t>encapsula o datagrama no quadro</a:t>
            </a:r>
          </a:p>
          <a:p>
            <a:pPr marL="466725">
              <a:buFont typeface="Arial" charset="2"/>
              <a:buChar char="•"/>
              <a:defRPr/>
            </a:pPr>
            <a:r>
              <a:rPr lang="pt" sz="2400" kern="0"/>
              <a:t>adiciona bits de verificação de erros, transferência de dados confiável, controle de fluxo, etc.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CE6ED78C-4BB6-A242-9D70-6F08129C2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664" y="4433535"/>
            <a:ext cx="4829464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  <a:defRPr/>
            </a:pPr>
            <a:r>
              <a:rPr lang="pt" sz="2400" kern="0">
                <a:cs typeface="+mn-cs"/>
              </a:rPr>
              <a:t>Lado receptor:</a:t>
            </a:r>
          </a:p>
          <a:p>
            <a:pPr marL="466725">
              <a:buFont typeface="Arial" charset="2"/>
              <a:buChar char="•"/>
              <a:defRPr/>
            </a:pPr>
            <a:r>
              <a:rPr lang="pt" sz="2400" kern="0"/>
              <a:t>procura erros, transferência de dados confiável, controle de fluxo, etc.</a:t>
            </a:r>
          </a:p>
          <a:p>
            <a:pPr marL="400050" indent="-276225">
              <a:buFont typeface="Arial" charset="2"/>
              <a:buChar char="•"/>
              <a:defRPr/>
            </a:pPr>
            <a:r>
              <a:rPr lang="pt" sz="2400" kern="0"/>
              <a:t>extrai o datagrama, passa para a camada superior no lado receptor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74AB8B-EB99-0441-9682-66840F3A7F92}"/>
              </a:ext>
            </a:extLst>
          </p:cNvPr>
          <p:cNvGrpSpPr/>
          <p:nvPr/>
        </p:nvGrpSpPr>
        <p:grpSpPr>
          <a:xfrm>
            <a:off x="121985" y="3213275"/>
            <a:ext cx="2174140" cy="339427"/>
            <a:chOff x="8795014" y="27710"/>
            <a:chExt cx="1642179" cy="33942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F4BB85F-69FB-5247-9776-577109762BF8}"/>
                </a:ext>
              </a:extLst>
            </p:cNvPr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BC16E38-D878-DA40-BBB8-6FB0CDBAC30B}"/>
                  </a:ext>
                </a:extLst>
              </p:cNvPr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A787236-15FA-7C49-9EC5-8D58F317FD53}"/>
                  </a:ext>
                </a:extLst>
              </p:cNvPr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" sz="1600">
                    <a:solidFill>
                      <a:prstClr val="black"/>
                    </a:solidFill>
                    <a:latin typeface="Calibri"/>
                  </a:rPr>
                  <a:t>Enlace</a:t>
                </a:r>
                <a:r>
                  <a:rPr lang="pt" sz="1600" baseline="-25000">
                    <a:solidFill>
                      <a:prstClr val="black"/>
                    </a:solidFill>
                    <a:latin typeface="Calibri"/>
                  </a:rPr>
                  <a:t>h</a:t>
                </a:r>
                <a:endParaRPr kumimoji="0" lang="en-US" sz="16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005BFB6-442F-8B4F-A9BE-E9EA4B39C815}"/>
                </a:ext>
              </a:extLst>
            </p:cNvPr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D71FB187-96E4-244B-AF15-E9CD3D0042E1}"/>
                  </a:ext>
                </a:extLst>
              </p:cNvPr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0772B65-2D38-BD48-890B-AE81492D2152}"/>
                  </a:ext>
                </a:extLst>
              </p:cNvPr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/>
                </a:pPr>
                <a:r>
                  <a:rPr lang="pt" sz="1600">
                    <a:solidFill>
                      <a:prstClr val="black"/>
                    </a:solidFill>
                    <a:latin typeface="Calibri"/>
                  </a:rPr>
                  <a:t>Pacote</a:t>
                </a:r>
                <a:endParaRPr lang="pt-BR"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4DCBCE-E716-334C-BD5E-3775F82A2DA5}"/>
              </a:ext>
            </a:extLst>
          </p:cNvPr>
          <p:cNvGrpSpPr/>
          <p:nvPr/>
        </p:nvGrpSpPr>
        <p:grpSpPr>
          <a:xfrm>
            <a:off x="9888337" y="3037360"/>
            <a:ext cx="1050336" cy="338554"/>
            <a:chOff x="309834" y="1124253"/>
            <a:chExt cx="1050336" cy="338554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80854FB-94FB-5641-A2CE-545956B45415}"/>
                </a:ext>
              </a:extLst>
            </p:cNvPr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9C16815-500B-C54D-BE20-C80213A27D36}"/>
                </a:ext>
              </a:extLst>
            </p:cNvPr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600">
                  <a:solidFill>
                    <a:prstClr val="black"/>
                  </a:solidFill>
                  <a:latin typeface="Calibri"/>
                </a:rPr>
                <a:t>Pacote</a:t>
              </a:r>
              <a:endParaRPr lang="pt" sz="1600">
                <a:solidFill>
                  <a:prstClr val="black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35" name="Slide Number Placeholder 4">
            <a:extLst>
              <a:ext uri="{FF2B5EF4-FFF2-40B4-BE49-F238E27FC236}">
                <a16:creationId xmlns:a16="http://schemas.microsoft.com/office/drawing/2014/main" id="{B42137AA-2705-A54C-8A5A-83DF24E92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49DB432A-8E27-8EF1-9FE6-8A2042D32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363" y="1584984"/>
            <a:ext cx="1836737" cy="24018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0E303801-2C66-BA15-A935-8E64B96BA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467" y="3583478"/>
            <a:ext cx="847224" cy="2424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" name="Rectangle 45">
            <a:extLst>
              <a:ext uri="{FF2B5EF4-FFF2-40B4-BE49-F238E27FC236}">
                <a16:creationId xmlns:a16="http://schemas.microsoft.com/office/drawing/2014/main" id="{0E02B04C-7115-3EA4-D6EA-49D2D915D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467" y="2915894"/>
            <a:ext cx="887829" cy="4990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controlador</a:t>
            </a:r>
          </a:p>
        </p:txBody>
      </p:sp>
      <p:sp>
        <p:nvSpPr>
          <p:cNvPr id="16" name="Text Box 46">
            <a:extLst>
              <a:ext uri="{FF2B5EF4-FFF2-40B4-BE49-F238E27FC236}">
                <a16:creationId xmlns:a16="http://schemas.microsoft.com/office/drawing/2014/main" id="{CDABDE77-27D3-60A9-3257-14ED88FA7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364" y="3582976"/>
            <a:ext cx="8580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físico</a:t>
            </a: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26B1D1CE-7DA3-C3FC-0153-0467109C050E}"/>
              </a:ext>
            </a:extLst>
          </p:cNvPr>
          <p:cNvSpPr>
            <a:spLocks/>
          </p:cNvSpPr>
          <p:nvPr/>
        </p:nvSpPr>
        <p:spPr bwMode="auto">
          <a:xfrm>
            <a:off x="3807013" y="2454934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" name="Line 48">
            <a:extLst>
              <a:ext uri="{FF2B5EF4-FFF2-40B4-BE49-F238E27FC236}">
                <a16:creationId xmlns:a16="http://schemas.microsoft.com/office/drawing/2014/main" id="{08B3FB03-EBC8-4EBA-A1A1-57EBDCB63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2075" y="2627971"/>
            <a:ext cx="135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" name="Line 49">
            <a:extLst>
              <a:ext uri="{FF2B5EF4-FFF2-40B4-BE49-F238E27FC236}">
                <a16:creationId xmlns:a16="http://schemas.microsoft.com/office/drawing/2014/main" id="{0481F96C-7F98-9CE9-7EA9-4042C13F66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363" y="2635909"/>
            <a:ext cx="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DE2CA32C-5834-E2EC-9EC1-2F5EE6BB6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950" y="1937409"/>
            <a:ext cx="657225" cy="51911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CPU</a:t>
            </a:r>
          </a:p>
        </p:txBody>
      </p:sp>
      <p:sp>
        <p:nvSpPr>
          <p:cNvPr id="26" name="Rectangle 51">
            <a:extLst>
              <a:ext uri="{FF2B5EF4-FFF2-40B4-BE49-F238E27FC236}">
                <a16:creationId xmlns:a16="http://schemas.microsoft.com/office/drawing/2014/main" id="{2B1A63D9-86D7-1C01-3181-D094DBAA7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100" y="1938996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memória</a:t>
            </a:r>
          </a:p>
        </p:txBody>
      </p:sp>
      <p:sp>
        <p:nvSpPr>
          <p:cNvPr id="28" name="Line 52">
            <a:extLst>
              <a:ext uri="{FF2B5EF4-FFF2-40B4-BE49-F238E27FC236}">
                <a16:creationId xmlns:a16="http://schemas.microsoft.com/office/drawing/2014/main" id="{827FDA47-D315-29E4-7692-6196F669FF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64163" y="2458109"/>
            <a:ext cx="1587" cy="169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0" name="Line 53">
            <a:extLst>
              <a:ext uri="{FF2B5EF4-FFF2-40B4-BE49-F238E27FC236}">
                <a16:creationId xmlns:a16="http://schemas.microsoft.com/office/drawing/2014/main" id="{7F23EBDC-D095-530B-220C-75EF7E4B70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37288" y="2459696"/>
            <a:ext cx="1587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" name="Line 55">
            <a:extLst>
              <a:ext uri="{FF2B5EF4-FFF2-40B4-BE49-F238E27FC236}">
                <a16:creationId xmlns:a16="http://schemas.microsoft.com/office/drawing/2014/main" id="{7FE2B904-EEAE-4F96-9C99-2A06B8DBE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7363" y="3243921"/>
            <a:ext cx="12700" cy="339725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6" name="Rectangle 43">
            <a:extLst>
              <a:ext uri="{FF2B5EF4-FFF2-40B4-BE49-F238E27FC236}">
                <a16:creationId xmlns:a16="http://schemas.microsoft.com/office/drawing/2014/main" id="{29916B48-A5DC-F915-D4ED-2B296B2A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613" y="2824821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2" name="Group 84">
            <a:extLst>
              <a:ext uri="{FF2B5EF4-FFF2-40B4-BE49-F238E27FC236}">
                <a16:creationId xmlns:a16="http://schemas.microsoft.com/office/drawing/2014/main" id="{78CDDEB7-C566-346B-B018-7455BBBE53AD}"/>
              </a:ext>
            </a:extLst>
          </p:cNvPr>
          <p:cNvGrpSpPr>
            <a:grpSpLocks/>
          </p:cNvGrpSpPr>
          <p:nvPr/>
        </p:nvGrpSpPr>
        <p:grpSpPr bwMode="auto">
          <a:xfrm>
            <a:off x="2078562" y="1767045"/>
            <a:ext cx="1547814" cy="2035176"/>
            <a:chOff x="2646" y="1742"/>
            <a:chExt cx="975" cy="1282"/>
          </a:xfrm>
        </p:grpSpPr>
        <p:sp>
          <p:nvSpPr>
            <p:cNvPr id="38" name="Freeform 62">
              <a:extLst>
                <a:ext uri="{FF2B5EF4-FFF2-40B4-BE49-F238E27FC236}">
                  <a16:creationId xmlns:a16="http://schemas.microsoft.com/office/drawing/2014/main" id="{84B2F438-B6B8-2D48-E73F-9F48BCB4E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488"/>
              <a:ext cx="393" cy="536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6EA633E1-028F-A6DC-779A-F8DE2A676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" name="Freeform 63">
              <a:extLst>
                <a:ext uri="{FF2B5EF4-FFF2-40B4-BE49-F238E27FC236}">
                  <a16:creationId xmlns:a16="http://schemas.microsoft.com/office/drawing/2014/main" id="{CCFF9989-3946-8A02-EF94-E3451AC16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C7B61336-2D34-E414-880A-1AD1B8B85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Text Box 65">
              <a:extLst>
                <a:ext uri="{FF2B5EF4-FFF2-40B4-BE49-F238E27FC236}">
                  <a16:creationId xmlns:a16="http://schemas.microsoft.com/office/drawing/2014/main" id="{09622AB0-7E03-048F-BA7D-7E7EDC488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742"/>
              <a:ext cx="55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aplicação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rede</a:t>
              </a:r>
            </a:p>
            <a:p>
              <a:pPr marL="0" marR="0" lvl="0" indent="0"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enlace</a:t>
              </a:r>
              <a:endParaRPr lang="pt"/>
            </a:p>
          </p:txBody>
        </p:sp>
        <p:sp>
          <p:nvSpPr>
            <p:cNvPr id="43" name="Line 66">
              <a:extLst>
                <a:ext uri="{FF2B5EF4-FFF2-40B4-BE49-F238E27FC236}">
                  <a16:creationId xmlns:a16="http://schemas.microsoft.com/office/drawing/2014/main" id="{624C4B86-5244-06BA-C3EF-D0691A96B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1898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Line 67">
              <a:extLst>
                <a:ext uri="{FF2B5EF4-FFF2-40B4-BE49-F238E27FC236}">
                  <a16:creationId xmlns:a16="http://schemas.microsoft.com/office/drawing/2014/main" id="{B8D25927-8999-F2F1-AB73-4F2782E5B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001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Line 68">
              <a:extLst>
                <a:ext uri="{FF2B5EF4-FFF2-40B4-BE49-F238E27FC236}">
                  <a16:creationId xmlns:a16="http://schemas.microsoft.com/office/drawing/2014/main" id="{E0216B58-E634-6955-33BB-2F1CC32BF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10"/>
              <a:ext cx="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Line 71">
              <a:extLst>
                <a:ext uri="{FF2B5EF4-FFF2-40B4-BE49-F238E27FC236}">
                  <a16:creationId xmlns:a16="http://schemas.microsoft.com/office/drawing/2014/main" id="{284EC780-CB97-2A1A-A1D8-C48DB0C49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22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72">
              <a:extLst>
                <a:ext uri="{FF2B5EF4-FFF2-40B4-BE49-F238E27FC236}">
                  <a16:creationId xmlns:a16="http://schemas.microsoft.com/office/drawing/2014/main" id="{B35C4DF3-9C69-2999-C0F7-BCD09C232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Text Box 74">
              <a:extLst>
                <a:ext uri="{FF2B5EF4-FFF2-40B4-BE49-F238E27FC236}">
                  <a16:creationId xmlns:a16="http://schemas.microsoft.com/office/drawing/2014/main" id="{6213D743-EF43-751A-04E1-634EC0786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2653"/>
              <a:ext cx="3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enlace</a:t>
              </a:r>
              <a:endPara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200" i="0" kern="0">
                  <a:solidFill>
                    <a:srgbClr val="000000"/>
                  </a:solidFill>
                  <a:latin typeface="+mn-lt"/>
                  <a:ea typeface="ＭＳ Ｐゴシック"/>
                </a:rPr>
                <a:t>física</a:t>
              </a:r>
              <a:endParaRPr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Calibri"/>
              </a:endParaRPr>
            </a:p>
          </p:txBody>
        </p:sp>
        <p:sp>
          <p:nvSpPr>
            <p:cNvPr id="49" name="Line 78">
              <a:extLst>
                <a:ext uri="{FF2B5EF4-FFF2-40B4-BE49-F238E27FC236}">
                  <a16:creationId xmlns:a16="http://schemas.microsoft.com/office/drawing/2014/main" id="{6DE0028F-F062-E479-883E-73EA2BA59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03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" name="Line 80">
              <a:extLst>
                <a:ext uri="{FF2B5EF4-FFF2-40B4-BE49-F238E27FC236}">
                  <a16:creationId xmlns:a16="http://schemas.microsoft.com/office/drawing/2014/main" id="{5DF94F89-9F6E-2885-6F27-00F6FACCB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Line 81">
              <a:extLst>
                <a:ext uri="{FF2B5EF4-FFF2-40B4-BE49-F238E27FC236}">
                  <a16:creationId xmlns:a16="http://schemas.microsoft.com/office/drawing/2014/main" id="{F041BEF3-83CE-1D60-C1B6-E7E289549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noFill/>
                </a14:hiddenFill>
              </a:ext>
              <a:ext uri="{AF507438-7753-43e0-B8FC-AC1667EBCBE1}">
  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" name="Rectangle 70">
            <a:extLst>
              <a:ext uri="{FF2B5EF4-FFF2-40B4-BE49-F238E27FC236}">
                <a16:creationId xmlns:a16="http://schemas.microsoft.com/office/drawing/2014/main" id="{5A99FADE-C4EB-857D-5D6A-B00225500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283" y="2538698"/>
            <a:ext cx="722086" cy="1916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7">
            <a:extLst>
              <a:ext uri="{FF2B5EF4-FFF2-40B4-BE49-F238E27FC236}">
                <a16:creationId xmlns:a16="http://schemas.microsoft.com/office/drawing/2014/main" id="{DA55065D-CABD-C543-9BFC-F14C62146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723" y="1976925"/>
            <a:ext cx="776288" cy="0"/>
          </a:xfrm>
          <a:prstGeom prst="line">
            <a:avLst/>
          </a:prstGeom>
          <a:noFill/>
          <a:ln w="9525">
            <a:solidFill>
              <a:srgbClr val="E4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Line 67">
            <a:extLst>
              <a:ext uri="{FF2B5EF4-FFF2-40B4-BE49-F238E27FC236}">
                <a16:creationId xmlns:a16="http://schemas.microsoft.com/office/drawing/2014/main" id="{6E38B990-2CD5-701A-53A7-E9AF5F697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9100" y="2163831"/>
            <a:ext cx="776288" cy="0"/>
          </a:xfrm>
          <a:prstGeom prst="line">
            <a:avLst/>
          </a:prstGeom>
          <a:noFill/>
          <a:ln w="9525">
            <a:solidFill>
              <a:srgbClr val="E4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8" name="Line 67">
            <a:extLst>
              <a:ext uri="{FF2B5EF4-FFF2-40B4-BE49-F238E27FC236}">
                <a16:creationId xmlns:a16="http://schemas.microsoft.com/office/drawing/2014/main" id="{4BE69396-3260-EB62-61FB-0E7DA3864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0" y="-82305"/>
            <a:ext cx="776288" cy="0"/>
          </a:xfrm>
          <a:prstGeom prst="line">
            <a:avLst/>
          </a:prstGeom>
          <a:noFill/>
          <a:ln w="9525">
            <a:solidFill>
              <a:srgbClr val="E4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noFill/>
              </a14:hiddenFill>
            </a:ext>
            <a:ext uri="{AF507438-7753-43e0-B8FC-AC1667EBCBE1}">
              <a14:hiddenEffects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9" name="Line 67">
            <a:extLst>
              <a:ext uri="{FF2B5EF4-FFF2-40B4-BE49-F238E27FC236}">
                <a16:creationId xmlns:a16="http://schemas.microsoft.com/office/drawing/2014/main" id="{0DFDA3CA-AEA7-5300-956A-397A6605F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3478" y="2336359"/>
            <a:ext cx="776288" cy="0"/>
          </a:xfrm>
          <a:prstGeom prst="line">
            <a:avLst/>
          </a:prstGeom>
          <a:noFill/>
          <a:ln w="9525">
            <a:solidFill>
              <a:srgbClr val="E4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6E2B94-DB9A-7246-AFC8-1AF4BF171909}"/>
              </a:ext>
            </a:extLst>
          </p:cNvPr>
          <p:cNvGrpSpPr/>
          <p:nvPr/>
        </p:nvGrpSpPr>
        <p:grpSpPr>
          <a:xfrm>
            <a:off x="1393581" y="2080806"/>
            <a:ext cx="1050336" cy="338554"/>
            <a:chOff x="1551732" y="2084406"/>
            <a:chExt cx="1050336" cy="338554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FE69BAF-1146-6E49-A666-E323A3E57C63}"/>
                </a:ext>
              </a:extLst>
            </p:cNvPr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6546C0F-2F99-5D49-9B71-D806E1F4AC4B}"/>
                </a:ext>
              </a:extLst>
            </p:cNvPr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600">
                  <a:solidFill>
                    <a:prstClr val="black"/>
                  </a:solidFill>
                  <a:latin typeface="Calibri"/>
                </a:rPr>
                <a:t>Pacote</a:t>
              </a:r>
              <a:endParaRPr lang="p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3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-2.5E-6 0.142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023 C 0.00078 0.05555 0.0017 0.11111 0.00261 0.1669 L 0.68633 0.17477 L 0.68633 -0.00301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10" y="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3 L -0.00039 -0.1384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enlace, LANs: roteiro</a:t>
            </a:r>
            <a:endParaRPr lang="en-US" sz="440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-457200"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  <a:defRPr/>
            </a:pPr>
            <a:r>
              <a:rPr lang="pt" sz="3200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  <a:endParaRPr lang="pt-BR"/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582930" indent="-571500">
              <a:spcBef>
                <a:spcPts val="600"/>
              </a:spcBef>
              <a:buClr>
                <a:srgbClr val="0000A8"/>
              </a:buClr>
              <a:buFont typeface="Arial" pitchFamily="2" charset="2"/>
              <a:buChar char="•"/>
            </a:pPr>
            <a:r>
              <a:rPr lang="pt" altLang="en-US" sz="3600">
                <a:ea typeface="ＭＳ Ｐゴシック"/>
                <a:cs typeface="Arial"/>
              </a:rPr>
              <a:t>Detecção e correção de erros</a:t>
            </a:r>
          </a:p>
          <a:p>
            <a:pPr marL="285750" indent="-274320">
              <a:spcBef>
                <a:spcPts val="600"/>
              </a:spcBef>
              <a:buClr>
                <a:srgbClr val="BFBFBF"/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/>
                <a:cs typeface="Arial"/>
              </a:rPr>
              <a:t>Protocolos de acesso múltiplo</a:t>
            </a:r>
            <a:endParaRPr lang="pt">
              <a:solidFill>
                <a:schemeClr val="bg1">
                  <a:lumMod val="75000"/>
                </a:schemeClr>
              </a:solidFill>
            </a:endParaRP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LANs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endereçamento, ARP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Interruptores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VLANs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/>
                <a:cs typeface="Arial"/>
              </a:rPr>
              <a:t>Virtualização de links: MPLS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285750" indent="-274320">
              <a:spcBef>
                <a:spcPts val="600"/>
              </a:spcBef>
              <a:buFont typeface="Arial" pitchFamily="2" charset="2"/>
              <a:buChar char="•"/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320">
              <a:spcBef>
                <a:spcPts val="600"/>
              </a:spcBef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8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111">
            <a:extLst>
              <a:ext uri="{FF2B5EF4-FFF2-40B4-BE49-F238E27FC236}">
                <a16:creationId xmlns:a16="http://schemas.microsoft.com/office/drawing/2014/main" id="{7F51B7E6-A68F-BE4A-979C-15563FEEBA73}"/>
              </a:ext>
            </a:extLst>
          </p:cNvPr>
          <p:cNvSpPr/>
          <p:nvPr/>
        </p:nvSpPr>
        <p:spPr>
          <a:xfrm>
            <a:off x="2093843" y="3078131"/>
            <a:ext cx="596348" cy="2902226"/>
          </a:xfrm>
          <a:custGeom>
            <a:avLst/>
            <a:gdLst>
              <a:gd name="connsiteX0" fmla="*/ 0 w 596348"/>
              <a:gd name="connsiteY0" fmla="*/ 0 h 2796209"/>
              <a:gd name="connsiteX1" fmla="*/ 0 w 596348"/>
              <a:gd name="connsiteY1" fmla="*/ 2796209 h 2796209"/>
              <a:gd name="connsiteX2" fmla="*/ 596348 w 596348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2796209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" b="0">
                <a:latin typeface="+mn-lt"/>
              </a:rPr>
              <a:t>Detecção de erros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65236-D727-2A42-B351-4D64035A9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317981B-FC40-9845-ACEA-8C6C14F5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90" y="1351243"/>
            <a:ext cx="1027212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800" i="0">
                <a:latin typeface="+mn-lt"/>
                <a:cs typeface="+mn-cs"/>
              </a:rPr>
              <a:t>EDC: bits de detecção e correção de erros (por exemplo, redundância)</a:t>
            </a:r>
          </a:p>
          <a:p>
            <a:pPr>
              <a:defRPr/>
            </a:pPr>
            <a:r>
              <a:rPr lang="pt" sz="2800" i="0">
                <a:latin typeface="+mn-lt"/>
                <a:cs typeface="+mn-cs"/>
              </a:rPr>
              <a:t>D: dados protegidos por verificação de erros, podem incluir campos de cabeçalho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1B18EEE-2CFF-5B46-9EEA-5C1698303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513" y="3028121"/>
            <a:ext cx="344887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400" i="0">
                <a:latin typeface="+mn-lt"/>
                <a:cs typeface="+mn-cs"/>
              </a:rPr>
              <a:t>A detecção de erros não é 100% confiável!</a:t>
            </a:r>
          </a:p>
          <a:p>
            <a:pPr marL="460375" lvl="1" indent="-3429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2400" i="0">
                <a:latin typeface="+mn-lt"/>
                <a:cs typeface="+mn-cs"/>
              </a:rPr>
              <a:t>protocolo pode perder alguns erros, mas raramente</a:t>
            </a:r>
            <a:endParaRPr lang="pt" sz="2400" i="0">
              <a:latin typeface="+mn-lt"/>
              <a:cs typeface="Calibri" panose="020F0502020204030204"/>
            </a:endParaRPr>
          </a:p>
          <a:p>
            <a:pPr marL="404495" lvl="1" indent="-28702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2400" i="0">
                <a:latin typeface="+mn-lt"/>
                <a:cs typeface="+mn-cs"/>
              </a:rPr>
              <a:t>campo EDC maior produz melhor detecção e correção</a:t>
            </a:r>
            <a:endParaRPr lang="pt" sz="2400" i="0">
              <a:latin typeface="+mn-lt"/>
              <a:cs typeface="Calibri" panose="020F050202020403020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F3614-B8B3-7B47-811B-B113DE71CD9C}"/>
              </a:ext>
            </a:extLst>
          </p:cNvPr>
          <p:cNvGrpSpPr/>
          <p:nvPr/>
        </p:nvGrpSpPr>
        <p:grpSpPr>
          <a:xfrm>
            <a:off x="1550505" y="3263661"/>
            <a:ext cx="1656522" cy="400110"/>
            <a:chOff x="437322" y="2637183"/>
            <a:chExt cx="1656522" cy="4001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25B757-9F36-8547-AD5E-F5695EE4E0A3}"/>
                </a:ext>
              </a:extLst>
            </p:cNvPr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86D0A8-FCC7-6B4C-9159-12132B3971BD}"/>
                </a:ext>
              </a:extLst>
            </p:cNvPr>
            <p:cNvSpPr txBox="1"/>
            <p:nvPr/>
          </p:nvSpPr>
          <p:spPr>
            <a:xfrm>
              <a:off x="675860" y="2637183"/>
              <a:ext cx="889218" cy="400110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pt" sz="2000">
                  <a:ea typeface="Calibri"/>
                  <a:cs typeface="Calibri"/>
                </a:rPr>
                <a:t>Pacote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2561F8A-1D0B-DE40-8B84-1CA6B5491E56}"/>
              </a:ext>
            </a:extLst>
          </p:cNvPr>
          <p:cNvGrpSpPr/>
          <p:nvPr/>
        </p:nvGrpSpPr>
        <p:grpSpPr>
          <a:xfrm>
            <a:off x="1567043" y="4676037"/>
            <a:ext cx="2325599" cy="847889"/>
            <a:chOff x="1567043" y="4460377"/>
            <a:chExt cx="2325599" cy="84788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1423F0-A1BA-FF4F-A8D3-75659E8A0BA4}"/>
                </a:ext>
              </a:extLst>
            </p:cNvPr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204CD8F-DCEE-174F-9DDC-16378D58D91B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02CF49-30A4-064E-AFB1-FC182192C60C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</a:t>
                </a:r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71317C-4216-4C43-B388-15C367B65BB8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EDC</a:t>
                </a:r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ABCC57A-846B-9445-8EC5-198834858081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73B4EB-E4C9-6D47-8A33-AAF8C5FB5BC5}"/>
                </a:ext>
              </a:extLst>
            </p:cNvPr>
            <p:cNvGrpSpPr/>
            <p:nvPr/>
          </p:nvGrpSpPr>
          <p:grpSpPr>
            <a:xfrm>
              <a:off x="1571947" y="4460377"/>
              <a:ext cx="2213094" cy="400110"/>
              <a:chOff x="1897200" y="4460377"/>
              <a:chExt cx="2213094" cy="400110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0EFBDBE-EA98-A040-A650-F657EBD89B49}"/>
                  </a:ext>
                </a:extLst>
              </p:cNvPr>
              <p:cNvCxnSpPr/>
              <p:nvPr/>
            </p:nvCxnSpPr>
            <p:spPr>
              <a:xfrm flipV="1">
                <a:off x="1897200" y="4651223"/>
                <a:ext cx="2213094" cy="1437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5EEAD09-901F-734E-87E5-21A3AC7FEB6F}"/>
                  </a:ext>
                </a:extLst>
              </p:cNvPr>
              <p:cNvSpPr/>
              <p:nvPr/>
            </p:nvSpPr>
            <p:spPr>
              <a:xfrm>
                <a:off x="2055668" y="4608045"/>
                <a:ext cx="1892580" cy="1607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39C20D-EAD3-2B47-9B8D-073C1688C2E3}"/>
                  </a:ext>
                </a:extLst>
              </p:cNvPr>
              <p:cNvSpPr txBox="1"/>
              <p:nvPr/>
            </p:nvSpPr>
            <p:spPr>
              <a:xfrm>
                <a:off x="2131132" y="4460377"/>
                <a:ext cx="176522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pt" sz="2000"/>
                  <a:t>d bits de dados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DA25F4C-C4F2-1145-882F-8365320D7B57}"/>
                  </a:ext>
                </a:extLst>
              </p:cNvPr>
              <p:cNvCxnSpPr/>
              <p:nvPr/>
            </p:nvCxnSpPr>
            <p:spPr>
              <a:xfrm>
                <a:off x="4103117" y="4557623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53742D6-A287-9242-A316-ACB86B5DE59A}"/>
                  </a:ext>
                </a:extLst>
              </p:cNvPr>
              <p:cNvCxnSpPr/>
              <p:nvPr/>
            </p:nvCxnSpPr>
            <p:spPr>
              <a:xfrm>
                <a:off x="1902000" y="4569600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EAA84A3-6E3A-7849-BCAA-4977D967CF20}"/>
              </a:ext>
            </a:extLst>
          </p:cNvPr>
          <p:cNvGrpSpPr/>
          <p:nvPr/>
        </p:nvGrpSpPr>
        <p:grpSpPr>
          <a:xfrm>
            <a:off x="2714378" y="5744240"/>
            <a:ext cx="2703259" cy="434898"/>
            <a:chOff x="3244465" y="6071919"/>
            <a:chExt cx="2703259" cy="43489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9E3893F-ACB5-AD40-A8E9-EAFB99935222}"/>
                </a:ext>
              </a:extLst>
            </p:cNvPr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08EC3E2-ECED-4F4A-AA94-8EC7D14E1C96}"/>
                  </a:ext>
                </a:extLst>
              </p:cNvPr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D0958D5-2A1C-BB4F-9037-EF68A07E340F}"/>
                  </a:ext>
                </a:extLst>
              </p:cNvPr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8D02393-68D8-2B41-B21C-E454A7B124E0}"/>
                  </a:ext>
                </a:extLst>
              </p:cNvPr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0000">
                    <a:srgbClr val="7ACCF4"/>
                  </a:gs>
                </a:gsLst>
                <a:lin ang="16200000" scaled="0"/>
                <a:tileRect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7898BB2-AD26-6D40-9691-3F368167B652}"/>
                  </a:ext>
                </a:extLst>
              </p:cNvPr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03C8C1-772E-0A43-A380-E4B70DBD5FAE}"/>
                </a:ext>
              </a:extLst>
            </p:cNvPr>
            <p:cNvSpPr txBox="1"/>
            <p:nvPr/>
          </p:nvSpPr>
          <p:spPr>
            <a:xfrm>
              <a:off x="3439600" y="6078283"/>
              <a:ext cx="2508124" cy="41448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defRPr/>
              </a:pPr>
              <a:r>
                <a:rPr lang="pt" sz="2000" i="1">
                  <a:latin typeface="Calibri" panose="020F0502020204030204"/>
                </a:rPr>
                <a:t>Enlace sujeito a erros</a:t>
              </a:r>
              <a:endParaRPr lang="pt-BR"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C5B5BB-AE5C-774A-A52D-9FA9A80A5C3B}"/>
              </a:ext>
            </a:extLst>
          </p:cNvPr>
          <p:cNvGrpSpPr/>
          <p:nvPr/>
        </p:nvGrpSpPr>
        <p:grpSpPr>
          <a:xfrm>
            <a:off x="4661425" y="4933434"/>
            <a:ext cx="2325599" cy="1033670"/>
            <a:chOff x="4661425" y="4717774"/>
            <a:chExt cx="2325599" cy="1033670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835B0D2-C006-D94E-8669-286F102B1A07}"/>
                </a:ext>
              </a:extLst>
            </p:cNvPr>
            <p:cNvSpPr/>
            <p:nvPr/>
          </p:nvSpPr>
          <p:spPr>
            <a:xfrm>
              <a:off x="5486400" y="4717774"/>
              <a:ext cx="238539" cy="1033670"/>
            </a:xfrm>
            <a:custGeom>
              <a:avLst/>
              <a:gdLst>
                <a:gd name="connsiteX0" fmla="*/ 0 w 238539"/>
                <a:gd name="connsiteY0" fmla="*/ 1033670 h 1033670"/>
                <a:gd name="connsiteX1" fmla="*/ 238539 w 238539"/>
                <a:gd name="connsiteY1" fmla="*/ 1033670 h 1033670"/>
                <a:gd name="connsiteX2" fmla="*/ 238539 w 238539"/>
                <a:gd name="connsiteY2" fmla="*/ 0 h 1033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539" h="1033670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6E86C6F-6BC6-244B-8ECE-6E6E56AD43C2}"/>
                </a:ext>
              </a:extLst>
            </p:cNvPr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4A7AA7B-0175-DB46-B3C6-ACC0A348568C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3B62150-9929-094D-8252-E74930AA6ADF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D’</a:t>
                </a:r>
                <a:endParaRPr 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04AB006-6F9E-2C4F-8C02-58009DF0B39D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EDC'</a:t>
                </a:r>
                <a:endParaRPr lang="en-US"/>
              </a:p>
            </p:txBody>
          </p: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B0DF45A-EDEF-A04A-AC62-14DB9CE04992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7477719-8F6B-0B49-9CE6-E154E3E98AC3}"/>
              </a:ext>
            </a:extLst>
          </p:cNvPr>
          <p:cNvGrpSpPr/>
          <p:nvPr/>
        </p:nvGrpSpPr>
        <p:grpSpPr>
          <a:xfrm>
            <a:off x="4996068" y="3886511"/>
            <a:ext cx="2457775" cy="1029286"/>
            <a:chOff x="4996068" y="3670851"/>
            <a:chExt cx="2457775" cy="1029286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ECD2F859-5B67-AD47-A017-0D9D677086AC}"/>
                </a:ext>
              </a:extLst>
            </p:cNvPr>
            <p:cNvGrpSpPr/>
            <p:nvPr/>
          </p:nvGrpSpPr>
          <p:grpSpPr>
            <a:xfrm>
              <a:off x="4996068" y="3670851"/>
              <a:ext cx="1431235" cy="993913"/>
              <a:chOff x="6718851" y="5632173"/>
              <a:chExt cx="1431235" cy="993913"/>
            </a:xfrm>
          </p:grpSpPr>
          <p:sp>
            <p:nvSpPr>
              <p:cNvPr id="122" name="Diamond 121">
                <a:extLst>
                  <a:ext uri="{FF2B5EF4-FFF2-40B4-BE49-F238E27FC236}">
                    <a16:creationId xmlns:a16="http://schemas.microsoft.com/office/drawing/2014/main" id="{77C3078E-D70D-1947-AB61-5F3F5BA57ECC}"/>
                  </a:ext>
                </a:extLst>
              </p:cNvPr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bg1"/>
              </a:solidFill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>
                  <a:ea typeface="Calibri"/>
                  <a:cs typeface="Calibri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534033-F306-E14B-A719-79E2267ED6B6}"/>
                  </a:ext>
                </a:extLst>
              </p:cNvPr>
              <p:cNvSpPr txBox="1"/>
              <p:nvPr/>
            </p:nvSpPr>
            <p:spPr>
              <a:xfrm>
                <a:off x="6932640" y="5765938"/>
                <a:ext cx="1107668" cy="83894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pt" sz="1600"/>
                  <a:t>Todos </a:t>
                </a:r>
                <a:endParaRPr lang="pt-BR"/>
              </a:p>
              <a:p>
                <a:pPr algn="ctr">
                  <a:lnSpc>
                    <a:spcPct val="75000"/>
                  </a:lnSpc>
                </a:pPr>
                <a:r>
                  <a:rPr lang="pt" sz="1600"/>
                  <a:t>os bits em</a:t>
                </a:r>
                <a:endParaRPr lang="pt"/>
              </a:p>
              <a:p>
                <a:pPr algn="ctr">
                  <a:lnSpc>
                    <a:spcPct val="75000"/>
                  </a:lnSpc>
                </a:pPr>
                <a:r>
                  <a:rPr lang="pt" sz="1600"/>
                  <a:t>D ' estão </a:t>
                </a:r>
              </a:p>
              <a:p>
                <a:pPr algn="ctr">
                  <a:lnSpc>
                    <a:spcPct val="75000"/>
                  </a:lnSpc>
                </a:pPr>
                <a:r>
                  <a:rPr lang="pt" sz="1600"/>
                  <a:t>OK? </a:t>
                </a: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021AD68-3E2D-D64B-A328-B57D61FCD5C4}"/>
                </a:ext>
              </a:extLst>
            </p:cNvPr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000"/>
                <a:t>N</a:t>
              </a:r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B0E09AF-3DA9-004F-B45F-5B25A613D13D}"/>
                </a:ext>
              </a:extLst>
            </p:cNvPr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pt"/>
                <a:t>Detectado </a:t>
              </a:r>
            </a:p>
            <a:p>
              <a:pPr>
                <a:lnSpc>
                  <a:spcPct val="70000"/>
                </a:lnSpc>
              </a:pPr>
              <a:r>
                <a:rPr lang="pt"/>
                <a:t>erro</a:t>
              </a:r>
              <a:endParaRPr lang="en-US" sz="1600"/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01D339A-38B5-234B-AAEE-DB7358965F0D}"/>
                </a:ext>
              </a:extLst>
            </p:cNvPr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7A71D88-0E4D-8640-B2F7-F9EA635D4AEB}"/>
              </a:ext>
            </a:extLst>
          </p:cNvPr>
          <p:cNvGrpSpPr/>
          <p:nvPr/>
        </p:nvGrpSpPr>
        <p:grpSpPr>
          <a:xfrm>
            <a:off x="4377686" y="3104634"/>
            <a:ext cx="1963478" cy="831249"/>
            <a:chOff x="4351182" y="2928730"/>
            <a:chExt cx="1963478" cy="831249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464D525-07D1-0C4E-9322-3E346C68F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E07FFAD-256D-DD4C-A8F2-98E5BA8111F5}"/>
                </a:ext>
              </a:extLst>
            </p:cNvPr>
            <p:cNvCxnSpPr/>
            <p:nvPr/>
          </p:nvCxnSpPr>
          <p:spPr>
            <a:xfrm flipV="1">
              <a:off x="5685182" y="2928730"/>
              <a:ext cx="0" cy="72887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7ACBF32-D0BC-034B-96C6-CAF273BAE74C}"/>
                </a:ext>
              </a:extLst>
            </p:cNvPr>
            <p:cNvSpPr txBox="1"/>
            <p:nvPr/>
          </p:nvSpPr>
          <p:spPr>
            <a:xfrm>
              <a:off x="4351182" y="3484198"/>
              <a:ext cx="1022524" cy="275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pt" sz="1600"/>
                <a:t>caso contrário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8FC1D4C-50F1-EC40-9F28-B36E987206D4}"/>
                </a:ext>
              </a:extLst>
            </p:cNvPr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FD95C2-2A13-AB48-A445-E8C6B69B2D0C}"/>
                  </a:ext>
                </a:extLst>
              </p:cNvPr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D69FDB-BEE6-4247-8A0A-7662AB11262C}"/>
                  </a:ext>
                </a:extLst>
              </p:cNvPr>
              <p:cNvSpPr txBox="1"/>
              <p:nvPr/>
            </p:nvSpPr>
            <p:spPr>
              <a:xfrm>
                <a:off x="675860" y="2637183"/>
                <a:ext cx="889218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pt" sz="2000"/>
                  <a:t>Pacote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342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" b="0">
                <a:latin typeface="+mn-lt"/>
              </a:rPr>
              <a:t>Verificação de paridade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65236-D727-2A42-B351-4D64035A9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9E977DCF-A5D5-D941-A85F-41D595E7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407" y="1654589"/>
            <a:ext cx="368297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233363" indent="-233363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33045" indent="-233045">
              <a:defRPr/>
            </a:pPr>
            <a:r>
              <a:rPr lang="pt" sz="2800" i="0">
                <a:solidFill>
                  <a:srgbClr val="C00000"/>
                </a:solidFill>
                <a:latin typeface="+mn-lt"/>
                <a:ea typeface="ＭＳ Ｐゴシック"/>
                <a:cs typeface="+mn-cs"/>
              </a:rPr>
              <a:t>Paridade de </a:t>
            </a:r>
            <a:r>
              <a:rPr lang="pt" sz="2800" i="0">
                <a:solidFill>
                  <a:srgbClr val="C00000"/>
                </a:solidFill>
                <a:latin typeface="+mn-lt"/>
                <a:ea typeface="ＭＳ Ｐゴシック"/>
              </a:rPr>
              <a:t>único </a:t>
            </a:r>
            <a:r>
              <a:rPr lang="pt" sz="2800" i="0">
                <a:solidFill>
                  <a:srgbClr val="C00000"/>
                </a:solidFill>
                <a:latin typeface="+mn-lt"/>
                <a:ea typeface="ＭＳ Ｐゴシック"/>
                <a:cs typeface="+mn-cs"/>
              </a:rPr>
              <a:t>bit</a:t>
            </a:r>
            <a:r>
              <a:rPr lang="pt" sz="2800" i="0">
                <a:solidFill>
                  <a:srgbClr val="C00000"/>
                </a:solidFill>
                <a:latin typeface="+mn-lt"/>
                <a:ea typeface="ＭＳ Ｐゴシック"/>
              </a:rPr>
              <a:t>: </a:t>
            </a:r>
            <a:endParaRPr lang="pt" sz="2800" b="1" i="0">
              <a:solidFill>
                <a:srgbClr val="CC0000"/>
              </a:solidFill>
              <a:latin typeface="Calibri"/>
              <a:ea typeface="ＭＳ Ｐゴシック"/>
              <a:cs typeface="Calibri"/>
            </a:endParaRPr>
          </a:p>
          <a:p>
            <a:pPr marL="460375" indent="-342900"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 i="0">
                <a:latin typeface="+mn-lt"/>
                <a:ea typeface="ＭＳ Ｐゴシック"/>
                <a:cs typeface="+mn-cs"/>
              </a:rPr>
              <a:t>Detectar erros de </a:t>
            </a:r>
            <a:r>
              <a:rPr lang="pt" sz="2400" i="0">
                <a:latin typeface="+mn-lt"/>
                <a:ea typeface="ＭＳ Ｐゴシック"/>
              </a:rPr>
              <a:t>único </a:t>
            </a:r>
            <a:r>
              <a:rPr lang="pt" sz="2400" i="0">
                <a:latin typeface="+mn-lt"/>
                <a:ea typeface="ＭＳ Ｐゴシック"/>
                <a:cs typeface="+mn-cs"/>
              </a:rPr>
              <a:t>bit </a:t>
            </a:r>
            <a:endParaRPr lang="pt" sz="2400" i="0">
              <a:latin typeface="+mn-lt"/>
              <a:ea typeface="ＭＳ Ｐゴシック"/>
              <a:cs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A8807-E53F-544F-951E-4EEC55AED5AF}"/>
              </a:ext>
            </a:extLst>
          </p:cNvPr>
          <p:cNvSpPr/>
          <p:nvPr/>
        </p:nvSpPr>
        <p:spPr>
          <a:xfrm>
            <a:off x="1022592" y="3037644"/>
            <a:ext cx="2407444" cy="382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3EB88-53EC-9343-A0EB-51B17E90A4BE}"/>
              </a:ext>
            </a:extLst>
          </p:cNvPr>
          <p:cNvSpPr txBox="1"/>
          <p:nvPr/>
        </p:nvSpPr>
        <p:spPr>
          <a:xfrm>
            <a:off x="1061882" y="3044788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/>
              <a:t>0111000110101011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D6C8C67-D55F-4949-8CB8-AA48957614DA}"/>
              </a:ext>
            </a:extLst>
          </p:cNvPr>
          <p:cNvCxnSpPr>
            <a:cxnSpLocks/>
          </p:cNvCxnSpPr>
          <p:nvPr/>
        </p:nvCxnSpPr>
        <p:spPr>
          <a:xfrm>
            <a:off x="1002103" y="3656620"/>
            <a:ext cx="2077615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1496D49-E042-0042-963F-F4D7F6508310}"/>
              </a:ext>
            </a:extLst>
          </p:cNvPr>
          <p:cNvCxnSpPr/>
          <p:nvPr/>
        </p:nvCxnSpPr>
        <p:spPr>
          <a:xfrm>
            <a:off x="3089495" y="3563020"/>
            <a:ext cx="0" cy="18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4B9B26C-C48D-D541-B0C4-CE8674EAC315}"/>
              </a:ext>
            </a:extLst>
          </p:cNvPr>
          <p:cNvCxnSpPr/>
          <p:nvPr/>
        </p:nvCxnSpPr>
        <p:spPr>
          <a:xfrm>
            <a:off x="1008149" y="3560620"/>
            <a:ext cx="0" cy="18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6E17DF6-8FA0-3248-ACFA-3B0441E6E0F7}"/>
              </a:ext>
            </a:extLst>
          </p:cNvPr>
          <p:cNvGrpSpPr/>
          <p:nvPr/>
        </p:nvGrpSpPr>
        <p:grpSpPr>
          <a:xfrm>
            <a:off x="3093089" y="3043597"/>
            <a:ext cx="1355390" cy="1591955"/>
            <a:chOff x="3093089" y="2669786"/>
            <a:chExt cx="1355390" cy="159195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7D1C61-D575-204F-B00C-8AF81CED2FA8}"/>
                </a:ext>
              </a:extLst>
            </p:cNvPr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63440E5-B865-5441-BB06-030B90DDD147}"/>
                </a:ext>
              </a:extLst>
            </p:cNvPr>
            <p:cNvSpPr txBox="1"/>
            <p:nvPr/>
          </p:nvSpPr>
          <p:spPr>
            <a:xfrm>
              <a:off x="3093498" y="3670810"/>
              <a:ext cx="1354981" cy="5909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pt" sz="2000"/>
                <a:t>Bit de paridade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8AC37A-7C69-2A4B-A29F-A98AFD09B784}"/>
                </a:ext>
              </a:extLst>
            </p:cNvPr>
            <p:cNvCxnSpPr/>
            <p:nvPr/>
          </p:nvCxnSpPr>
          <p:spPr>
            <a:xfrm>
              <a:off x="3244610" y="3167702"/>
              <a:ext cx="0" cy="424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71D3D2-CCCB-5845-A95B-3738A1C04862}"/>
              </a:ext>
            </a:extLst>
          </p:cNvPr>
          <p:cNvCxnSpPr>
            <a:cxnSpLocks/>
          </p:cNvCxnSpPr>
          <p:nvPr/>
        </p:nvCxnSpPr>
        <p:spPr>
          <a:xfrm>
            <a:off x="3092210" y="3039342"/>
            <a:ext cx="0" cy="3872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842BAE3-D3AC-CD49-9147-12EDA7BFAFE5}"/>
              </a:ext>
            </a:extLst>
          </p:cNvPr>
          <p:cNvSpPr txBox="1"/>
          <p:nvPr/>
        </p:nvSpPr>
        <p:spPr>
          <a:xfrm>
            <a:off x="1434601" y="3496656"/>
            <a:ext cx="1354981" cy="3447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pt" sz="2000"/>
              <a:t>d bits de dados</a:t>
            </a: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51CC5DA7-C934-BA4D-AD2C-59DF1BDF9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4123" y="1651081"/>
            <a:ext cx="503618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800" i="0">
                <a:solidFill>
                  <a:srgbClr val="C00000"/>
                </a:solidFill>
                <a:latin typeface="+mn-lt"/>
                <a:cs typeface="+mn-cs"/>
              </a:rPr>
              <a:t>Paridade de bits bidimensional:</a:t>
            </a:r>
          </a:p>
          <a:p>
            <a:pPr marL="460375" indent="-342900"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 i="0">
                <a:latin typeface="+mn-lt"/>
                <a:cs typeface="+mn-cs"/>
              </a:rPr>
              <a:t> Detecte </a:t>
            </a:r>
            <a:r>
              <a:rPr lang="pt" sz="2400">
                <a:solidFill>
                  <a:srgbClr val="0000A8"/>
                </a:solidFill>
                <a:latin typeface="+mn-lt"/>
                <a:cs typeface="+mn-cs"/>
              </a:rPr>
              <a:t>e corrija </a:t>
            </a:r>
            <a:r>
              <a:rPr lang="pt" sz="2400" i="0">
                <a:latin typeface="+mn-lt"/>
                <a:cs typeface="+mn-cs"/>
              </a:rPr>
              <a:t>erros de bit único</a:t>
            </a:r>
            <a:endParaRPr lang="pt" sz="2400" i="0">
              <a:latin typeface="+mn-lt"/>
              <a:cs typeface="Calibri" panose="020F0502020204030204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8C37ED-BA12-F647-B652-095F6C8D89DE}"/>
              </a:ext>
            </a:extLst>
          </p:cNvPr>
          <p:cNvGrpSpPr/>
          <p:nvPr/>
        </p:nvGrpSpPr>
        <p:grpSpPr>
          <a:xfrm>
            <a:off x="5313873" y="2521227"/>
            <a:ext cx="3855900" cy="2054406"/>
            <a:chOff x="7255317" y="2584175"/>
            <a:chExt cx="3855900" cy="205440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DE48D5F-A407-C04B-A9C2-E5D98B0C44D3}"/>
                </a:ext>
              </a:extLst>
            </p:cNvPr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44698D-E6CC-C449-A789-8924D0498FBB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1,1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D039C23-D73F-5448-A103-2F2CF92B8164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2,1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A2BF1DC-83F3-C249-9145-C7CA5434E98C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i,1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D22450-166D-9C48-8C6B-D1175FAF940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/>
                  <a:t>. . 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CBE1618-E8B9-6748-BC30-FB0ED8C27B44}"/>
                </a:ext>
              </a:extLst>
            </p:cNvPr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40664BB-FF10-8E40-9786-2DB15D82D03E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1,j+1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757CDDD-B6F5-CB41-9A45-7536B85F31BC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2,j+1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09D6BC-B9C0-F343-90A3-B758C9CDE995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i,j+1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439B942-1521-4148-92A1-4DF98667A5C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/>
                  <a:t>. . .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37B252-F326-3D41-A273-920CA835FE83}"/>
                </a:ext>
              </a:extLst>
            </p:cNvPr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/>
                <a:t>. . .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71CB392-B504-9D4B-B190-2D8CE6EC381B}"/>
                </a:ext>
              </a:extLst>
            </p:cNvPr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13C2A54-86CC-EE45-930A-2F1B5F76F1C6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1,j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D2317C2-620E-B441-B816-82ABFCA865CE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2,j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3E4A7B0-DEC7-9840-9098-E16CFD3E48DB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 err="1"/>
                  <a:t>d</a:t>
                </a:r>
                <a:r>
                  <a:rPr lang="pt" sz="2000" baseline="-25000" err="1"/>
                  <a:t>i,j</a:t>
                </a:r>
                <a:endParaRPr lang="en-US" sz="2000" baseline="-2500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AD0FFBC-3E5D-B747-A2D9-8C7CCF8AF033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/>
                  <a:t>. . .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299630-3B5D-FA41-BE50-0635687D6C07}"/>
                </a:ext>
              </a:extLst>
            </p:cNvPr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9FC4B06-FE86-0241-A54D-2E39511522A6}"/>
                  </a:ext>
                </a:extLst>
              </p:cNvPr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i+1,1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81BBA99-E820-A847-ADAB-D0C1352EF8AF}"/>
                  </a:ext>
                </a:extLst>
              </p:cNvPr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i+1,j+1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3A70BE1-4344-514A-9FD8-EEDB3D90BE1F}"/>
                  </a:ext>
                </a:extLst>
              </p:cNvPr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" sz="2000"/>
                  <a:t>d</a:t>
                </a:r>
                <a:r>
                  <a:rPr lang="pt" sz="2000" baseline="-25000"/>
                  <a:t>i+1,j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192B66-3D53-C344-8E15-4A113F550BCC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4214192"/>
              <a:ext cx="20872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3EDC64F-75DF-3544-940A-FF23612E6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5100" y="3064566"/>
              <a:ext cx="0" cy="12887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4B65393-F205-D44E-859B-6DDFD00A54AB}"/>
                </a:ext>
              </a:extLst>
            </p:cNvPr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/>
                <a:t>. . .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F246479-82B6-CC42-AA75-38590A7183FB}"/>
                </a:ext>
              </a:extLst>
            </p:cNvPr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/>
                <a:t>. . .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8E25CB-A5E5-7746-A6CE-70F20EABDD13}"/>
                </a:ext>
              </a:extLst>
            </p:cNvPr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/>
                <a:t>. . .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1623188-ECD3-CD45-9B38-1810F9AC34B4}"/>
                </a:ext>
              </a:extLst>
            </p:cNvPr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/>
                <a:t>. . 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5C454A-9055-274C-8AE9-BC10FD110ACF}"/>
                </a:ext>
              </a:extLst>
            </p:cNvPr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1600"/>
                <a:t>paridade de linha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6F66526-ADFA-E742-BBA6-59931424B985}"/>
                </a:ext>
              </a:extLst>
            </p:cNvPr>
            <p:cNvSpPr txBox="1"/>
            <p:nvPr/>
          </p:nvSpPr>
          <p:spPr>
            <a:xfrm>
              <a:off x="7255317" y="3898204"/>
              <a:ext cx="803297" cy="491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pt" sz="1600"/>
                <a:t>coluna</a:t>
              </a:r>
            </a:p>
            <a:p>
              <a:pPr algn="r">
                <a:lnSpc>
                  <a:spcPct val="80000"/>
                </a:lnSpc>
              </a:pPr>
              <a:r>
                <a:rPr lang="pt" sz="1600"/>
                <a:t> paridade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C8D069-C2ED-A44C-9956-17294561F5BD}"/>
                </a:ext>
              </a:extLst>
            </p:cNvPr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0D686DE-0503-804F-B89F-FF5DF77D52F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795591" y="4137991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F0D65EA-2DEF-EC4A-A451-345D32D5A3CC}"/>
              </a:ext>
            </a:extLst>
          </p:cNvPr>
          <p:cNvGrpSpPr/>
          <p:nvPr/>
        </p:nvGrpSpPr>
        <p:grpSpPr>
          <a:xfrm>
            <a:off x="4150979" y="4938063"/>
            <a:ext cx="2320933" cy="1220735"/>
            <a:chOff x="3800015" y="4868761"/>
            <a:chExt cx="2320933" cy="122073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DDE17ED-6E8D-F04B-9604-B0A5821E38CF}"/>
                </a:ext>
              </a:extLst>
            </p:cNvPr>
            <p:cNvSpPr txBox="1"/>
            <p:nvPr/>
          </p:nvSpPr>
          <p:spPr>
            <a:xfrm>
              <a:off x="4903522" y="5428507"/>
              <a:ext cx="1204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/>
                <a:t>0 1 1 1 0  1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CF0E5F5-1A73-CD45-BE51-8A71F0B1AF92}"/>
                </a:ext>
              </a:extLst>
            </p:cNvPr>
            <p:cNvGrpSpPr/>
            <p:nvPr/>
          </p:nvGrpSpPr>
          <p:grpSpPr>
            <a:xfrm>
              <a:off x="4910146" y="4875335"/>
              <a:ext cx="1210802" cy="1214161"/>
              <a:chOff x="6394173" y="4840358"/>
              <a:chExt cx="1210802" cy="1214161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00D9F1-D52C-844A-BE08-19ADE51A3710}"/>
                  </a:ext>
                </a:extLst>
              </p:cNvPr>
              <p:cNvSpPr txBox="1"/>
              <p:nvPr/>
            </p:nvSpPr>
            <p:spPr>
              <a:xfrm>
                <a:off x="6400799" y="4840358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/>
                  <a:t>1 0 1 0 1  1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4D5B75B-274E-994B-B768-CAAFF3CC0506}"/>
                  </a:ext>
                </a:extLst>
              </p:cNvPr>
              <p:cNvSpPr txBox="1"/>
              <p:nvPr/>
            </p:nvSpPr>
            <p:spPr>
              <a:xfrm>
                <a:off x="6394173" y="5121968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/>
                  <a:t>1 1 1 1 0  0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EC65261-0C24-C74C-8E9A-2A56766B1C75}"/>
                  </a:ext>
                </a:extLst>
              </p:cNvPr>
              <p:cNvSpPr txBox="1"/>
              <p:nvPr/>
            </p:nvSpPr>
            <p:spPr>
              <a:xfrm>
                <a:off x="6395912" y="5685187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/>
                  <a:t>1 0 1 0 1  0</a:t>
                </a: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153A1B6-BE52-3A4D-8CDE-7C98D4727C7E}"/>
                  </a:ext>
                </a:extLst>
              </p:cNvPr>
              <p:cNvCxnSpPr/>
              <p:nvPr/>
            </p:nvCxnSpPr>
            <p:spPr>
              <a:xfrm>
                <a:off x="6480748" y="5751227"/>
                <a:ext cx="101933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4F6AD3BF-7B3D-5B44-8D09-3017B18E80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828021" y="5453922"/>
                <a:ext cx="101933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4EFFD78-C794-F24E-BE55-B812FA8E6373}"/>
                </a:ext>
              </a:extLst>
            </p:cNvPr>
            <p:cNvSpPr txBox="1"/>
            <p:nvPr/>
          </p:nvSpPr>
          <p:spPr>
            <a:xfrm>
              <a:off x="3800015" y="4868761"/>
              <a:ext cx="110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/>
                <a:t>Sem erros: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5F11DFB-A088-D946-95D1-3C03DAB781A8}"/>
              </a:ext>
            </a:extLst>
          </p:cNvPr>
          <p:cNvGrpSpPr/>
          <p:nvPr/>
        </p:nvGrpSpPr>
        <p:grpSpPr>
          <a:xfrm>
            <a:off x="7222435" y="4943606"/>
            <a:ext cx="4019830" cy="1492364"/>
            <a:chOff x="7222435" y="4943606"/>
            <a:chExt cx="4019830" cy="1492364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CD17221-4739-6841-AA86-FAC94BED7B08}"/>
                </a:ext>
              </a:extLst>
            </p:cNvPr>
            <p:cNvGrpSpPr/>
            <p:nvPr/>
          </p:nvGrpSpPr>
          <p:grpSpPr>
            <a:xfrm>
              <a:off x="8466678" y="4943606"/>
              <a:ext cx="2775587" cy="1492364"/>
              <a:chOff x="5604212" y="4811085"/>
              <a:chExt cx="2775587" cy="1492364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D5F2AFD-4DA1-594C-BF85-194456577EE9}"/>
                  </a:ext>
                </a:extLst>
              </p:cNvPr>
              <p:cNvGrpSpPr/>
              <p:nvPr/>
            </p:nvGrpSpPr>
            <p:grpSpPr>
              <a:xfrm>
                <a:off x="5604212" y="4812876"/>
                <a:ext cx="2775587" cy="1490573"/>
                <a:chOff x="4617360" y="4875335"/>
                <a:chExt cx="2775587" cy="1490573"/>
              </a:xfrm>
            </p:grpSpPr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89F2045-70A1-F94B-8859-95531C4604F9}"/>
                    </a:ext>
                  </a:extLst>
                </p:cNvPr>
                <p:cNvSpPr txBox="1"/>
                <p:nvPr/>
              </p:nvSpPr>
              <p:spPr>
                <a:xfrm>
                  <a:off x="4903522" y="5428507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"/>
                    <a:t>0 1 1 1 0  1</a:t>
                  </a:r>
                </a:p>
              </p:txBody>
            </p: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AC319AFE-17A7-2B4C-8668-7FE48598E0BE}"/>
                    </a:ext>
                  </a:extLst>
                </p:cNvPr>
                <p:cNvGrpSpPr/>
                <p:nvPr/>
              </p:nvGrpSpPr>
              <p:grpSpPr>
                <a:xfrm>
                  <a:off x="4910146" y="4875335"/>
                  <a:ext cx="1210802" cy="1214161"/>
                  <a:chOff x="6394173" y="4840358"/>
                  <a:chExt cx="1210802" cy="1214161"/>
                </a:xfrm>
              </p:grpSpPr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B0E8F038-35AD-0946-9AF8-3B82D62EFAD1}"/>
                      </a:ext>
                    </a:extLst>
                  </p:cNvPr>
                  <p:cNvSpPr txBox="1"/>
                  <p:nvPr/>
                </p:nvSpPr>
                <p:spPr>
                  <a:xfrm>
                    <a:off x="6400799" y="4840358"/>
                    <a:ext cx="12041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"/>
                      <a:t>1 0 1 0 1  1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1B46CC5B-41FC-3046-A483-F2909BFB7D31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173" y="5121968"/>
                    <a:ext cx="12041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"/>
                      <a:t>1 </a:t>
                    </a:r>
                    <a:r>
                      <a:rPr lang="pt">
                        <a:solidFill>
                          <a:srgbClr val="FF0000"/>
                        </a:solidFill>
                      </a:rPr>
                      <a:t>0</a:t>
                    </a:r>
                    <a:r>
                      <a:rPr lang="pt"/>
                      <a:t> 1 1 0 0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46418A9F-75BF-B047-85AA-68BAE639890F}"/>
                      </a:ext>
                    </a:extLst>
                  </p:cNvPr>
                  <p:cNvSpPr txBox="1"/>
                  <p:nvPr/>
                </p:nvSpPr>
                <p:spPr>
                  <a:xfrm>
                    <a:off x="6395912" y="5685187"/>
                    <a:ext cx="12041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"/>
                      <a:t>1 0 1 0 1  0</a:t>
                    </a:r>
                  </a:p>
                </p:txBody>
              </p: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A7665A79-628F-EF47-A9DA-75CCD8B6F9D1}"/>
                      </a:ext>
                    </a:extLst>
                  </p:cNvPr>
                  <p:cNvCxnSpPr/>
                  <p:nvPr/>
                </p:nvCxnSpPr>
                <p:spPr>
                  <a:xfrm>
                    <a:off x="6480748" y="5751227"/>
                    <a:ext cx="101933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506629B4-5BDA-B443-9A30-1237824981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828021" y="5453922"/>
                    <a:ext cx="101933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234B127E-41D4-8C49-8FF0-07C5874E8EF9}"/>
                    </a:ext>
                  </a:extLst>
                </p:cNvPr>
                <p:cNvSpPr txBox="1"/>
                <p:nvPr/>
              </p:nvSpPr>
              <p:spPr>
                <a:xfrm>
                  <a:off x="4617360" y="6135973"/>
                  <a:ext cx="1225720" cy="229935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pt" sz="1200">
                      <a:solidFill>
                        <a:srgbClr val="C00000"/>
                      </a:solidFill>
                    </a:rPr>
                    <a:t>Erro de paridade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73E8487-5115-ED45-91CD-12473E6CE35C}"/>
                    </a:ext>
                  </a:extLst>
                </p:cNvPr>
                <p:cNvSpPr txBox="1"/>
                <p:nvPr/>
              </p:nvSpPr>
              <p:spPr>
                <a:xfrm>
                  <a:off x="6167227" y="5250375"/>
                  <a:ext cx="1225720" cy="229935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pPr>
                    <a:lnSpc>
                      <a:spcPct val="70000"/>
                    </a:lnSpc>
                  </a:pPr>
                  <a:r>
                    <a:rPr lang="pt" sz="1200">
                      <a:solidFill>
                        <a:srgbClr val="C00000"/>
                      </a:solidFill>
                    </a:rPr>
                    <a:t>Erro de paridade</a:t>
                  </a:r>
                </a:p>
              </p:txBody>
            </p:sp>
          </p:grp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D1057B9-5603-6B48-B071-08FE0B7172F9}"/>
                  </a:ext>
                </a:extLst>
              </p:cNvPr>
              <p:cNvCxnSpPr>
                <a:stCxn id="145" idx="1"/>
              </p:cNvCxnSpPr>
              <p:nvPr/>
            </p:nvCxnSpPr>
            <p:spPr>
              <a:xfrm flipV="1">
                <a:off x="5896998" y="5271541"/>
                <a:ext cx="1303277" cy="7611"/>
              </a:xfrm>
              <a:prstGeom prst="straightConnector1">
                <a:avLst/>
              </a:prstGeom>
              <a:ln w="158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CCC6F7F0-B384-914D-A818-618271BAAA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564716" y="5458918"/>
                <a:ext cx="1303277" cy="7611"/>
              </a:xfrm>
              <a:prstGeom prst="straightConnector1">
                <a:avLst/>
              </a:prstGeom>
              <a:ln w="158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248BD76-7CB1-F24E-9D14-EBFA827837AC}"/>
                </a:ext>
              </a:extLst>
            </p:cNvPr>
            <p:cNvSpPr txBox="1"/>
            <p:nvPr/>
          </p:nvSpPr>
          <p:spPr>
            <a:xfrm>
              <a:off x="7222435" y="4982817"/>
              <a:ext cx="1411353" cy="1205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pt">
                  <a:solidFill>
                    <a:srgbClr val="C00000"/>
                  </a:solidFill>
                </a:rPr>
                <a:t>Detectado</a:t>
              </a:r>
            </a:p>
            <a:p>
              <a:pPr algn="r">
                <a:lnSpc>
                  <a:spcPct val="80000"/>
                </a:lnSpc>
              </a:pPr>
              <a:r>
                <a:rPr lang="pt">
                  <a:solidFill>
                    <a:srgbClr val="C00000"/>
                  </a:solidFill>
                </a:rPr>
                <a:t>e</a:t>
              </a:r>
            </a:p>
            <a:p>
              <a:pPr algn="r">
                <a:lnSpc>
                  <a:spcPct val="80000"/>
                </a:lnSpc>
              </a:pPr>
              <a:r>
                <a:rPr lang="pt">
                  <a:solidFill>
                    <a:srgbClr val="C00000"/>
                  </a:solidFill>
                </a:rPr>
                <a:t>Corrigível</a:t>
              </a:r>
            </a:p>
            <a:p>
              <a:pPr algn="r">
                <a:lnSpc>
                  <a:spcPct val="80000"/>
                </a:lnSpc>
              </a:pPr>
              <a:r>
                <a:rPr lang="pt"/>
                <a:t>de bit único</a:t>
              </a:r>
            </a:p>
            <a:p>
              <a:pPr algn="r">
                <a:lnSpc>
                  <a:spcPct val="80000"/>
                </a:lnSpc>
              </a:pPr>
              <a:r>
                <a:rPr lang="pt"/>
                <a:t>erro: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901A173-DAE6-384F-9E84-A6924D058027}"/>
              </a:ext>
            </a:extLst>
          </p:cNvPr>
          <p:cNvSpPr txBox="1"/>
          <p:nvPr/>
        </p:nvSpPr>
        <p:spPr>
          <a:xfrm>
            <a:off x="938655" y="4632081"/>
            <a:ext cx="2830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" sz="2000">
                <a:solidFill>
                  <a:srgbClr val="0000A8"/>
                </a:solidFill>
              </a:rPr>
              <a:t>Paridade par: </a:t>
            </a:r>
            <a:r>
              <a:rPr lang="pt" sz="2000"/>
              <a:t>defina o bit de paridade para que haja um número par de 1</a:t>
            </a:r>
          </a:p>
        </p:txBody>
      </p:sp>
      <p:sp>
        <p:nvSpPr>
          <p:cNvPr id="151" name="TextBox 1">
            <a:extLst>
              <a:ext uri="{FF2B5EF4-FFF2-40B4-BE49-F238E27FC236}">
                <a16:creationId xmlns:a16="http://schemas.microsoft.com/office/drawing/2014/main" id="{676B03FA-F97E-8D4F-A163-CA316F4C5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pt" sz="1400"/>
              <a:t>* Confira os exercícios interativos online para mais exemplos: h</a:t>
            </a:r>
            <a:r>
              <a:rPr lang="pt" sz="120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401435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pt" sz="4400"/>
              <a:t>Soma de verificação da Internet (revisão)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990599" y="2218943"/>
            <a:ext cx="4662055" cy="447806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/>
            </a:pPr>
            <a:r>
              <a:rPr lang="pt" altLang="en-US" sz="3200">
                <a:solidFill>
                  <a:srgbClr val="C00000"/>
                </a:solidFill>
                <a:latin typeface="Calibri" panose="020F0502020204030204"/>
                <a:ea typeface="ＭＳ Ｐゴシック"/>
              </a:rPr>
              <a:t>Emissor:</a:t>
            </a:r>
            <a:endParaRPr lang="pt-BR">
              <a:cs typeface="+mn-cs"/>
            </a:endParaRPr>
          </a:p>
          <a:p>
            <a:pPr marL="587375" marR="0" lvl="0" indent="-4572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tratar o conteúdo do segmento UDP </a:t>
            </a:r>
            <a:r>
              <a:rPr kumimoji="0" lang="pt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(incluindo campos de cabeçalho UDP e endereços IP) </a:t>
            </a: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como sequência de inteiros de 16 bits</a:t>
            </a:r>
            <a:endParaRPr lang="pt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Calibri" panose="020F0502020204030204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soma de verificação: </a:t>
            </a: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adição </a:t>
            </a:r>
            <a:r>
              <a:rPr kumimoji="0" lang="pt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(soma de complemento)</a:t>
            </a:r>
            <a:r>
              <a:rPr kumimoji="0" lang="pt" altLang="ja-JP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do conteúdo do segmento</a:t>
            </a:r>
            <a:endParaRPr lang="pt" altLang="ja-JP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Calibri" panose="020F0502020204030204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valor de soma de verificação colocado no campo de soma de verificação UDP</a:t>
            </a:r>
            <a:endParaRPr lang="pt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Calibri" panose="020F0502020204030204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endParaRPr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Calibri" panose="020F0502020204030204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pt" altLang="en-US" sz="3200">
                <a:solidFill>
                  <a:srgbClr val="C00000"/>
                </a:solidFill>
                <a:latin typeface="Calibri" panose="020F0502020204030204"/>
                <a:ea typeface="ＭＳ Ｐゴシック"/>
              </a:rPr>
              <a:t>Receptor</a:t>
            </a:r>
            <a:r>
              <a:rPr kumimoji="0" lang="pt" altLang="en-US" sz="35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:</a:t>
            </a:r>
          </a:p>
          <a:p>
            <a:pPr marL="587375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r>
              <a:rPr lang="pt" altLang="en-US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Calcula</a:t>
            </a: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 a soma de verificação do segmento recebido</a:t>
            </a:r>
            <a:endParaRPr lang="pt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/>
              <a:cs typeface="Calibri" panose="020F0502020204030204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itchFamily="2" charset="2"/>
              <a:buChar char="•"/>
              <a:tabLst/>
              <a:defRPr/>
            </a:pPr>
            <a:r>
              <a:rPr lang="pt" altLang="en-US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Verifica</a:t>
            </a:r>
            <a:r>
              <a:rPr kumimoji="0" lang="pt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 se a soma de verificação calculada é igual ao valor do campo de soma de verificação:</a:t>
            </a:r>
            <a:endParaRPr lang="pt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/>
              <a:cs typeface="Calibri" panose="020F0502020204030204"/>
            </a:endParaRPr>
          </a:p>
          <a:p>
            <a:pPr lvl="1">
              <a:defRPr/>
            </a:pPr>
            <a:r>
              <a:rPr lang="pt" altLang="en-US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Se diferente</a:t>
            </a:r>
            <a:r>
              <a:rPr kumimoji="0" lang="pt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 - Erro detectado</a:t>
            </a:r>
            <a:endParaRPr lang="pt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/>
              <a:cs typeface="Calibri"/>
            </a:endParaRPr>
          </a:p>
          <a:p>
            <a:pPr lvl="1">
              <a:defRPr/>
            </a:pPr>
            <a:r>
              <a:rPr lang="pt" altLang="en-US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Se igual -</a:t>
            </a:r>
            <a:r>
              <a:rPr kumimoji="0" lang="pt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 nenhum erro detectado. </a:t>
            </a:r>
            <a:endParaRPr lang="pt" altLang="en-US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Calibri" panose="020F0502020204030204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kumimoji="0" lang="pt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Objetivo</a:t>
            </a:r>
            <a:r>
              <a:rPr kumimoji="0" lang="pt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:</a:t>
            </a:r>
            <a:r>
              <a:rPr kumimoji="0" lang="pt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 detectar erros (</a:t>
            </a:r>
            <a:r>
              <a:rPr kumimoji="0" lang="pt" altLang="ja-JP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ou seja, </a:t>
            </a:r>
            <a:r>
              <a:rPr kumimoji="0" lang="pt" altLang="ja-JP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bits invertidos) no </a:t>
            </a:r>
            <a:r>
              <a:rPr lang="pt" altLang="ja-JP" sz="32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pacote transmitido</a:t>
            </a:r>
            <a:endParaRPr kumimoji="0" lang="pt" altLang="ja-JP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transporte: 3-</a:t>
            </a:r>
            <a:fld id="{C4204591-24BD-A542-B9D5-F8D8A88D2FE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ECA75C-284A-8D1B-0E10-242C9265F8E6}"/>
              </a:ext>
            </a:extLst>
          </p:cNvPr>
          <p:cNvSpPr txBox="1"/>
          <p:nvPr/>
        </p:nvSpPr>
        <p:spPr>
          <a:xfrm>
            <a:off x="6847114" y="5660571"/>
            <a:ext cx="4659085" cy="5775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lnSpc>
                <a:spcPts val="1757"/>
              </a:lnSpc>
              <a:buFont typeface=""/>
              <a:buChar char="•"/>
            </a:pPr>
            <a:r>
              <a:rPr lang="pt-PT" sz="2400" i="1">
                <a:solidFill>
                  <a:srgbClr val="C00000"/>
                </a:solidFill>
                <a:cs typeface="Arial"/>
              </a:rPr>
              <a:t>Mas podem ocorrer erros e esses não serem detectados?</a:t>
            </a:r>
            <a:r>
              <a:rPr lang="pt-PT" sz="2400">
                <a:solidFill>
                  <a:srgbClr val="C00000"/>
                </a:solidFill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14185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Verificação de redundância cíclica (CRC)</a:t>
            </a:r>
            <a:endParaRPr lang="en-US" sz="44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830820" y="1239611"/>
            <a:ext cx="10632309" cy="1530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75" indent="-457200">
              <a:buFont typeface="Arial" pitchFamily="2" charset="2"/>
              <a:buChar char="•"/>
              <a:defRPr/>
            </a:pPr>
            <a:r>
              <a:rPr lang="pt"/>
              <a:t>Codificação de detecção de erros mais poderosa</a:t>
            </a:r>
            <a:endParaRPr lang="pt-BR"/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CC0000"/>
                </a:solidFill>
              </a:rPr>
              <a:t>D: </a:t>
            </a:r>
            <a:r>
              <a:rPr lang="pt"/>
              <a:t>bits de dados </a:t>
            </a:r>
            <a:r>
              <a:rPr lang="pt" sz="2400"/>
              <a:t>(dados, pense neles como um número binário)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CC0000"/>
                </a:solidFill>
              </a:rPr>
              <a:t>G: </a:t>
            </a:r>
            <a:r>
              <a:rPr lang="pt"/>
              <a:t>padrão de bits (gerador), de </a:t>
            </a:r>
            <a:r>
              <a:rPr lang="pt" i="1"/>
              <a:t>r + 1 </a:t>
            </a:r>
            <a:r>
              <a:rPr lang="pt"/>
              <a:t>bits </a:t>
            </a:r>
            <a:r>
              <a:rPr lang="pt" sz="2400"/>
              <a:t>(dado)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 lvl="2">
              <a:defRPr/>
            </a:pPr>
            <a:endParaRPr lang="en-US" sz="2800"/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59" name="Rectangle 3">
            <a:extLst>
              <a:ext uri="{FF2B5EF4-FFF2-40B4-BE49-F238E27FC236}">
                <a16:creationId xmlns:a16="http://schemas.microsoft.com/office/drawing/2014/main" id="{E85D3352-49EB-A34F-8ADF-7171A325499F}"/>
              </a:ext>
            </a:extLst>
          </p:cNvPr>
          <p:cNvSpPr txBox="1">
            <a:spLocks noChangeArrowheads="1"/>
          </p:cNvSpPr>
          <p:nvPr/>
        </p:nvSpPr>
        <p:spPr>
          <a:xfrm>
            <a:off x="850698" y="4420615"/>
            <a:ext cx="10850971" cy="1868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  <a:defRPr/>
            </a:pPr>
            <a:r>
              <a:rPr lang="pt" i="1" u="sng">
                <a:solidFill>
                  <a:srgbClr val="0000A8"/>
                </a:solidFill>
              </a:rPr>
              <a:t>objetivo: </a:t>
            </a:r>
            <a:r>
              <a:rPr lang="pt"/>
              <a:t>escolha </a:t>
            </a:r>
            <a:r>
              <a:rPr lang="pt" i="1"/>
              <a:t>r</a:t>
            </a:r>
            <a:r>
              <a:rPr lang="pt"/>
              <a:t> bits CRC, </a:t>
            </a:r>
            <a:r>
              <a:rPr lang="pt">
                <a:solidFill>
                  <a:srgbClr val="CC0000"/>
                </a:solidFill>
              </a:rPr>
              <a:t>R</a:t>
            </a:r>
            <a:r>
              <a:rPr lang="pt"/>
              <a:t>, de modo que &lt;D,R&gt; exatamente divisível por G (mod 2) </a:t>
            </a:r>
          </a:p>
          <a:p>
            <a:pPr lvl="1">
              <a:defRPr/>
            </a:pPr>
            <a:r>
              <a:rPr lang="pt"/>
              <a:t>o receptor conhece G, divide &lt;D,R&gt; por G.  Se for diferente de zero restante: erro detectado!</a:t>
            </a:r>
          </a:p>
          <a:p>
            <a:pPr lvl="1">
              <a:defRPr/>
            </a:pPr>
            <a:r>
              <a:rPr lang="pt"/>
              <a:t>Pode detectar todos os erros de rajada menores que R+1 bits</a:t>
            </a:r>
          </a:p>
          <a:p>
            <a:pPr lvl="1">
              <a:defRPr/>
            </a:pPr>
            <a:r>
              <a:rPr lang="pt"/>
              <a:t>amplamente utilizado na prática (Ethernet, 802.11 WiFi)</a:t>
            </a:r>
          </a:p>
          <a:p>
            <a:pPr lvl="2">
              <a:defRPr/>
            </a:pPr>
            <a:endParaRPr lang="en-US" sz="28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1D1EF1-B83E-3146-8980-CE18A11B4B5A}"/>
              </a:ext>
            </a:extLst>
          </p:cNvPr>
          <p:cNvGrpSpPr/>
          <p:nvPr/>
        </p:nvGrpSpPr>
        <p:grpSpPr>
          <a:xfrm>
            <a:off x="3954671" y="2770984"/>
            <a:ext cx="7036657" cy="1611402"/>
            <a:chOff x="3954671" y="2770984"/>
            <a:chExt cx="7036657" cy="16114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E989F3-EA4C-7E47-801E-2273E78A0D67}"/>
                </a:ext>
              </a:extLst>
            </p:cNvPr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9C4AA4F-9EB8-1848-8793-F6CDF1CD0D68}"/>
                  </a:ext>
                </a:extLst>
              </p:cNvPr>
              <p:cNvGrpSpPr/>
              <p:nvPr/>
            </p:nvGrpSpPr>
            <p:grpSpPr>
              <a:xfrm>
                <a:off x="3847708" y="2731227"/>
                <a:ext cx="1179490" cy="644795"/>
                <a:chOff x="2714347" y="4114405"/>
                <a:chExt cx="1179490" cy="644795"/>
              </a:xfrm>
            </p:grpSpPr>
            <p:cxnSp>
              <p:nvCxnSpPr>
                <p:cNvPr id="264" name="Straight Arrow Connector 263">
                  <a:extLst>
                    <a:ext uri="{FF2B5EF4-FFF2-40B4-BE49-F238E27FC236}">
                      <a16:creationId xmlns:a16="http://schemas.microsoft.com/office/drawing/2014/main" id="{E3F5CF1B-09D1-CC47-B116-724072637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3059E882-1BA5-064B-9CE1-43F225240291}"/>
                    </a:ext>
                  </a:extLst>
                </p:cNvPr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pt" sz="2000" i="1"/>
                    <a:t>r</a:t>
                  </a:r>
                  <a:r>
                    <a:rPr lang="pt" sz="2000"/>
                    <a:t> Bits CRC</a:t>
                  </a:r>
                </a:p>
              </p:txBody>
            </p: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176F67FC-CEC0-E145-8840-3B220D064D41}"/>
                    </a:ext>
                  </a:extLst>
                </p:cNvPr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133DDAB8-AED0-B44C-B8AA-A792E69DA7CC}"/>
                  </a:ext>
                </a:extLst>
              </p:cNvPr>
              <p:cNvGrpSpPr/>
              <p:nvPr/>
            </p:nvGrpSpPr>
            <p:grpSpPr>
              <a:xfrm>
                <a:off x="2491075" y="3061148"/>
                <a:ext cx="1630353" cy="338554"/>
                <a:chOff x="1912047" y="4446000"/>
                <a:chExt cx="1630353" cy="338554"/>
              </a:xfrm>
            </p:grpSpPr>
            <p:cxnSp>
              <p:nvCxnSpPr>
                <p:cNvPr id="290" name="Straight Arrow Connector 289">
                  <a:extLst>
                    <a:ext uri="{FF2B5EF4-FFF2-40B4-BE49-F238E27FC236}">
                      <a16:creationId xmlns:a16="http://schemas.microsoft.com/office/drawing/2014/main" id="{B73F57ED-8511-DE46-AFFF-EB1F2B4DD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9CC71E42-351B-7D48-A76A-31DFD4155837}"/>
                    </a:ext>
                  </a:extLst>
                </p:cNvPr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id="{9CB76609-999D-2D49-9C0A-E32FE50AF48D}"/>
                    </a:ext>
                  </a:extLst>
                </p:cNvPr>
                <p:cNvSpPr txBox="1"/>
                <p:nvPr/>
              </p:nvSpPr>
              <p:spPr>
                <a:xfrm>
                  <a:off x="2088000" y="4446000"/>
                  <a:ext cx="144623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r>
                    <a:rPr lang="pt" sz="1600"/>
                    <a:t>d bits de dados</a:t>
                  </a:r>
                  <a:endParaRPr lang="pt" sz="1600">
                    <a:ea typeface="Calibri"/>
                    <a:cs typeface="Calibri"/>
                  </a:endParaRPr>
                </a:p>
              </p:txBody>
            </p: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E22D3181-9FAA-B541-A443-8DF2B83F5119}"/>
                    </a:ext>
                  </a:extLst>
                </p:cNvPr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241989A3-AA8F-EB4B-B54B-64685377702A}"/>
                    </a:ext>
                  </a:extLst>
                </p:cNvPr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E8DCF7DE-A8C5-3A48-A607-43071E3845EB}"/>
                  </a:ext>
                </a:extLst>
              </p:cNvPr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F9356EE8-B88E-354C-B22C-C3AE0C4CCEC0}"/>
                    </a:ext>
                  </a:extLst>
                </p:cNvPr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8C616664-1678-F94A-9D03-7836F153E4E8}"/>
                    </a:ext>
                  </a:extLst>
                </p:cNvPr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" sz="2000"/>
                    <a:t>D</a:t>
                  </a:r>
                  <a:endParaRPr lang="en-US"/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8C3ABF98-D5C1-734D-9F57-D1EEEEBAFD1C}"/>
                    </a:ext>
                  </a:extLst>
                </p:cNvPr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" sz="2400">
                      <a:solidFill>
                        <a:srgbClr val="C00000"/>
                      </a:solidFill>
                    </a:rPr>
                    <a:t>R</a:t>
                  </a:r>
                  <a:endParaRPr lang="en-US" sz="200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693A86FD-0E91-F84C-AD1B-5E7BF4B8B76C}"/>
                    </a:ext>
                  </a:extLst>
                </p:cNvPr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D5FE7C0-449C-C24C-94F1-976D8F7F07BD}"/>
                </a:ext>
              </a:extLst>
            </p:cNvPr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DC7EC-5CAB-E046-AF27-F4F1BE4C8967}"/>
                  </a:ext>
                </a:extLst>
              </p:cNvPr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pt" sz="2400"/>
                  <a:t>&lt;D,R&gt; = D  2</a:t>
                </a:r>
                <a:r>
                  <a:rPr lang="pt" sz="2400" baseline="30000"/>
                  <a:t>r</a:t>
                </a:r>
                <a:r>
                  <a:rPr lang="pt" sz="2400"/>
                  <a:t>   XOR R  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79D954-E2CF-FE4F-B7E7-75DBBBD56E8B}"/>
                  </a:ext>
                </a:extLst>
              </p:cNvPr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000"/>
                  <a:t>*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54CC24E-9903-3249-AB6B-172ECE48D762}"/>
                </a:ext>
              </a:extLst>
            </p:cNvPr>
            <p:cNvGrpSpPr/>
            <p:nvPr/>
          </p:nvGrpSpPr>
          <p:grpSpPr>
            <a:xfrm>
              <a:off x="6791741" y="3405809"/>
              <a:ext cx="4199587" cy="945369"/>
              <a:chOff x="7030279" y="3405809"/>
              <a:chExt cx="4199587" cy="94536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932362-DCB4-EB40-9B1C-58CF349F31F1}"/>
                  </a:ext>
                </a:extLst>
              </p:cNvPr>
              <p:cNvSpPr txBox="1"/>
              <p:nvPr/>
            </p:nvSpPr>
            <p:spPr>
              <a:xfrm>
                <a:off x="8242853" y="3405809"/>
                <a:ext cx="151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>
                    <a:solidFill>
                      <a:srgbClr val="0000A8"/>
                    </a:solidFill>
                  </a:rPr>
                  <a:t>padrão de bits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D334B737-73F4-0C4A-860A-265D4A3D7E47}"/>
                  </a:ext>
                </a:extLst>
              </p:cNvPr>
              <p:cNvSpPr txBox="1"/>
              <p:nvPr/>
            </p:nvSpPr>
            <p:spPr>
              <a:xfrm>
                <a:off x="8236226" y="3889513"/>
                <a:ext cx="29936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>
                    <a:solidFill>
                      <a:srgbClr val="0000A8"/>
                    </a:solidFill>
                  </a:rPr>
                  <a:t>Fórmula para padrão de bits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3443DA-FCD3-914F-8EC2-A5BA2DA70B77}"/>
                  </a:ext>
                </a:extLst>
              </p:cNvPr>
              <p:cNvCxnSpPr/>
              <p:nvPr/>
            </p:nvCxnSpPr>
            <p:spPr>
              <a:xfrm>
                <a:off x="7050157" y="4134678"/>
                <a:ext cx="11926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B1D8A448-DD38-3A4F-8E01-5FD4EA57EB3C}"/>
                  </a:ext>
                </a:extLst>
              </p:cNvPr>
              <p:cNvCxnSpPr/>
              <p:nvPr/>
            </p:nvCxnSpPr>
            <p:spPr>
              <a:xfrm>
                <a:off x="7030279" y="3637722"/>
                <a:ext cx="11926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FD6E8185-57C7-7740-94E5-A560594E8B00}"/>
              </a:ext>
            </a:extLst>
          </p:cNvPr>
          <p:cNvSpPr/>
          <p:nvPr/>
        </p:nvSpPr>
        <p:spPr>
          <a:xfrm>
            <a:off x="5864088" y="3260035"/>
            <a:ext cx="715617" cy="71561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1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759CC00-BF06-854E-86A2-B83BD2F0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altLang="en-US">
                <a:cs typeface="Calibri" panose="020F0502020204030204" pitchFamily="34" charset="0"/>
              </a:rPr>
              <a:t>Verificação de redundância cíclica (CRC): exemplo</a:t>
            </a:r>
            <a:endParaRPr lang="en-US" sz="4400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E9268402-B537-304A-80D7-4F08E8DE947C}"/>
              </a:ext>
            </a:extLst>
          </p:cNvPr>
          <p:cNvSpPr txBox="1">
            <a:spLocks noChangeArrowheads="1"/>
          </p:cNvSpPr>
          <p:nvPr/>
        </p:nvSpPr>
        <p:spPr>
          <a:xfrm>
            <a:off x="753303" y="1408043"/>
            <a:ext cx="4984888" cy="10442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pt">
                <a:solidFill>
                  <a:srgbClr val="000099"/>
                </a:solidFill>
              </a:rPr>
              <a:t>Queremos:</a:t>
            </a:r>
            <a:endParaRPr lang="en-US" sz="3200">
              <a:solidFill>
                <a:srgbClr val="000099"/>
              </a:solidFill>
            </a:endParaRPr>
          </a:p>
          <a:p>
            <a:pPr lvl="1">
              <a:lnSpc>
                <a:spcPct val="75000"/>
              </a:lnSpc>
              <a:buNone/>
              <a:defRPr/>
            </a:pPr>
            <a:r>
              <a:rPr lang="pt" sz="2800" i="1"/>
              <a:t>D</a:t>
            </a:r>
            <a:r>
              <a:rPr lang="pt" sz="2800" i="1" baseline="26000"/>
              <a:t> * </a:t>
            </a:r>
            <a:r>
              <a:rPr lang="pt" sz="2800" i="1"/>
              <a:t>2</a:t>
            </a:r>
            <a:r>
              <a:rPr lang="pt" sz="2800" i="1" baseline="30000"/>
              <a:t>r</a:t>
            </a:r>
            <a:r>
              <a:rPr lang="pt" sz="2800" i="1"/>
              <a:t>  XOR R = nG</a:t>
            </a:r>
            <a:endParaRPr lang="en-US" sz="2800" i="1"/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5F06603C-08A5-9845-B758-7BDABC3C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52" y="6357788"/>
            <a:ext cx="95330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pt" sz="1400"/>
              <a:t>* Confira os exercícios interativos online para mais exemplos: h</a:t>
            </a:r>
            <a:r>
              <a:rPr lang="pt" sz="1200"/>
              <a:t>ttp://gaia.cs.umass.edu/kurose_ross/interactive/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9F3C04-8A75-924D-8CE9-D51AC0954E3F}"/>
              </a:ext>
            </a:extLst>
          </p:cNvPr>
          <p:cNvGrpSpPr/>
          <p:nvPr/>
        </p:nvGrpSpPr>
        <p:grpSpPr>
          <a:xfrm>
            <a:off x="1654333" y="4359275"/>
            <a:ext cx="2788271" cy="830997"/>
            <a:chOff x="1654333" y="4359275"/>
            <a:chExt cx="2788271" cy="830997"/>
          </a:xfrm>
        </p:grpSpPr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0D2B5DE6-30BC-384D-967C-0752A15E6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864" y="4359275"/>
              <a:ext cx="1336675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pt" sz="2400">
                  <a:latin typeface="Arial"/>
                  <a:ea typeface="ＭＳ Ｐゴシック"/>
                  <a:cs typeface="Arial"/>
                </a:rPr>
                <a:t>D * 2</a:t>
              </a:r>
              <a:r>
                <a:rPr lang="pt" sz="2400" baseline="30000">
                  <a:latin typeface="Arial"/>
                  <a:ea typeface="ＭＳ Ｐゴシック"/>
                  <a:cs typeface="Arial"/>
                </a:rPr>
                <a:t>r</a:t>
              </a:r>
            </a:p>
            <a:p>
              <a:pPr algn="ctr">
                <a:defRPr/>
              </a:pPr>
              <a:r>
                <a:rPr lang="pt" sz="2400">
                  <a:latin typeface="Arial" charset="0"/>
                  <a:cs typeface="+mn-cs"/>
                </a:rPr>
                <a:t>G</a:t>
              </a:r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7EDB71CD-D11F-5D42-AAAF-99C7646A0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386" y="4789577"/>
              <a:ext cx="631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727CD607-1F6A-FE44-BD7A-6D2EAB93B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333" y="4533666"/>
              <a:ext cx="2788271" cy="471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2400">
                  <a:latin typeface="Arial"/>
                  <a:ea typeface="ＭＳ Ｐゴシック"/>
                  <a:cs typeface="Arial"/>
                </a:rPr>
                <a:t>R</a:t>
              </a:r>
              <a:r>
                <a:rPr lang="pt">
                  <a:latin typeface="Arial"/>
                  <a:ea typeface="ＭＳ Ｐゴシック"/>
                  <a:cs typeface="Arial"/>
                </a:rPr>
                <a:t> = resto </a:t>
              </a:r>
              <a:r>
                <a:rPr lang="pt" sz="2400">
                  <a:latin typeface="Arial"/>
                  <a:ea typeface="ＭＳ Ｐゴシック"/>
                  <a:cs typeface="Arial"/>
                </a:rPr>
                <a:t>[   </a:t>
              </a:r>
              <a:r>
                <a:rPr lang="pt">
                  <a:latin typeface="Arial"/>
                  <a:ea typeface="ＭＳ Ｐゴシック"/>
                  <a:cs typeface="Arial"/>
                </a:rPr>
                <a:t>           </a:t>
              </a:r>
              <a:r>
                <a:rPr lang="pt" sz="2400">
                  <a:latin typeface="Arial"/>
                  <a:ea typeface="ＭＳ Ｐゴシック"/>
                  <a:cs typeface="Arial"/>
                </a:rPr>
                <a:t>]</a:t>
              </a:r>
              <a:endParaRPr lang="en-US">
                <a:latin typeface="Arial"/>
                <a:ea typeface="ＭＳ Ｐゴシック"/>
                <a:cs typeface="Arial"/>
              </a:endParaRPr>
            </a:p>
          </p:txBody>
        </p:sp>
      </p:grpSp>
      <p:sp>
        <p:nvSpPr>
          <p:cNvPr id="101" name="Rectangle 4">
            <a:extLst>
              <a:ext uri="{FF2B5EF4-FFF2-40B4-BE49-F238E27FC236}">
                <a16:creationId xmlns:a16="http://schemas.microsoft.com/office/drawing/2014/main" id="{0277089F-1489-B940-903E-43BA205BCEA6}"/>
              </a:ext>
            </a:extLst>
          </p:cNvPr>
          <p:cNvSpPr txBox="1">
            <a:spLocks noChangeArrowheads="1"/>
          </p:cNvSpPr>
          <p:nvPr/>
        </p:nvSpPr>
        <p:spPr>
          <a:xfrm>
            <a:off x="767158" y="2253170"/>
            <a:ext cx="4984888" cy="877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17475">
              <a:lnSpc>
                <a:spcPct val="75000"/>
              </a:lnSpc>
              <a:buNone/>
              <a:defRPr/>
            </a:pPr>
            <a:r>
              <a:rPr lang="pt">
                <a:solidFill>
                  <a:srgbClr val="000099"/>
                </a:solidFill>
              </a:rPr>
              <a:t>De modo equivalentemente:</a:t>
            </a:r>
            <a:endParaRPr lang="en-US" sz="3200">
              <a:solidFill>
                <a:srgbClr val="000099"/>
              </a:solidFill>
            </a:endParaRPr>
          </a:p>
          <a:p>
            <a:pPr lvl="1">
              <a:lnSpc>
                <a:spcPct val="75000"/>
              </a:lnSpc>
              <a:buNone/>
              <a:defRPr/>
            </a:pPr>
            <a:r>
              <a:rPr lang="pt" sz="2800" i="1"/>
              <a:t>D * 2</a:t>
            </a:r>
            <a:r>
              <a:rPr lang="pt" sz="2800" i="1" baseline="30000"/>
              <a:t>r</a:t>
            </a:r>
            <a:r>
              <a:rPr lang="pt" sz="2800" i="1"/>
              <a:t> = nG XOR R </a:t>
            </a: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2D27A16A-ED66-A64E-999A-8DE379B7B5C0}"/>
              </a:ext>
            </a:extLst>
          </p:cNvPr>
          <p:cNvSpPr txBox="1">
            <a:spLocks noChangeArrowheads="1"/>
          </p:cNvSpPr>
          <p:nvPr/>
        </p:nvSpPr>
        <p:spPr>
          <a:xfrm>
            <a:off x="725595" y="3126008"/>
            <a:ext cx="4984888" cy="1252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17475">
              <a:lnSpc>
                <a:spcPct val="75000"/>
              </a:lnSpc>
              <a:buNone/>
              <a:defRPr/>
            </a:pPr>
            <a:r>
              <a:rPr lang="pt">
                <a:solidFill>
                  <a:srgbClr val="000099"/>
                </a:solidFill>
              </a:rPr>
              <a:t>De modo equivalentemente:</a:t>
            </a:r>
            <a:r>
              <a:rPr lang="pt"/>
              <a:t>  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457200" indent="-234950">
              <a:lnSpc>
                <a:spcPct val="75000"/>
              </a:lnSpc>
              <a:buNone/>
              <a:defRPr/>
            </a:pPr>
            <a:r>
              <a:rPr lang="pt"/>
              <a:t>   se dividirmos D * 2</a:t>
            </a:r>
            <a:r>
              <a:rPr lang="pt" baseline="30000"/>
              <a:t>r</a:t>
            </a:r>
            <a:r>
              <a:rPr lang="pt"/>
              <a:t> por G, deseja que o resto R satisfaça:</a:t>
            </a:r>
            <a:endParaRPr lang="en-US" sz="32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709EF1B-AB47-6D41-949D-2E4338243C54}"/>
              </a:ext>
            </a:extLst>
          </p:cNvPr>
          <p:cNvSpPr txBox="1"/>
          <p:nvPr/>
        </p:nvSpPr>
        <p:spPr>
          <a:xfrm>
            <a:off x="7679634" y="2146851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1  0  0  1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5AA9A8-6F10-FC46-8C63-1F24C136BDC7}"/>
              </a:ext>
            </a:extLst>
          </p:cNvPr>
          <p:cNvSpPr txBox="1"/>
          <p:nvPr/>
        </p:nvSpPr>
        <p:spPr>
          <a:xfrm>
            <a:off x="8249478" y="3041373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1  0  1  0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EA0B225-9161-C044-9CCB-C8A2548A0D0E}"/>
              </a:ext>
            </a:extLst>
          </p:cNvPr>
          <p:cNvSpPr txBox="1"/>
          <p:nvPr/>
        </p:nvSpPr>
        <p:spPr>
          <a:xfrm>
            <a:off x="8249479" y="2451654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1  0  1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89F494-99AA-074F-8182-D3D7196530B7}"/>
              </a:ext>
            </a:extLst>
          </p:cNvPr>
          <p:cNvSpPr txBox="1"/>
          <p:nvPr/>
        </p:nvSpPr>
        <p:spPr>
          <a:xfrm>
            <a:off x="8262729" y="2756456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0  0  0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FD980A-60DC-134A-A8B3-E03AA7433300}"/>
              </a:ext>
            </a:extLst>
          </p:cNvPr>
          <p:cNvSpPr txBox="1"/>
          <p:nvPr/>
        </p:nvSpPr>
        <p:spPr>
          <a:xfrm>
            <a:off x="8256103" y="3339547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1  0  0  1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BFAC571-4E2C-784B-9D01-75A389FD3D84}"/>
              </a:ext>
            </a:extLst>
          </p:cNvPr>
          <p:cNvGrpSpPr/>
          <p:nvPr/>
        </p:nvGrpSpPr>
        <p:grpSpPr>
          <a:xfrm>
            <a:off x="8825948" y="3664228"/>
            <a:ext cx="1505129" cy="2259494"/>
            <a:chOff x="8825948" y="3664228"/>
            <a:chExt cx="1505129" cy="2259494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889B67E-A072-AB41-A01A-7F865D34C541}"/>
                </a:ext>
              </a:extLst>
            </p:cNvPr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1  0  0  1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771E71D-3FEA-E24D-A9F2-3C6E914C90B6}"/>
                </a:ext>
              </a:extLst>
            </p:cNvPr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1  0  0  1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DDCBC3-5B80-7048-9A15-D7F72168F895}"/>
                </a:ext>
              </a:extLst>
            </p:cNvPr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0  0  0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083236F-E8E8-3543-B2CA-BFEC7F79BEE0}"/>
                </a:ext>
              </a:extLst>
            </p:cNvPr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1  1  0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20BB746-0ABB-D447-AF3A-94FD526E5ED6}"/>
                </a:ext>
              </a:extLst>
            </p:cNvPr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1  1  0  0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EB22599-A868-F240-9967-17E8EF7F998A}"/>
                </a:ext>
              </a:extLst>
            </p:cNvPr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1  0  1  0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B9F6BC8-86AC-5D4D-BE74-BC8DA0EAD36F}"/>
                </a:ext>
              </a:extLst>
            </p:cNvPr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0  1  1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7CE2820A-3665-2B4D-A5CA-35AFC4BC3720}"/>
              </a:ext>
            </a:extLst>
          </p:cNvPr>
          <p:cNvSpPr txBox="1"/>
          <p:nvPr/>
        </p:nvSpPr>
        <p:spPr>
          <a:xfrm>
            <a:off x="9262887" y="1451109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  0  1  1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E3B34AB-8291-AF4C-95AB-CD958EF54DB2}"/>
              </a:ext>
            </a:extLst>
          </p:cNvPr>
          <p:cNvSpPr txBox="1"/>
          <p:nvPr/>
        </p:nvSpPr>
        <p:spPr>
          <a:xfrm>
            <a:off x="9998764" y="2537791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80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4DA620B-908B-B44C-9BDF-C09E9B5A8569}"/>
              </a:ext>
            </a:extLst>
          </p:cNvPr>
          <p:cNvSpPr txBox="1"/>
          <p:nvPr/>
        </p:nvSpPr>
        <p:spPr>
          <a:xfrm>
            <a:off x="9700589" y="5963477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80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A8D7C83E-1AF7-554B-AEBC-D0B417EC78D6}"/>
              </a:ext>
            </a:extLst>
          </p:cNvPr>
          <p:cNvSpPr/>
          <p:nvPr/>
        </p:nvSpPr>
        <p:spPr>
          <a:xfrm rot="5400000">
            <a:off x="9749390" y="5609878"/>
            <a:ext cx="185531" cy="680698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387E02-0869-A343-8D42-E08DDDF8DF68}"/>
              </a:ext>
            </a:extLst>
          </p:cNvPr>
          <p:cNvGrpSpPr/>
          <p:nvPr/>
        </p:nvGrpSpPr>
        <p:grpSpPr>
          <a:xfrm>
            <a:off x="6367670" y="1219201"/>
            <a:ext cx="1220206" cy="1064637"/>
            <a:chOff x="6367670" y="1219201"/>
            <a:chExt cx="1220206" cy="1064637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F6FA86E-8575-FE41-8A7D-57A1A6D3671A}"/>
                </a:ext>
              </a:extLst>
            </p:cNvPr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1  0  0  1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1C2439F-EA3A-1744-8F2A-DE51769C22B5}"/>
                </a:ext>
              </a:extLst>
            </p:cNvPr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800">
                  <a:solidFill>
                    <a:srgbClr val="C00000"/>
                  </a:solidFill>
                </a:rPr>
                <a:t>G</a:t>
              </a:r>
            </a:p>
          </p:txBody>
        </p:sp>
        <p:sp>
          <p:nvSpPr>
            <p:cNvPr id="123" name="Right Brace 122">
              <a:extLst>
                <a:ext uri="{FF2B5EF4-FFF2-40B4-BE49-F238E27FC236}">
                  <a16:creationId xmlns:a16="http://schemas.microsoft.com/office/drawing/2014/main" id="{30F89C6E-5B55-814C-A678-DF151635B08C}"/>
                </a:ext>
              </a:extLst>
            </p:cNvPr>
            <p:cNvSpPr/>
            <p:nvPr/>
          </p:nvSpPr>
          <p:spPr>
            <a:xfrm rot="16200000">
              <a:off x="6831499" y="1265579"/>
              <a:ext cx="231910" cy="1000543"/>
            </a:xfrm>
            <a:prstGeom prst="rightBrac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07599B5-1DC7-7B44-87F1-7FFE1BEE0273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8839200" y="2199861"/>
            <a:ext cx="1159564" cy="5995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6D67B0D-4D6B-8A46-B8C0-A7A1E67CD0AE}"/>
              </a:ext>
            </a:extLst>
          </p:cNvPr>
          <p:cNvGrpSpPr/>
          <p:nvPr/>
        </p:nvGrpSpPr>
        <p:grpSpPr>
          <a:xfrm>
            <a:off x="7550151" y="1873802"/>
            <a:ext cx="2658302" cy="323298"/>
            <a:chOff x="7550151" y="1873802"/>
            <a:chExt cx="2658302" cy="32329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B3616B2-31C8-0340-A40E-1391DD88EC4E}"/>
                </a:ext>
              </a:extLst>
            </p:cNvPr>
            <p:cNvGrpSpPr/>
            <p:nvPr/>
          </p:nvGrpSpPr>
          <p:grpSpPr>
            <a:xfrm>
              <a:off x="7550151" y="1873802"/>
              <a:ext cx="2658302" cy="323298"/>
              <a:chOff x="7572376" y="1842052"/>
              <a:chExt cx="2658302" cy="323298"/>
            </a:xfrm>
          </p:grpSpPr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8901261-BA86-0940-AD87-917B05B4E106}"/>
                  </a:ext>
                </a:extLst>
              </p:cNvPr>
              <p:cNvCxnSpPr/>
              <p:nvPr/>
            </p:nvCxnSpPr>
            <p:spPr>
              <a:xfrm>
                <a:off x="7659757" y="1842052"/>
                <a:ext cx="257092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Pie 128">
                <a:extLst>
                  <a:ext uri="{FF2B5EF4-FFF2-40B4-BE49-F238E27FC236}">
                    <a16:creationId xmlns:a16="http://schemas.microsoft.com/office/drawing/2014/main" id="{00815B2F-6609-A742-801E-A82E23AA6B2C}"/>
                  </a:ext>
                </a:extLst>
              </p:cNvPr>
              <p:cNvSpPr/>
              <p:nvPr/>
            </p:nvSpPr>
            <p:spPr>
              <a:xfrm rot="16200000">
                <a:off x="7488045" y="1927002"/>
                <a:ext cx="322679" cy="154018"/>
              </a:xfrm>
              <a:prstGeom prst="pie">
                <a:avLst>
                  <a:gd name="adj1" fmla="val 0"/>
                  <a:gd name="adj2" fmla="val 10753547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601E522-EFA7-8343-9D8C-C4CE6F34EE10}"/>
                </a:ext>
              </a:extLst>
            </p:cNvPr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1FDA5430-A6B0-834B-BE48-437D3487D1C3}"/>
              </a:ext>
            </a:extLst>
          </p:cNvPr>
          <p:cNvSpPr txBox="1"/>
          <p:nvPr/>
        </p:nvSpPr>
        <p:spPr>
          <a:xfrm>
            <a:off x="9406127" y="1822173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0  0  0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AA5CF5C-1769-FD4E-892C-DE8A33C74C01}"/>
              </a:ext>
            </a:extLst>
          </p:cNvPr>
          <p:cNvSpPr txBox="1"/>
          <p:nvPr/>
        </p:nvSpPr>
        <p:spPr>
          <a:xfrm>
            <a:off x="7673008" y="1828798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1  0  1  1  1  0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A5C44807-2247-784F-B540-295D00EBEC83}"/>
              </a:ext>
            </a:extLst>
          </p:cNvPr>
          <p:cNvSpPr/>
          <p:nvPr/>
        </p:nvSpPr>
        <p:spPr>
          <a:xfrm>
            <a:off x="7712766" y="1881809"/>
            <a:ext cx="2597426" cy="33130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583F49F-5180-5D4F-8B8E-E8B400A05296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9720469" y="2219739"/>
            <a:ext cx="278295" cy="57966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1EA7DEF7-E301-BD4B-9C57-DFAFB6204A6F}"/>
              </a:ext>
            </a:extLst>
          </p:cNvPr>
          <p:cNvSpPr txBox="1"/>
          <p:nvPr/>
        </p:nvSpPr>
        <p:spPr>
          <a:xfrm>
            <a:off x="10376447" y="2544418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800">
                <a:solidFill>
                  <a:srgbClr val="C00000"/>
                </a:solidFill>
              </a:rPr>
              <a:t>2</a:t>
            </a:r>
            <a:r>
              <a:rPr lang="pt" sz="2800" baseline="3000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B53CD48-3690-8946-A52D-ED09BA2D0443}"/>
              </a:ext>
            </a:extLst>
          </p:cNvPr>
          <p:cNvSpPr txBox="1"/>
          <p:nvPr/>
        </p:nvSpPr>
        <p:spPr>
          <a:xfrm>
            <a:off x="10227366" y="26371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00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BC69377-C795-514D-9135-191092B5D840}"/>
              </a:ext>
            </a:extLst>
          </p:cNvPr>
          <p:cNvSpPr txBox="1"/>
          <p:nvPr/>
        </p:nvSpPr>
        <p:spPr>
          <a:xfrm>
            <a:off x="8523844" y="144164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0DE5684-3F65-874B-8116-C643C79124D1}"/>
              </a:ext>
            </a:extLst>
          </p:cNvPr>
          <p:cNvSpPr txBox="1"/>
          <p:nvPr/>
        </p:nvSpPr>
        <p:spPr>
          <a:xfrm>
            <a:off x="8810715" y="145061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0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886DF09-4CAB-0A49-B8FB-6B0C7333B9BC}"/>
              </a:ext>
            </a:extLst>
          </p:cNvPr>
          <p:cNvSpPr txBox="1"/>
          <p:nvPr/>
        </p:nvSpPr>
        <p:spPr>
          <a:xfrm>
            <a:off x="9097586" y="144164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1795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6" grpId="0"/>
      <p:bldP spid="117" grpId="0"/>
      <p:bldP spid="118" grpId="0"/>
      <p:bldP spid="119" grpId="0" animBg="1"/>
      <p:bldP spid="130" grpId="0"/>
      <p:bldP spid="131" grpId="0"/>
      <p:bldP spid="132" grpId="0" animBg="1"/>
      <p:bldP spid="132" grpId="1" animBg="1"/>
      <p:bldP spid="134" grpId="0"/>
      <p:bldP spid="135" grpId="0"/>
      <p:bldP spid="136" grpId="0"/>
      <p:bldP spid="137" grpId="0"/>
      <p:bldP spid="1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Camada de enlace, LANs: roteiro</a:t>
            </a:r>
            <a:endParaRPr lang="en-US" sz="4400">
              <a:cs typeface="Calibri"/>
            </a:endParaRPr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-457200"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  <a:defRPr/>
            </a:pPr>
            <a:r>
              <a:rPr lang="pt" sz="3200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  <a:endParaRPr lang="pt-BR"/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/>
                <a:cs typeface="Arial"/>
              </a:rPr>
              <a:t>Detecção de erros, correção </a:t>
            </a:r>
          </a:p>
          <a:p>
            <a:pPr marL="582930" indent="-571500">
              <a:spcBef>
                <a:spcPts val="600"/>
              </a:spcBef>
              <a:buClr>
                <a:srgbClr val="0000A8"/>
              </a:buClr>
              <a:buFont typeface="Arial" pitchFamily="2" charset="2"/>
              <a:buChar char="•"/>
            </a:pPr>
            <a:r>
              <a:rPr lang="pt" altLang="en-US" sz="3600"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LANs</a:t>
            </a:r>
            <a:endParaRPr lang="pt" altLang="en-US" sz="32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endereçamento, ARP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628650" lvl="1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 sz="280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VLANs</a:t>
            </a:r>
            <a:endParaRPr lang="pt" altLang="en-US" sz="2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virtualização de links: MPLS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285750" indent="-274320">
              <a:spcBef>
                <a:spcPts val="600"/>
              </a:spcBef>
              <a:buFont typeface="Arial" pitchFamily="2" charset="2"/>
              <a:buChar char="•"/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320">
              <a:spcBef>
                <a:spcPts val="600"/>
              </a:spcBef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7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Múltiplos enlaces de acesso, protocolos</a:t>
            </a:r>
            <a:endParaRPr lang="en-US">
              <a:ea typeface="Calibri Light"/>
              <a:cs typeface="Calibri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A4DB250C-FCF5-CC4D-B049-42D6C0DD3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694" y="1096411"/>
            <a:ext cx="77724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kern="0">
                <a:ea typeface="ＭＳ Ｐゴシック"/>
                <a:cs typeface="+mn-cs"/>
              </a:rPr>
              <a:t>Dois tipos de "enlaces":</a:t>
            </a:r>
          </a:p>
          <a:p>
            <a:pPr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ponto a ponto</a:t>
            </a:r>
            <a:endParaRPr lang="pt" kern="0">
              <a:cs typeface="Calibri" panose="020F0502020204030204"/>
            </a:endParaRPr>
          </a:p>
          <a:p>
            <a:pPr lvl="1">
              <a:defRPr/>
            </a:pPr>
            <a:r>
              <a:rPr lang="pt" sz="2000" kern="0">
                <a:ea typeface="ＭＳ Ｐゴシック"/>
              </a:rPr>
              <a:t>Enlace ponto a ponto entre switch Ethernet, host</a:t>
            </a:r>
            <a:endParaRPr lang="pt" sz="2000" kern="0">
              <a:ea typeface="ＭＳ Ｐゴシック"/>
              <a:cs typeface="Calibri"/>
            </a:endParaRPr>
          </a:p>
          <a:p>
            <a:pPr lvl="1">
              <a:defRPr/>
            </a:pPr>
            <a:r>
              <a:rPr lang="pt" sz="2000" kern="0"/>
              <a:t>PPP para acesso dial-up</a:t>
            </a:r>
          </a:p>
          <a:p>
            <a:pPr>
              <a:buFont typeface="Arial" charset="2"/>
              <a:buChar char="•"/>
              <a:defRPr/>
            </a:pPr>
            <a:r>
              <a:rPr lang="pt" kern="0">
                <a:solidFill>
                  <a:srgbClr val="C00000"/>
                </a:solidFill>
                <a:cs typeface="+mn-cs"/>
              </a:rPr>
              <a:t>Transmissão (fio ou meio compartilhado)</a:t>
            </a:r>
            <a:endParaRPr lang="pt" kern="0">
              <a:solidFill>
                <a:srgbClr val="C00000"/>
              </a:solidFill>
              <a:cs typeface="Calibri" panose="020F0502020204030204"/>
            </a:endParaRPr>
          </a:p>
          <a:p>
            <a:pPr lvl="1">
              <a:defRPr/>
            </a:pPr>
            <a:r>
              <a:rPr lang="pt" sz="2000" kern="0"/>
              <a:t>Ethernet antiquada</a:t>
            </a:r>
          </a:p>
          <a:p>
            <a:pPr lvl="1">
              <a:defRPr/>
            </a:pPr>
            <a:r>
              <a:rPr lang="pt" sz="2000" kern="0">
                <a:ea typeface="ＭＳ Ｐゴシック"/>
              </a:rPr>
              <a:t>HFC anterior nas redes de acesso por cabo</a:t>
            </a:r>
            <a:endParaRPr lang="pt" sz="2000" kern="0">
              <a:ea typeface="ＭＳ Ｐゴシック"/>
              <a:cs typeface="Calibri"/>
            </a:endParaRPr>
          </a:p>
          <a:p>
            <a:pPr lvl="1">
              <a:defRPr/>
            </a:pPr>
            <a:r>
              <a:rPr lang="pt" sz="2000" kern="0">
                <a:ea typeface="ＭＳ Ｐゴシック"/>
              </a:rPr>
              <a:t>LAN sem fio 802.11, 4G e satélite 4G.</a:t>
            </a:r>
            <a:endParaRPr lang="en-US" kern="0">
              <a:ea typeface="ＭＳ Ｐゴシック"/>
            </a:endParaRPr>
          </a:p>
          <a:p>
            <a:pPr>
              <a:buFont typeface="Arial" charset="2"/>
              <a:buChar char="•"/>
              <a:defRPr/>
            </a:pPr>
            <a:endParaRPr lang="en-US" kern="0">
              <a:latin typeface="Gill Sans MT" charset="0"/>
              <a:cs typeface="+mn-cs"/>
            </a:endParaRPr>
          </a:p>
        </p:txBody>
      </p:sp>
      <p:sp>
        <p:nvSpPr>
          <p:cNvPr id="471" name="Text Box 5">
            <a:extLst>
              <a:ext uri="{FF2B5EF4-FFF2-40B4-BE49-F238E27FC236}">
                <a16:creationId xmlns:a16="http://schemas.microsoft.com/office/drawing/2014/main" id="{2134EC04-C5E3-F242-90E6-F19A88A1D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882" y="5761748"/>
            <a:ext cx="1472392" cy="1007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fio compartilhado</a:t>
            </a:r>
            <a:endParaRPr lang="pt-BR">
              <a:latin typeface="Arial"/>
              <a:ea typeface="ＭＳ Ｐゴシック"/>
              <a:cs typeface="Arial"/>
            </a:endParaRPr>
          </a:p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(por exemplo, </a:t>
            </a:r>
            <a:endParaRPr lang="pt">
              <a:latin typeface="Arial"/>
              <a:ea typeface="ＭＳ Ｐゴシック"/>
              <a:cs typeface="Arial"/>
            </a:endParaRP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Ethernet cabeada)</a:t>
            </a:r>
          </a:p>
        </p:txBody>
      </p:sp>
      <p:sp>
        <p:nvSpPr>
          <p:cNvPr id="472" name="Text Box 6">
            <a:extLst>
              <a:ext uri="{FF2B5EF4-FFF2-40B4-BE49-F238E27FC236}">
                <a16:creationId xmlns:a16="http://schemas.microsoft.com/office/drawing/2014/main" id="{CEE26344-B09B-5B4B-A47E-E50827431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884" y="5842275"/>
            <a:ext cx="1805302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rádio compartilhada:</a:t>
            </a:r>
            <a:endParaRPr lang="en-US" sz="1400" i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WiFi</a:t>
            </a:r>
            <a:endParaRPr lang="en-US" sz="1400" i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473" name="Text Box 7">
            <a:extLst>
              <a:ext uri="{FF2B5EF4-FFF2-40B4-BE49-F238E27FC236}">
                <a16:creationId xmlns:a16="http://schemas.microsoft.com/office/drawing/2014/main" id="{06CF1C6B-422C-1444-877E-6282ED974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275" y="5847044"/>
            <a:ext cx="1915909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Rádio Compartilhada:</a:t>
            </a:r>
            <a:endParaRPr lang="pt-BR">
              <a:latin typeface="Arial"/>
              <a:ea typeface="ＭＳ Ｐゴシック"/>
              <a:cs typeface="Arial"/>
            </a:endParaRPr>
          </a:p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Satélite </a:t>
            </a:r>
            <a:endParaRPr lang="pt">
              <a:latin typeface="Arial"/>
              <a:ea typeface="ＭＳ Ｐゴシック"/>
              <a:cs typeface="Arial"/>
            </a:endParaRPr>
          </a:p>
        </p:txBody>
      </p:sp>
      <p:sp>
        <p:nvSpPr>
          <p:cNvPr id="474" name="Text Box 8">
            <a:extLst>
              <a:ext uri="{FF2B5EF4-FFF2-40B4-BE49-F238E27FC236}">
                <a16:creationId xmlns:a16="http://schemas.microsoft.com/office/drawing/2014/main" id="{3F461FAF-2D2F-B54F-9957-BE72E13B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810" y="5780226"/>
            <a:ext cx="2666586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Humanos em um coquetel 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(ar compartilhado, acústico)</a:t>
            </a:r>
          </a:p>
        </p:txBody>
      </p:sp>
      <p:sp>
        <p:nvSpPr>
          <p:cNvPr id="475" name="Line 173">
            <a:extLst>
              <a:ext uri="{FF2B5EF4-FFF2-40B4-BE49-F238E27FC236}">
                <a16:creationId xmlns:a16="http://schemas.microsoft.com/office/drawing/2014/main" id="{3F306567-9F2F-4149-9D30-2173B4370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2938" y="4575796"/>
            <a:ext cx="466725" cy="890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6" name="Line 174">
            <a:extLst>
              <a:ext uri="{FF2B5EF4-FFF2-40B4-BE49-F238E27FC236}">
                <a16:creationId xmlns:a16="http://schemas.microsoft.com/office/drawing/2014/main" id="{7FB886E9-9D2D-B64D-87A8-FC07C88CC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5475" y="5047283"/>
            <a:ext cx="24288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7" name="Line 175">
            <a:extLst>
              <a:ext uri="{FF2B5EF4-FFF2-40B4-BE49-F238E27FC236}">
                <a16:creationId xmlns:a16="http://schemas.microsoft.com/office/drawing/2014/main" id="{197F6785-17A4-034A-979B-B8B5BA4F8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538" y="5383833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8" name="Line 176">
            <a:extLst>
              <a:ext uri="{FF2B5EF4-FFF2-40B4-BE49-F238E27FC236}">
                <a16:creationId xmlns:a16="http://schemas.microsoft.com/office/drawing/2014/main" id="{70DDD911-DBF3-7F4F-BF66-8853AA4181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5038" y="4907583"/>
            <a:ext cx="177800" cy="7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79" name="Group 382">
            <a:extLst>
              <a:ext uri="{FF2B5EF4-FFF2-40B4-BE49-F238E27FC236}">
                <a16:creationId xmlns:a16="http://schemas.microsoft.com/office/drawing/2014/main" id="{444C4E2A-E876-FA42-B00E-F2550AD7EDC3}"/>
              </a:ext>
            </a:extLst>
          </p:cNvPr>
          <p:cNvGrpSpPr>
            <a:grpSpLocks/>
          </p:cNvGrpSpPr>
          <p:nvPr/>
        </p:nvGrpSpPr>
        <p:grpSpPr bwMode="auto">
          <a:xfrm>
            <a:off x="7127673" y="5455340"/>
            <a:ext cx="288925" cy="220663"/>
            <a:chOff x="2274" y="2821"/>
            <a:chExt cx="215" cy="238"/>
          </a:xfrm>
        </p:grpSpPr>
        <p:sp>
          <p:nvSpPr>
            <p:cNvPr id="480" name="Freeform 383">
              <a:extLst>
                <a:ext uri="{FF2B5EF4-FFF2-40B4-BE49-F238E27FC236}">
                  <a16:creationId xmlns:a16="http://schemas.microsoft.com/office/drawing/2014/main" id="{BDDB8C29-61C8-B44A-A0C9-80B160DD0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1" name="Line 384">
              <a:extLst>
                <a:ext uri="{FF2B5EF4-FFF2-40B4-BE49-F238E27FC236}">
                  <a16:creationId xmlns:a16="http://schemas.microsoft.com/office/drawing/2014/main" id="{8F4AE323-F3F4-E14E-B478-2730ECFD5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2" name="Freeform 385">
              <a:extLst>
                <a:ext uri="{FF2B5EF4-FFF2-40B4-BE49-F238E27FC236}">
                  <a16:creationId xmlns:a16="http://schemas.microsoft.com/office/drawing/2014/main" id="{41C8AF46-22BA-2346-AD20-B0D2DA936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3" name="Line 386">
              <a:extLst>
                <a:ext uri="{FF2B5EF4-FFF2-40B4-BE49-F238E27FC236}">
                  <a16:creationId xmlns:a16="http://schemas.microsoft.com/office/drawing/2014/main" id="{FF499369-05D1-BD40-A15C-F1F4775FF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4" name="Freeform 387">
              <a:extLst>
                <a:ext uri="{FF2B5EF4-FFF2-40B4-BE49-F238E27FC236}">
                  <a16:creationId xmlns:a16="http://schemas.microsoft.com/office/drawing/2014/main" id="{FF57B98D-A160-3344-BA6D-DBC150EED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5" name="Line 388">
              <a:extLst>
                <a:ext uri="{FF2B5EF4-FFF2-40B4-BE49-F238E27FC236}">
                  <a16:creationId xmlns:a16="http://schemas.microsoft.com/office/drawing/2014/main" id="{0700E589-A21D-F84B-8C68-40D1B51EE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6" name="Freeform 389">
              <a:extLst>
                <a:ext uri="{FF2B5EF4-FFF2-40B4-BE49-F238E27FC236}">
                  <a16:creationId xmlns:a16="http://schemas.microsoft.com/office/drawing/2014/main" id="{75397DE6-7C44-4F44-9365-9A1D35474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7" name="Freeform 390">
              <a:extLst>
                <a:ext uri="{FF2B5EF4-FFF2-40B4-BE49-F238E27FC236}">
                  <a16:creationId xmlns:a16="http://schemas.microsoft.com/office/drawing/2014/main" id="{368EB1B3-47F7-2447-B958-2BCE0F178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8" name="Rectangle 391">
              <a:extLst>
                <a:ext uri="{FF2B5EF4-FFF2-40B4-BE49-F238E27FC236}">
                  <a16:creationId xmlns:a16="http://schemas.microsoft.com/office/drawing/2014/main" id="{C14D26ED-4841-3E46-BF7A-83D8D95E9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9" name="Freeform 392">
              <a:extLst>
                <a:ext uri="{FF2B5EF4-FFF2-40B4-BE49-F238E27FC236}">
                  <a16:creationId xmlns:a16="http://schemas.microsoft.com/office/drawing/2014/main" id="{F7380919-6949-F94F-8330-C7FD85D06A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0" name="Line 393">
              <a:extLst>
                <a:ext uri="{FF2B5EF4-FFF2-40B4-BE49-F238E27FC236}">
                  <a16:creationId xmlns:a16="http://schemas.microsoft.com/office/drawing/2014/main" id="{572E4DD5-2700-084B-A313-B26B6D4CD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1" name="Line 394">
              <a:extLst>
                <a:ext uri="{FF2B5EF4-FFF2-40B4-BE49-F238E27FC236}">
                  <a16:creationId xmlns:a16="http://schemas.microsoft.com/office/drawing/2014/main" id="{AA53B8C5-637F-3A4F-90EA-F02C41B17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Line 395">
              <a:extLst>
                <a:ext uri="{FF2B5EF4-FFF2-40B4-BE49-F238E27FC236}">
                  <a16:creationId xmlns:a16="http://schemas.microsoft.com/office/drawing/2014/main" id="{9441D979-2998-2648-980D-EA524FE9B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Freeform 396">
              <a:extLst>
                <a:ext uri="{FF2B5EF4-FFF2-40B4-BE49-F238E27FC236}">
                  <a16:creationId xmlns:a16="http://schemas.microsoft.com/office/drawing/2014/main" id="{7F4AFBF0-B087-2B49-B22A-242928895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4" name="Group 398">
            <a:extLst>
              <a:ext uri="{FF2B5EF4-FFF2-40B4-BE49-F238E27FC236}">
                <a16:creationId xmlns:a16="http://schemas.microsoft.com/office/drawing/2014/main" id="{BBD74A9D-6F6D-8246-9DE8-B4C2AB33096F}"/>
              </a:ext>
            </a:extLst>
          </p:cNvPr>
          <p:cNvGrpSpPr>
            <a:grpSpLocks/>
          </p:cNvGrpSpPr>
          <p:nvPr/>
        </p:nvGrpSpPr>
        <p:grpSpPr bwMode="auto">
          <a:xfrm>
            <a:off x="7634085" y="5436290"/>
            <a:ext cx="223838" cy="254000"/>
            <a:chOff x="2274" y="2821"/>
            <a:chExt cx="215" cy="238"/>
          </a:xfrm>
        </p:grpSpPr>
        <p:sp>
          <p:nvSpPr>
            <p:cNvPr id="495" name="Freeform 399">
              <a:extLst>
                <a:ext uri="{FF2B5EF4-FFF2-40B4-BE49-F238E27FC236}">
                  <a16:creationId xmlns:a16="http://schemas.microsoft.com/office/drawing/2014/main" id="{12E023A5-7FBF-5C48-B02C-B779949091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6" name="Line 400">
              <a:extLst>
                <a:ext uri="{FF2B5EF4-FFF2-40B4-BE49-F238E27FC236}">
                  <a16:creationId xmlns:a16="http://schemas.microsoft.com/office/drawing/2014/main" id="{22601291-2593-D546-BEC9-0877AF59F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7" name="Freeform 401">
              <a:extLst>
                <a:ext uri="{FF2B5EF4-FFF2-40B4-BE49-F238E27FC236}">
                  <a16:creationId xmlns:a16="http://schemas.microsoft.com/office/drawing/2014/main" id="{71ACC171-BB81-7641-9ACA-D8DDAF220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8" name="Line 402">
              <a:extLst>
                <a:ext uri="{FF2B5EF4-FFF2-40B4-BE49-F238E27FC236}">
                  <a16:creationId xmlns:a16="http://schemas.microsoft.com/office/drawing/2014/main" id="{AF45D7DA-B67F-DC46-BF98-1EF5C1B0E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9" name="Freeform 403">
              <a:extLst>
                <a:ext uri="{FF2B5EF4-FFF2-40B4-BE49-F238E27FC236}">
                  <a16:creationId xmlns:a16="http://schemas.microsoft.com/office/drawing/2014/main" id="{ABE18084-E411-0446-A052-86BB1FD39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0" name="Line 404">
              <a:extLst>
                <a:ext uri="{FF2B5EF4-FFF2-40B4-BE49-F238E27FC236}">
                  <a16:creationId xmlns:a16="http://schemas.microsoft.com/office/drawing/2014/main" id="{AAFB5D72-E469-954F-B6D8-5737C3999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1" name="Freeform 405">
              <a:extLst>
                <a:ext uri="{FF2B5EF4-FFF2-40B4-BE49-F238E27FC236}">
                  <a16:creationId xmlns:a16="http://schemas.microsoft.com/office/drawing/2014/main" id="{6FA32C76-7534-3A4B-837A-FC8A46B91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2" name="Freeform 406">
              <a:extLst>
                <a:ext uri="{FF2B5EF4-FFF2-40B4-BE49-F238E27FC236}">
                  <a16:creationId xmlns:a16="http://schemas.microsoft.com/office/drawing/2014/main" id="{C264D84A-28A9-B04F-867C-C194EF3C5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3" name="Rectangle 407">
              <a:extLst>
                <a:ext uri="{FF2B5EF4-FFF2-40B4-BE49-F238E27FC236}">
                  <a16:creationId xmlns:a16="http://schemas.microsoft.com/office/drawing/2014/main" id="{E212E0B0-8257-BE48-B090-B257D29E6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4" name="Freeform 408">
              <a:extLst>
                <a:ext uri="{FF2B5EF4-FFF2-40B4-BE49-F238E27FC236}">
                  <a16:creationId xmlns:a16="http://schemas.microsoft.com/office/drawing/2014/main" id="{F4CB953E-50B8-1940-AF9A-28E1B0DB1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5" name="Line 409">
              <a:extLst>
                <a:ext uri="{FF2B5EF4-FFF2-40B4-BE49-F238E27FC236}">
                  <a16:creationId xmlns:a16="http://schemas.microsoft.com/office/drawing/2014/main" id="{18E09DFC-F4BB-424E-BFFD-3B3068580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6" name="Line 410">
              <a:extLst>
                <a:ext uri="{FF2B5EF4-FFF2-40B4-BE49-F238E27FC236}">
                  <a16:creationId xmlns:a16="http://schemas.microsoft.com/office/drawing/2014/main" id="{17E6715E-7466-E44B-8DAE-05A382E0F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7" name="Line 411">
              <a:extLst>
                <a:ext uri="{FF2B5EF4-FFF2-40B4-BE49-F238E27FC236}">
                  <a16:creationId xmlns:a16="http://schemas.microsoft.com/office/drawing/2014/main" id="{6EF7AAC8-C8C7-2B48-B5DD-DB69FB889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8" name="Freeform 412">
              <a:extLst>
                <a:ext uri="{FF2B5EF4-FFF2-40B4-BE49-F238E27FC236}">
                  <a16:creationId xmlns:a16="http://schemas.microsoft.com/office/drawing/2014/main" id="{30D8703F-1419-2B46-8305-471C2403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09" name="Group 413">
            <a:extLst>
              <a:ext uri="{FF2B5EF4-FFF2-40B4-BE49-F238E27FC236}">
                <a16:creationId xmlns:a16="http://schemas.microsoft.com/office/drawing/2014/main" id="{975F8A05-A054-D847-8C71-D0CD3F80A61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13498" y="5464865"/>
            <a:ext cx="298450" cy="211138"/>
            <a:chOff x="2274" y="2821"/>
            <a:chExt cx="215" cy="238"/>
          </a:xfrm>
        </p:grpSpPr>
        <p:sp>
          <p:nvSpPr>
            <p:cNvPr id="510" name="Freeform 414">
              <a:extLst>
                <a:ext uri="{FF2B5EF4-FFF2-40B4-BE49-F238E27FC236}">
                  <a16:creationId xmlns:a16="http://schemas.microsoft.com/office/drawing/2014/main" id="{BF3BC4D9-EEFB-504A-8010-E2B584D84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1" name="Line 415">
              <a:extLst>
                <a:ext uri="{FF2B5EF4-FFF2-40B4-BE49-F238E27FC236}">
                  <a16:creationId xmlns:a16="http://schemas.microsoft.com/office/drawing/2014/main" id="{60D51E27-CB41-8943-9955-66D7BCB0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2" name="Freeform 416">
              <a:extLst>
                <a:ext uri="{FF2B5EF4-FFF2-40B4-BE49-F238E27FC236}">
                  <a16:creationId xmlns:a16="http://schemas.microsoft.com/office/drawing/2014/main" id="{97A26554-12E7-C14C-B87F-877AFF035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3" name="Line 417">
              <a:extLst>
                <a:ext uri="{FF2B5EF4-FFF2-40B4-BE49-F238E27FC236}">
                  <a16:creationId xmlns:a16="http://schemas.microsoft.com/office/drawing/2014/main" id="{E1D2F44C-498F-F040-AF8C-AD2CCEE3E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4" name="Freeform 418">
              <a:extLst>
                <a:ext uri="{FF2B5EF4-FFF2-40B4-BE49-F238E27FC236}">
                  <a16:creationId xmlns:a16="http://schemas.microsoft.com/office/drawing/2014/main" id="{CFE3E224-390C-6D42-8B5E-795EC52B8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5" name="Line 419">
              <a:extLst>
                <a:ext uri="{FF2B5EF4-FFF2-40B4-BE49-F238E27FC236}">
                  <a16:creationId xmlns:a16="http://schemas.microsoft.com/office/drawing/2014/main" id="{36DADBEA-F35F-7B42-A84F-DBF4EB156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Freeform 420">
              <a:extLst>
                <a:ext uri="{FF2B5EF4-FFF2-40B4-BE49-F238E27FC236}">
                  <a16:creationId xmlns:a16="http://schemas.microsoft.com/office/drawing/2014/main" id="{2F7A56FF-DAA4-B548-A596-0AEEDA92B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421">
              <a:extLst>
                <a:ext uri="{FF2B5EF4-FFF2-40B4-BE49-F238E27FC236}">
                  <a16:creationId xmlns:a16="http://schemas.microsoft.com/office/drawing/2014/main" id="{F0E25BB6-8958-A14D-B0E2-4CBFDD9A0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Rectangle 422">
              <a:extLst>
                <a:ext uri="{FF2B5EF4-FFF2-40B4-BE49-F238E27FC236}">
                  <a16:creationId xmlns:a16="http://schemas.microsoft.com/office/drawing/2014/main" id="{6E5F60CA-37B8-7744-8FA8-264FA6D8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Freeform 423">
              <a:extLst>
                <a:ext uri="{FF2B5EF4-FFF2-40B4-BE49-F238E27FC236}">
                  <a16:creationId xmlns:a16="http://schemas.microsoft.com/office/drawing/2014/main" id="{014C1E9E-E6BE-7E45-964D-7DD435B6C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0" name="Line 424">
              <a:extLst>
                <a:ext uri="{FF2B5EF4-FFF2-40B4-BE49-F238E27FC236}">
                  <a16:creationId xmlns:a16="http://schemas.microsoft.com/office/drawing/2014/main" id="{A474D7E3-FF03-1B44-8646-2B1564195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1" name="Line 425">
              <a:extLst>
                <a:ext uri="{FF2B5EF4-FFF2-40B4-BE49-F238E27FC236}">
                  <a16:creationId xmlns:a16="http://schemas.microsoft.com/office/drawing/2014/main" id="{E4858A5A-F8A5-7B46-9A2C-26E5DD4AD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2" name="Line 426">
              <a:extLst>
                <a:ext uri="{FF2B5EF4-FFF2-40B4-BE49-F238E27FC236}">
                  <a16:creationId xmlns:a16="http://schemas.microsoft.com/office/drawing/2014/main" id="{DFEE627D-046D-EC42-B1CB-52F73CDED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" name="Freeform 427">
              <a:extLst>
                <a:ext uri="{FF2B5EF4-FFF2-40B4-BE49-F238E27FC236}">
                  <a16:creationId xmlns:a16="http://schemas.microsoft.com/office/drawing/2014/main" id="{047A6D46-B266-B844-A8B4-8AAAA1678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524" name="Picture 429" descr="MMj03957750000 [1]">
            <a:extLst>
              <a:ext uri="{FF2B5EF4-FFF2-40B4-BE49-F238E27FC236}">
                <a16:creationId xmlns:a16="http://schemas.microsoft.com/office/drawing/2014/main" id="{B804968F-3592-094F-A8BF-179E7849E6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723" y="4742553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5" name="Picture 432" descr="coquetel">
            <a:extLst>
              <a:ext uri="{FF2B5EF4-FFF2-40B4-BE49-F238E27FC236}">
                <a16:creationId xmlns:a16="http://schemas.microsoft.com/office/drawing/2014/main" id="{099A3239-42CC-704F-8979-71CDF0E27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005" y="4661590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6" name="Line 434">
            <a:extLst>
              <a:ext uri="{FF2B5EF4-FFF2-40B4-BE49-F238E27FC236}">
                <a16:creationId xmlns:a16="http://schemas.microsoft.com/office/drawing/2014/main" id="{13E4667A-1C98-C742-9515-44695E1E2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680571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7" name="Line 435">
            <a:extLst>
              <a:ext uri="{FF2B5EF4-FFF2-40B4-BE49-F238E27FC236}">
                <a16:creationId xmlns:a16="http://schemas.microsoft.com/office/drawing/2014/main" id="{3AE8AA7B-1112-3E4B-9C21-6CE3F67CF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680571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8" name="Line 436">
            <a:extLst>
              <a:ext uri="{FF2B5EF4-FFF2-40B4-BE49-F238E27FC236}">
                <a16:creationId xmlns:a16="http://schemas.microsoft.com/office/drawing/2014/main" id="{84E2754A-286E-2643-AF6C-06B6ED570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8188" y="5317158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29" name="Group 506">
            <a:extLst>
              <a:ext uri="{FF2B5EF4-FFF2-40B4-BE49-F238E27FC236}">
                <a16:creationId xmlns:a16="http://schemas.microsoft.com/office/drawing/2014/main" id="{B79DFA91-6DD1-6946-BCA6-B60B73F4E7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256200" y="5193333"/>
            <a:ext cx="501650" cy="512763"/>
            <a:chOff x="2839" y="3501"/>
            <a:chExt cx="755" cy="803"/>
          </a:xfrm>
        </p:grpSpPr>
        <p:pic>
          <p:nvPicPr>
            <p:cNvPr id="530" name="Picture 507" descr="desktop_computer_stylized_medium">
              <a:extLst>
                <a:ext uri="{FF2B5EF4-FFF2-40B4-BE49-F238E27FC236}">
                  <a16:creationId xmlns:a16="http://schemas.microsoft.com/office/drawing/2014/main" id="{B7D871EE-D530-A84C-85C8-4DC1EB0A9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9D5575BC-5BD2-FE4A-9414-7BAB3B8D4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2" name="Group 621">
            <a:extLst>
              <a:ext uri="{FF2B5EF4-FFF2-40B4-BE49-F238E27FC236}">
                <a16:creationId xmlns:a16="http://schemas.microsoft.com/office/drawing/2014/main" id="{40F3795B-808E-A042-9598-E30744C17871}"/>
              </a:ext>
            </a:extLst>
          </p:cNvPr>
          <p:cNvGrpSpPr>
            <a:grpSpLocks/>
          </p:cNvGrpSpPr>
          <p:nvPr/>
        </p:nvGrpSpPr>
        <p:grpSpPr bwMode="auto">
          <a:xfrm>
            <a:off x="5370862" y="4385019"/>
            <a:ext cx="635000" cy="485775"/>
            <a:chOff x="3061" y="2530"/>
            <a:chExt cx="400" cy="306"/>
          </a:xfrm>
        </p:grpSpPr>
        <p:grpSp>
          <p:nvGrpSpPr>
            <p:cNvPr id="533" name="Group 494">
              <a:extLst>
                <a:ext uri="{FF2B5EF4-FFF2-40B4-BE49-F238E27FC236}">
                  <a16:creationId xmlns:a16="http://schemas.microsoft.com/office/drawing/2014/main" id="{4DBCED0D-3AD5-4447-93E7-56A4D18F3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558" name="Freeform 495">
                <a:extLst>
                  <a:ext uri="{FF2B5EF4-FFF2-40B4-BE49-F238E27FC236}">
                    <a16:creationId xmlns:a16="http://schemas.microsoft.com/office/drawing/2014/main" id="{DC6AB476-6859-8242-AD10-2D931ACF8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Freeform 496">
                <a:extLst>
                  <a:ext uri="{FF2B5EF4-FFF2-40B4-BE49-F238E27FC236}">
                    <a16:creationId xmlns:a16="http://schemas.microsoft.com/office/drawing/2014/main" id="{60FE620B-47DD-7D4F-89C4-3D44ABB5F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0" name="Freeform 497">
                <a:extLst>
                  <a:ext uri="{FF2B5EF4-FFF2-40B4-BE49-F238E27FC236}">
                    <a16:creationId xmlns:a16="http://schemas.microsoft.com/office/drawing/2014/main" id="{5734D561-5507-1D47-B8C1-5456D7854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1" name="Freeform 498">
                <a:extLst>
                  <a:ext uri="{FF2B5EF4-FFF2-40B4-BE49-F238E27FC236}">
                    <a16:creationId xmlns:a16="http://schemas.microsoft.com/office/drawing/2014/main" id="{54405CE7-B078-794F-8A95-7442C5571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2" name="Freeform 499">
                <a:extLst>
                  <a:ext uri="{FF2B5EF4-FFF2-40B4-BE49-F238E27FC236}">
                    <a16:creationId xmlns:a16="http://schemas.microsoft.com/office/drawing/2014/main" id="{2427F607-DB1A-4743-823B-DBB1AB440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3" name="Freeform 500">
                <a:extLst>
                  <a:ext uri="{FF2B5EF4-FFF2-40B4-BE49-F238E27FC236}">
                    <a16:creationId xmlns:a16="http://schemas.microsoft.com/office/drawing/2014/main" id="{78EB41F6-2BEF-4D4A-AE0A-005E71427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34" name="Picture 549" descr="laptop_keyboard">
              <a:extLst>
                <a:ext uri="{FF2B5EF4-FFF2-40B4-BE49-F238E27FC236}">
                  <a16:creationId xmlns:a16="http://schemas.microsoft.com/office/drawing/2014/main" id="{B26671F0-4EE5-D744-8784-A585B9B6F2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5" name="Freeform 550">
              <a:extLst>
                <a:ext uri="{FF2B5EF4-FFF2-40B4-BE49-F238E27FC236}">
                  <a16:creationId xmlns:a16="http://schemas.microsoft.com/office/drawing/2014/main" id="{12281B29-C1B2-B749-9F5E-F3A43584B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536" name="Picture 551" descr="tela">
              <a:extLst>
                <a:ext uri="{FF2B5EF4-FFF2-40B4-BE49-F238E27FC236}">
                  <a16:creationId xmlns:a16="http://schemas.microsoft.com/office/drawing/2014/main" id="{98E4CFA7-B1FE-FE4C-AF66-F70E195051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7" name="Freeform 552">
              <a:extLst>
                <a:ext uri="{FF2B5EF4-FFF2-40B4-BE49-F238E27FC236}">
                  <a16:creationId xmlns:a16="http://schemas.microsoft.com/office/drawing/2014/main" id="{25707FCB-7465-F447-BF5C-CA5CEB8F8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Freeform 553">
              <a:extLst>
                <a:ext uri="{FF2B5EF4-FFF2-40B4-BE49-F238E27FC236}">
                  <a16:creationId xmlns:a16="http://schemas.microsoft.com/office/drawing/2014/main" id="{2893182F-C176-ED45-A949-17AAF914D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9" name="Freeform 554">
              <a:extLst>
                <a:ext uri="{FF2B5EF4-FFF2-40B4-BE49-F238E27FC236}">
                  <a16:creationId xmlns:a16="http://schemas.microsoft.com/office/drawing/2014/main" id="{31F51520-3F4C-0544-BCC2-43E892A00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0" name="Freeform 555">
              <a:extLst>
                <a:ext uri="{FF2B5EF4-FFF2-40B4-BE49-F238E27FC236}">
                  <a16:creationId xmlns:a16="http://schemas.microsoft.com/office/drawing/2014/main" id="{BC9CBE39-5CC7-5049-AC5A-13C386EB0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1" name="Freeform 556">
              <a:extLst>
                <a:ext uri="{FF2B5EF4-FFF2-40B4-BE49-F238E27FC236}">
                  <a16:creationId xmlns:a16="http://schemas.microsoft.com/office/drawing/2014/main" id="{D4C9F6C2-E722-B74B-AAE4-4ABF84680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2" name="Freeform 557">
              <a:extLst>
                <a:ext uri="{FF2B5EF4-FFF2-40B4-BE49-F238E27FC236}">
                  <a16:creationId xmlns:a16="http://schemas.microsoft.com/office/drawing/2014/main" id="{3F0EB019-3CF3-834A-A61E-AC06598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43" name="Group 558">
              <a:extLst>
                <a:ext uri="{FF2B5EF4-FFF2-40B4-BE49-F238E27FC236}">
                  <a16:creationId xmlns:a16="http://schemas.microsoft.com/office/drawing/2014/main" id="{A6A93FB9-FC7D-4742-8DD5-CBB9CA8D7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552" name="Freeform 559">
                <a:extLst>
                  <a:ext uri="{FF2B5EF4-FFF2-40B4-BE49-F238E27FC236}">
                    <a16:creationId xmlns:a16="http://schemas.microsoft.com/office/drawing/2014/main" id="{C568827B-2EA3-554D-A8B6-5587A8CED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3" name="Freeform 560">
                <a:extLst>
                  <a:ext uri="{FF2B5EF4-FFF2-40B4-BE49-F238E27FC236}">
                    <a16:creationId xmlns:a16="http://schemas.microsoft.com/office/drawing/2014/main" id="{27581F6D-D83F-D646-A755-30E5B167F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4" name="Freeform 561">
                <a:extLst>
                  <a:ext uri="{FF2B5EF4-FFF2-40B4-BE49-F238E27FC236}">
                    <a16:creationId xmlns:a16="http://schemas.microsoft.com/office/drawing/2014/main" id="{E341B34D-9952-7340-9E0A-28EDF520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5" name="Freeform 562">
                <a:extLst>
                  <a:ext uri="{FF2B5EF4-FFF2-40B4-BE49-F238E27FC236}">
                    <a16:creationId xmlns:a16="http://schemas.microsoft.com/office/drawing/2014/main" id="{11B81FDA-FEF8-B742-847A-1939FCACF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6" name="Freeform 563">
                <a:extLst>
                  <a:ext uri="{FF2B5EF4-FFF2-40B4-BE49-F238E27FC236}">
                    <a16:creationId xmlns:a16="http://schemas.microsoft.com/office/drawing/2014/main" id="{6D1D8EB1-A82C-C547-AB3D-3E7648A5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7" name="Freeform 564">
                <a:extLst>
                  <a:ext uri="{FF2B5EF4-FFF2-40B4-BE49-F238E27FC236}">
                    <a16:creationId xmlns:a16="http://schemas.microsoft.com/office/drawing/2014/main" id="{90C3B870-FD67-3346-98FA-A234D34B8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44" name="Freeform 565">
              <a:extLst>
                <a:ext uri="{FF2B5EF4-FFF2-40B4-BE49-F238E27FC236}">
                  <a16:creationId xmlns:a16="http://schemas.microsoft.com/office/drawing/2014/main" id="{F0911C61-849A-9C4E-AD10-6D1FC3C2D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5" name="Freeform 566">
              <a:extLst>
                <a:ext uri="{FF2B5EF4-FFF2-40B4-BE49-F238E27FC236}">
                  <a16:creationId xmlns:a16="http://schemas.microsoft.com/office/drawing/2014/main" id="{5CEB6F8B-5086-5C42-9CAB-731CEAB6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6" name="Freeform 567">
              <a:extLst>
                <a:ext uri="{FF2B5EF4-FFF2-40B4-BE49-F238E27FC236}">
                  <a16:creationId xmlns:a16="http://schemas.microsoft.com/office/drawing/2014/main" id="{8A0FD81A-21AB-A641-84A8-6DECC751F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7" name="Freeform 568">
              <a:extLst>
                <a:ext uri="{FF2B5EF4-FFF2-40B4-BE49-F238E27FC236}">
                  <a16:creationId xmlns:a16="http://schemas.microsoft.com/office/drawing/2014/main" id="{3212B524-DBA7-764B-ADFB-15B1F9EE3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8" name="Freeform 569">
              <a:extLst>
                <a:ext uri="{FF2B5EF4-FFF2-40B4-BE49-F238E27FC236}">
                  <a16:creationId xmlns:a16="http://schemas.microsoft.com/office/drawing/2014/main" id="{29D84F9E-266B-FF4A-91FA-4C757BB86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Freeform 570">
              <a:extLst>
                <a:ext uri="{FF2B5EF4-FFF2-40B4-BE49-F238E27FC236}">
                  <a16:creationId xmlns:a16="http://schemas.microsoft.com/office/drawing/2014/main" id="{FE55278D-3FA5-5444-8EDF-6DEC32E2B4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589">
              <a:extLst>
                <a:ext uri="{FF2B5EF4-FFF2-40B4-BE49-F238E27FC236}">
                  <a16:creationId xmlns:a16="http://schemas.microsoft.com/office/drawing/2014/main" id="{0406CADF-6A82-2844-9517-DAB36149B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590">
              <a:extLst>
                <a:ext uri="{FF2B5EF4-FFF2-40B4-BE49-F238E27FC236}">
                  <a16:creationId xmlns:a16="http://schemas.microsoft.com/office/drawing/2014/main" id="{92F09FE3-36AB-A646-8709-F68948F09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64" name="Group 632">
            <a:extLst>
              <a:ext uri="{FF2B5EF4-FFF2-40B4-BE49-F238E27FC236}">
                <a16:creationId xmlns:a16="http://schemas.microsoft.com/office/drawing/2014/main" id="{4B98C44A-F9F4-BB49-A2B0-C2E0B8C568E9}"/>
              </a:ext>
            </a:extLst>
          </p:cNvPr>
          <p:cNvGrpSpPr>
            <a:grpSpLocks/>
          </p:cNvGrpSpPr>
          <p:nvPr/>
        </p:nvGrpSpPr>
        <p:grpSpPr bwMode="auto">
          <a:xfrm>
            <a:off x="6258275" y="4553294"/>
            <a:ext cx="536575" cy="401637"/>
            <a:chOff x="3328" y="2543"/>
            <a:chExt cx="338" cy="253"/>
          </a:xfrm>
        </p:grpSpPr>
        <p:grpSp>
          <p:nvGrpSpPr>
            <p:cNvPr id="565" name="Group 487">
              <a:extLst>
                <a:ext uri="{FF2B5EF4-FFF2-40B4-BE49-F238E27FC236}">
                  <a16:creationId xmlns:a16="http://schemas.microsoft.com/office/drawing/2014/main" id="{3D6F5046-EE7D-8246-9181-C8008B885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586" name="Freeform 488">
                <a:extLst>
                  <a:ext uri="{FF2B5EF4-FFF2-40B4-BE49-F238E27FC236}">
                    <a16:creationId xmlns:a16="http://schemas.microsoft.com/office/drawing/2014/main" id="{2BC70CC0-4321-024B-AF9D-8A5A6410F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7" name="Freeform 489">
                <a:extLst>
                  <a:ext uri="{FF2B5EF4-FFF2-40B4-BE49-F238E27FC236}">
                    <a16:creationId xmlns:a16="http://schemas.microsoft.com/office/drawing/2014/main" id="{20F44005-5166-134B-8AB3-6A9E51FBF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8" name="Freeform 490">
                <a:extLst>
                  <a:ext uri="{FF2B5EF4-FFF2-40B4-BE49-F238E27FC236}">
                    <a16:creationId xmlns:a16="http://schemas.microsoft.com/office/drawing/2014/main" id="{0BA88FD7-3F5B-6746-84E1-33C1516E7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9" name="Freeform 491">
                <a:extLst>
                  <a:ext uri="{FF2B5EF4-FFF2-40B4-BE49-F238E27FC236}">
                    <a16:creationId xmlns:a16="http://schemas.microsoft.com/office/drawing/2014/main" id="{D962DE3F-2E0D-664E-B102-B0D3AAF2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0" name="Freeform 492">
                <a:extLst>
                  <a:ext uri="{FF2B5EF4-FFF2-40B4-BE49-F238E27FC236}">
                    <a16:creationId xmlns:a16="http://schemas.microsoft.com/office/drawing/2014/main" id="{9B1AAA88-66EF-7349-AAE1-0A273535C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1" name="Freeform 493">
                <a:extLst>
                  <a:ext uri="{FF2B5EF4-FFF2-40B4-BE49-F238E27FC236}">
                    <a16:creationId xmlns:a16="http://schemas.microsoft.com/office/drawing/2014/main" id="{44A5772F-C240-384F-A9C2-D08BBC7D8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66" name="Picture 571" descr="laptop_keyboard">
              <a:extLst>
                <a:ext uri="{FF2B5EF4-FFF2-40B4-BE49-F238E27FC236}">
                  <a16:creationId xmlns:a16="http://schemas.microsoft.com/office/drawing/2014/main" id="{606166F4-1E70-3D40-A0B7-C5436E041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7" name="Freeform 572">
              <a:extLst>
                <a:ext uri="{FF2B5EF4-FFF2-40B4-BE49-F238E27FC236}">
                  <a16:creationId xmlns:a16="http://schemas.microsoft.com/office/drawing/2014/main" id="{146EDD7E-3F6E-C74F-8830-8E04CAABB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568" name="Picture 573" descr="tela">
              <a:extLst>
                <a:ext uri="{FF2B5EF4-FFF2-40B4-BE49-F238E27FC236}">
                  <a16:creationId xmlns:a16="http://schemas.microsoft.com/office/drawing/2014/main" id="{97542897-6E1A-F144-9A1C-CF8E1179E6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9" name="Freeform 574">
              <a:extLst>
                <a:ext uri="{FF2B5EF4-FFF2-40B4-BE49-F238E27FC236}">
                  <a16:creationId xmlns:a16="http://schemas.microsoft.com/office/drawing/2014/main" id="{5091F00D-4B7B-3741-AE22-29DDE7CD4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Freeform 575">
              <a:extLst>
                <a:ext uri="{FF2B5EF4-FFF2-40B4-BE49-F238E27FC236}">
                  <a16:creationId xmlns:a16="http://schemas.microsoft.com/office/drawing/2014/main" id="{B263C037-DBFD-6142-8C36-FF26BAC11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Freeform 576">
              <a:extLst>
                <a:ext uri="{FF2B5EF4-FFF2-40B4-BE49-F238E27FC236}">
                  <a16:creationId xmlns:a16="http://schemas.microsoft.com/office/drawing/2014/main" id="{06604E44-8318-4249-AAA9-C5D53E967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2" name="Freeform 577">
              <a:extLst>
                <a:ext uri="{FF2B5EF4-FFF2-40B4-BE49-F238E27FC236}">
                  <a16:creationId xmlns:a16="http://schemas.microsoft.com/office/drawing/2014/main" id="{C9838980-94AA-B548-9555-79034EBAE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3" name="Freeform 578">
              <a:extLst>
                <a:ext uri="{FF2B5EF4-FFF2-40B4-BE49-F238E27FC236}">
                  <a16:creationId xmlns:a16="http://schemas.microsoft.com/office/drawing/2014/main" id="{E2F028EC-39B6-BB48-8F1C-9E5EE6E54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4" name="Freeform 579">
              <a:extLst>
                <a:ext uri="{FF2B5EF4-FFF2-40B4-BE49-F238E27FC236}">
                  <a16:creationId xmlns:a16="http://schemas.microsoft.com/office/drawing/2014/main" id="{9590576D-E3A5-AE4D-A5BA-062112490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75" name="Group 580">
              <a:extLst>
                <a:ext uri="{FF2B5EF4-FFF2-40B4-BE49-F238E27FC236}">
                  <a16:creationId xmlns:a16="http://schemas.microsoft.com/office/drawing/2014/main" id="{658981DA-8A1D-0341-B1BA-9392978BB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580" name="Freeform 581">
                <a:extLst>
                  <a:ext uri="{FF2B5EF4-FFF2-40B4-BE49-F238E27FC236}">
                    <a16:creationId xmlns:a16="http://schemas.microsoft.com/office/drawing/2014/main" id="{437F93D8-B619-2840-A7D2-524A4A561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1" name="Freeform 582">
                <a:extLst>
                  <a:ext uri="{FF2B5EF4-FFF2-40B4-BE49-F238E27FC236}">
                    <a16:creationId xmlns:a16="http://schemas.microsoft.com/office/drawing/2014/main" id="{516EFADC-09F5-5B47-8934-26F39565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2" name="Freeform 583">
                <a:extLst>
                  <a:ext uri="{FF2B5EF4-FFF2-40B4-BE49-F238E27FC236}">
                    <a16:creationId xmlns:a16="http://schemas.microsoft.com/office/drawing/2014/main" id="{158E5B08-E7FE-6C42-99AB-FC383B9A3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3" name="Freeform 584">
                <a:extLst>
                  <a:ext uri="{FF2B5EF4-FFF2-40B4-BE49-F238E27FC236}">
                    <a16:creationId xmlns:a16="http://schemas.microsoft.com/office/drawing/2014/main" id="{CE902AC6-F30F-464F-9B44-53AD006A3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4" name="Freeform 585">
                <a:extLst>
                  <a:ext uri="{FF2B5EF4-FFF2-40B4-BE49-F238E27FC236}">
                    <a16:creationId xmlns:a16="http://schemas.microsoft.com/office/drawing/2014/main" id="{B4AB2E9D-0250-BF4B-A996-829DB6B96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5" name="Freeform 586">
                <a:extLst>
                  <a:ext uri="{FF2B5EF4-FFF2-40B4-BE49-F238E27FC236}">
                    <a16:creationId xmlns:a16="http://schemas.microsoft.com/office/drawing/2014/main" id="{29274E78-9827-A745-B434-5B40145E2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76" name="Freeform 587">
              <a:extLst>
                <a:ext uri="{FF2B5EF4-FFF2-40B4-BE49-F238E27FC236}">
                  <a16:creationId xmlns:a16="http://schemas.microsoft.com/office/drawing/2014/main" id="{261536B8-45B6-F445-94D4-E0995DB32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7" name="Freeform 588">
              <a:extLst>
                <a:ext uri="{FF2B5EF4-FFF2-40B4-BE49-F238E27FC236}">
                  <a16:creationId xmlns:a16="http://schemas.microsoft.com/office/drawing/2014/main" id="{D9289D99-04BF-6349-AB04-51F97449B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8" name="Freeform 591">
              <a:extLst>
                <a:ext uri="{FF2B5EF4-FFF2-40B4-BE49-F238E27FC236}">
                  <a16:creationId xmlns:a16="http://schemas.microsoft.com/office/drawing/2014/main" id="{4A5B5464-3906-6F40-9142-2A5FD7EE1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Freeform 592">
              <a:extLst>
                <a:ext uri="{FF2B5EF4-FFF2-40B4-BE49-F238E27FC236}">
                  <a16:creationId xmlns:a16="http://schemas.microsoft.com/office/drawing/2014/main" id="{CA04EE6B-FFEC-5D41-9B1B-1C217E5660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92" name="Group 631">
            <a:extLst>
              <a:ext uri="{FF2B5EF4-FFF2-40B4-BE49-F238E27FC236}">
                <a16:creationId xmlns:a16="http://schemas.microsoft.com/office/drawing/2014/main" id="{41271A23-CA38-6E44-918E-38C7011E51F3}"/>
              </a:ext>
            </a:extLst>
          </p:cNvPr>
          <p:cNvGrpSpPr>
            <a:grpSpLocks/>
          </p:cNvGrpSpPr>
          <p:nvPr/>
        </p:nvGrpSpPr>
        <p:grpSpPr bwMode="auto">
          <a:xfrm>
            <a:off x="5640737" y="4813644"/>
            <a:ext cx="585788" cy="419100"/>
            <a:chOff x="5096" y="2218"/>
            <a:chExt cx="369" cy="264"/>
          </a:xfrm>
        </p:grpSpPr>
        <p:grpSp>
          <p:nvGrpSpPr>
            <p:cNvPr id="593" name="Group 622">
              <a:extLst>
                <a:ext uri="{FF2B5EF4-FFF2-40B4-BE49-F238E27FC236}">
                  <a16:creationId xmlns:a16="http://schemas.microsoft.com/office/drawing/2014/main" id="{46B7FDFD-6263-0049-8898-6BC742EE0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596" name="Freeform 623">
                <a:extLst>
                  <a:ext uri="{FF2B5EF4-FFF2-40B4-BE49-F238E27FC236}">
                    <a16:creationId xmlns:a16="http://schemas.microsoft.com/office/drawing/2014/main" id="{8D20DA22-5088-9649-BCD7-C73CFCD69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7" name="Freeform 624">
                <a:extLst>
                  <a:ext uri="{FF2B5EF4-FFF2-40B4-BE49-F238E27FC236}">
                    <a16:creationId xmlns:a16="http://schemas.microsoft.com/office/drawing/2014/main" id="{0860904A-2644-D146-9E9D-528E083D2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8" name="Freeform 625">
                <a:extLst>
                  <a:ext uri="{FF2B5EF4-FFF2-40B4-BE49-F238E27FC236}">
                    <a16:creationId xmlns:a16="http://schemas.microsoft.com/office/drawing/2014/main" id="{FDDA26A1-410C-A64F-B478-B9971D107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9" name="Freeform 626">
                <a:extLst>
                  <a:ext uri="{FF2B5EF4-FFF2-40B4-BE49-F238E27FC236}">
                    <a16:creationId xmlns:a16="http://schemas.microsoft.com/office/drawing/2014/main" id="{746C664C-122A-5E4F-9DC6-D2F925E1D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0" name="Freeform 627">
                <a:extLst>
                  <a:ext uri="{FF2B5EF4-FFF2-40B4-BE49-F238E27FC236}">
                    <a16:creationId xmlns:a16="http://schemas.microsoft.com/office/drawing/2014/main" id="{E72F1D12-443A-5F43-BDF0-414DCEB4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Freeform 628">
                <a:extLst>
                  <a:ext uri="{FF2B5EF4-FFF2-40B4-BE49-F238E27FC236}">
                    <a16:creationId xmlns:a16="http://schemas.microsoft.com/office/drawing/2014/main" id="{5D2A1B05-1226-0440-BF7D-2BFEDA6C0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94" name="Picture 629" descr="access_point_stylized_small">
              <a:extLst>
                <a:ext uri="{FF2B5EF4-FFF2-40B4-BE49-F238E27FC236}">
                  <a16:creationId xmlns:a16="http://schemas.microsoft.com/office/drawing/2014/main" id="{82574BA4-AF17-7944-AB41-D17C94BDAE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" name="Picture 630" descr="access_point_stylized_small">
              <a:extLst>
                <a:ext uri="{FF2B5EF4-FFF2-40B4-BE49-F238E27FC236}">
                  <a16:creationId xmlns:a16="http://schemas.microsoft.com/office/drawing/2014/main" id="{DC390735-CE93-0C4A-B766-A12F55634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2" name="Group 633">
            <a:extLst>
              <a:ext uri="{FF2B5EF4-FFF2-40B4-BE49-F238E27FC236}">
                <a16:creationId xmlns:a16="http://schemas.microsoft.com/office/drawing/2014/main" id="{4350FD48-C690-8545-9BF4-698AA261550D}"/>
              </a:ext>
            </a:extLst>
          </p:cNvPr>
          <p:cNvGrpSpPr>
            <a:grpSpLocks/>
          </p:cNvGrpSpPr>
          <p:nvPr/>
        </p:nvGrpSpPr>
        <p:grpSpPr bwMode="auto">
          <a:xfrm>
            <a:off x="5342287" y="5239094"/>
            <a:ext cx="635000" cy="485775"/>
            <a:chOff x="3061" y="2530"/>
            <a:chExt cx="400" cy="306"/>
          </a:xfrm>
        </p:grpSpPr>
        <p:grpSp>
          <p:nvGrpSpPr>
            <p:cNvPr id="603" name="Group 634">
              <a:extLst>
                <a:ext uri="{FF2B5EF4-FFF2-40B4-BE49-F238E27FC236}">
                  <a16:creationId xmlns:a16="http://schemas.microsoft.com/office/drawing/2014/main" id="{552A577F-109E-9D44-8B58-7E385E9A6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628" name="Freeform 635">
                <a:extLst>
                  <a:ext uri="{FF2B5EF4-FFF2-40B4-BE49-F238E27FC236}">
                    <a16:creationId xmlns:a16="http://schemas.microsoft.com/office/drawing/2014/main" id="{07E6363F-B58C-0246-8270-E48953ECB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9" name="Freeform 636">
                <a:extLst>
                  <a:ext uri="{FF2B5EF4-FFF2-40B4-BE49-F238E27FC236}">
                    <a16:creationId xmlns:a16="http://schemas.microsoft.com/office/drawing/2014/main" id="{68B5ACAA-D666-9541-A8D8-AA65ABE37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0" name="Freeform 637">
                <a:extLst>
                  <a:ext uri="{FF2B5EF4-FFF2-40B4-BE49-F238E27FC236}">
                    <a16:creationId xmlns:a16="http://schemas.microsoft.com/office/drawing/2014/main" id="{BEA43C39-BF36-D746-B30D-D48DF15C1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1" name="Freeform 638">
                <a:extLst>
                  <a:ext uri="{FF2B5EF4-FFF2-40B4-BE49-F238E27FC236}">
                    <a16:creationId xmlns:a16="http://schemas.microsoft.com/office/drawing/2014/main" id="{F0D1093C-5C80-6D41-8E09-0CDD15E8C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2" name="Freeform 639">
                <a:extLst>
                  <a:ext uri="{FF2B5EF4-FFF2-40B4-BE49-F238E27FC236}">
                    <a16:creationId xmlns:a16="http://schemas.microsoft.com/office/drawing/2014/main" id="{9E9A0C6D-F304-DD4B-B151-9DD732DD1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3" name="Freeform 640">
                <a:extLst>
                  <a:ext uri="{FF2B5EF4-FFF2-40B4-BE49-F238E27FC236}">
                    <a16:creationId xmlns:a16="http://schemas.microsoft.com/office/drawing/2014/main" id="{6F86ABC6-22F5-9848-BF21-BF80B41A2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604" name="Picture 641" descr="laptop_keyboard">
              <a:extLst>
                <a:ext uri="{FF2B5EF4-FFF2-40B4-BE49-F238E27FC236}">
                  <a16:creationId xmlns:a16="http://schemas.microsoft.com/office/drawing/2014/main" id="{2F75FAA6-B24C-3142-9A42-C22B7212E5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" name="Freeform 642">
              <a:extLst>
                <a:ext uri="{FF2B5EF4-FFF2-40B4-BE49-F238E27FC236}">
                  <a16:creationId xmlns:a16="http://schemas.microsoft.com/office/drawing/2014/main" id="{DE2C3AD1-FF37-3F41-93C1-631725A3A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06" name="Picture 643" descr="tela">
              <a:extLst>
                <a:ext uri="{FF2B5EF4-FFF2-40B4-BE49-F238E27FC236}">
                  <a16:creationId xmlns:a16="http://schemas.microsoft.com/office/drawing/2014/main" id="{A2EF1EA1-101A-AF4E-8DB1-ED79D93A66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7" name="Freeform 644">
              <a:extLst>
                <a:ext uri="{FF2B5EF4-FFF2-40B4-BE49-F238E27FC236}">
                  <a16:creationId xmlns:a16="http://schemas.microsoft.com/office/drawing/2014/main" id="{6049AAF7-B71A-C44E-AD7A-E4A8F2A89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8" name="Freeform 645">
              <a:extLst>
                <a:ext uri="{FF2B5EF4-FFF2-40B4-BE49-F238E27FC236}">
                  <a16:creationId xmlns:a16="http://schemas.microsoft.com/office/drawing/2014/main" id="{8A2E61CC-8A3C-AB43-8FEE-3D55851B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9" name="Freeform 646">
              <a:extLst>
                <a:ext uri="{FF2B5EF4-FFF2-40B4-BE49-F238E27FC236}">
                  <a16:creationId xmlns:a16="http://schemas.microsoft.com/office/drawing/2014/main" id="{C7D45B9A-04AF-A94D-9B24-D8FED5751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0" name="Freeform 647">
              <a:extLst>
                <a:ext uri="{FF2B5EF4-FFF2-40B4-BE49-F238E27FC236}">
                  <a16:creationId xmlns:a16="http://schemas.microsoft.com/office/drawing/2014/main" id="{44DDA0A8-6E2C-664F-B104-AF8BD6E14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Freeform 648">
              <a:extLst>
                <a:ext uri="{FF2B5EF4-FFF2-40B4-BE49-F238E27FC236}">
                  <a16:creationId xmlns:a16="http://schemas.microsoft.com/office/drawing/2014/main" id="{9F887D29-FEA1-6A4F-ABC1-A2D2111BE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2" name="Freeform 649">
              <a:extLst>
                <a:ext uri="{FF2B5EF4-FFF2-40B4-BE49-F238E27FC236}">
                  <a16:creationId xmlns:a16="http://schemas.microsoft.com/office/drawing/2014/main" id="{352D9BC2-81F2-3A4C-86DC-00157C1FA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13" name="Group 650">
              <a:extLst>
                <a:ext uri="{FF2B5EF4-FFF2-40B4-BE49-F238E27FC236}">
                  <a16:creationId xmlns:a16="http://schemas.microsoft.com/office/drawing/2014/main" id="{AA9D5569-9B23-AC4A-B599-A6CA1CC91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622" name="Freeform 651">
                <a:extLst>
                  <a:ext uri="{FF2B5EF4-FFF2-40B4-BE49-F238E27FC236}">
                    <a16:creationId xmlns:a16="http://schemas.microsoft.com/office/drawing/2014/main" id="{35D8DF33-69DC-7E45-87B0-8973C6A65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3" name="Freeform 652">
                <a:extLst>
                  <a:ext uri="{FF2B5EF4-FFF2-40B4-BE49-F238E27FC236}">
                    <a16:creationId xmlns:a16="http://schemas.microsoft.com/office/drawing/2014/main" id="{64D650D2-9E0C-9B49-BE8B-5A6C0C771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4" name="Freeform 653">
                <a:extLst>
                  <a:ext uri="{FF2B5EF4-FFF2-40B4-BE49-F238E27FC236}">
                    <a16:creationId xmlns:a16="http://schemas.microsoft.com/office/drawing/2014/main" id="{2820DDF6-8985-4B42-B6D6-83B1751EC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5" name="Freeform 654">
                <a:extLst>
                  <a:ext uri="{FF2B5EF4-FFF2-40B4-BE49-F238E27FC236}">
                    <a16:creationId xmlns:a16="http://schemas.microsoft.com/office/drawing/2014/main" id="{63B056C7-AFAC-214A-8E24-48B954AAA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6" name="Freeform 655">
                <a:extLst>
                  <a:ext uri="{FF2B5EF4-FFF2-40B4-BE49-F238E27FC236}">
                    <a16:creationId xmlns:a16="http://schemas.microsoft.com/office/drawing/2014/main" id="{47B78910-4311-804C-9AB1-27331D8E3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7" name="Freeform 656">
                <a:extLst>
                  <a:ext uri="{FF2B5EF4-FFF2-40B4-BE49-F238E27FC236}">
                    <a16:creationId xmlns:a16="http://schemas.microsoft.com/office/drawing/2014/main" id="{BCE3F1EB-7537-3548-B2D0-25DE814A9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Freeform 657">
              <a:extLst>
                <a:ext uri="{FF2B5EF4-FFF2-40B4-BE49-F238E27FC236}">
                  <a16:creationId xmlns:a16="http://schemas.microsoft.com/office/drawing/2014/main" id="{AEA7FE7B-4E23-5145-AF46-EAD1A968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Freeform 658">
              <a:extLst>
                <a:ext uri="{FF2B5EF4-FFF2-40B4-BE49-F238E27FC236}">
                  <a16:creationId xmlns:a16="http://schemas.microsoft.com/office/drawing/2014/main" id="{71870B35-FF8E-A648-9461-BE67BD42B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Freeform 659">
              <a:extLst>
                <a:ext uri="{FF2B5EF4-FFF2-40B4-BE49-F238E27FC236}">
                  <a16:creationId xmlns:a16="http://schemas.microsoft.com/office/drawing/2014/main" id="{14DF7B21-9989-CE4A-8CD2-77167155A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Freeform 660">
              <a:extLst>
                <a:ext uri="{FF2B5EF4-FFF2-40B4-BE49-F238E27FC236}">
                  <a16:creationId xmlns:a16="http://schemas.microsoft.com/office/drawing/2014/main" id="{01249498-5D68-DC4A-8598-DBC5E0FA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Freeform 661">
              <a:extLst>
                <a:ext uri="{FF2B5EF4-FFF2-40B4-BE49-F238E27FC236}">
                  <a16:creationId xmlns:a16="http://schemas.microsoft.com/office/drawing/2014/main" id="{39AB67DD-19DB-5B4A-9ECB-0D8434372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Freeform 662">
              <a:extLst>
                <a:ext uri="{FF2B5EF4-FFF2-40B4-BE49-F238E27FC236}">
                  <a16:creationId xmlns:a16="http://schemas.microsoft.com/office/drawing/2014/main" id="{50095490-4E5B-2C4F-A578-E6823DF0D7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Freeform 663">
              <a:extLst>
                <a:ext uri="{FF2B5EF4-FFF2-40B4-BE49-F238E27FC236}">
                  <a16:creationId xmlns:a16="http://schemas.microsoft.com/office/drawing/2014/main" id="{5F7C8605-C574-AF40-A25A-18D07E945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Freeform 664">
              <a:extLst>
                <a:ext uri="{FF2B5EF4-FFF2-40B4-BE49-F238E27FC236}">
                  <a16:creationId xmlns:a16="http://schemas.microsoft.com/office/drawing/2014/main" id="{5B56B3ED-95B3-FC4B-AEC8-78598F390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34" name="Group 665">
            <a:extLst>
              <a:ext uri="{FF2B5EF4-FFF2-40B4-BE49-F238E27FC236}">
                <a16:creationId xmlns:a16="http://schemas.microsoft.com/office/drawing/2014/main" id="{2A813063-25A9-2348-B34A-4FB30E3C361C}"/>
              </a:ext>
            </a:extLst>
          </p:cNvPr>
          <p:cNvGrpSpPr>
            <a:grpSpLocks/>
          </p:cNvGrpSpPr>
          <p:nvPr/>
        </p:nvGrpSpPr>
        <p:grpSpPr bwMode="auto">
          <a:xfrm>
            <a:off x="5824887" y="5294656"/>
            <a:ext cx="635000" cy="485775"/>
            <a:chOff x="3061" y="2530"/>
            <a:chExt cx="400" cy="306"/>
          </a:xfrm>
        </p:grpSpPr>
        <p:grpSp>
          <p:nvGrpSpPr>
            <p:cNvPr id="635" name="Group 666">
              <a:extLst>
                <a:ext uri="{FF2B5EF4-FFF2-40B4-BE49-F238E27FC236}">
                  <a16:creationId xmlns:a16="http://schemas.microsoft.com/office/drawing/2014/main" id="{E488256B-5F4C-7240-9A3D-138A9D926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660" name="Freeform 667">
                <a:extLst>
                  <a:ext uri="{FF2B5EF4-FFF2-40B4-BE49-F238E27FC236}">
                    <a16:creationId xmlns:a16="http://schemas.microsoft.com/office/drawing/2014/main" id="{30264AAC-A818-2C48-908B-3E20162B4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1" name="Freeform 668">
                <a:extLst>
                  <a:ext uri="{FF2B5EF4-FFF2-40B4-BE49-F238E27FC236}">
                    <a16:creationId xmlns:a16="http://schemas.microsoft.com/office/drawing/2014/main" id="{507FFE91-D066-EC44-8EE2-F5D3981A3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2" name="Freeform 669">
                <a:extLst>
                  <a:ext uri="{FF2B5EF4-FFF2-40B4-BE49-F238E27FC236}">
                    <a16:creationId xmlns:a16="http://schemas.microsoft.com/office/drawing/2014/main" id="{57E92C77-54EE-0845-97FB-2FE89243B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3" name="Freeform 670">
                <a:extLst>
                  <a:ext uri="{FF2B5EF4-FFF2-40B4-BE49-F238E27FC236}">
                    <a16:creationId xmlns:a16="http://schemas.microsoft.com/office/drawing/2014/main" id="{889E7C82-E5D9-8043-8A50-F87E4DA42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4" name="Freeform 671">
                <a:extLst>
                  <a:ext uri="{FF2B5EF4-FFF2-40B4-BE49-F238E27FC236}">
                    <a16:creationId xmlns:a16="http://schemas.microsoft.com/office/drawing/2014/main" id="{6EEB3AC9-B797-2E4E-B758-615021875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5" name="Freeform 672">
                <a:extLst>
                  <a:ext uri="{FF2B5EF4-FFF2-40B4-BE49-F238E27FC236}">
                    <a16:creationId xmlns:a16="http://schemas.microsoft.com/office/drawing/2014/main" id="{BF0B78D6-7D03-B248-8646-B7A4D8DB8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636" name="Picture 673" descr="laptop_keyboard">
              <a:extLst>
                <a:ext uri="{FF2B5EF4-FFF2-40B4-BE49-F238E27FC236}">
                  <a16:creationId xmlns:a16="http://schemas.microsoft.com/office/drawing/2014/main" id="{818E4316-ADEB-AE4B-A699-D416E1C58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674">
              <a:extLst>
                <a:ext uri="{FF2B5EF4-FFF2-40B4-BE49-F238E27FC236}">
                  <a16:creationId xmlns:a16="http://schemas.microsoft.com/office/drawing/2014/main" id="{A1178674-C6C6-D942-80CB-75C6BFD08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38" name="Picture 675" descr="tela">
              <a:extLst>
                <a:ext uri="{FF2B5EF4-FFF2-40B4-BE49-F238E27FC236}">
                  <a16:creationId xmlns:a16="http://schemas.microsoft.com/office/drawing/2014/main" id="{A7347B7E-CCF5-FF42-83C4-25E95D6DD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676">
              <a:extLst>
                <a:ext uri="{FF2B5EF4-FFF2-40B4-BE49-F238E27FC236}">
                  <a16:creationId xmlns:a16="http://schemas.microsoft.com/office/drawing/2014/main" id="{00ECEF64-E8C8-4048-95B9-291C901D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Freeform 677">
              <a:extLst>
                <a:ext uri="{FF2B5EF4-FFF2-40B4-BE49-F238E27FC236}">
                  <a16:creationId xmlns:a16="http://schemas.microsoft.com/office/drawing/2014/main" id="{0014A409-D9B4-A949-98B0-56F9722D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Freeform 678">
              <a:extLst>
                <a:ext uri="{FF2B5EF4-FFF2-40B4-BE49-F238E27FC236}">
                  <a16:creationId xmlns:a16="http://schemas.microsoft.com/office/drawing/2014/main" id="{B32C60B6-03BE-AE4B-A8B2-253AD5DB6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Freeform 679">
              <a:extLst>
                <a:ext uri="{FF2B5EF4-FFF2-40B4-BE49-F238E27FC236}">
                  <a16:creationId xmlns:a16="http://schemas.microsoft.com/office/drawing/2014/main" id="{B023ADC3-7539-F145-B52F-5ADE8AAA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Freeform 680">
              <a:extLst>
                <a:ext uri="{FF2B5EF4-FFF2-40B4-BE49-F238E27FC236}">
                  <a16:creationId xmlns:a16="http://schemas.microsoft.com/office/drawing/2014/main" id="{8DC2FD41-54FB-1B4E-AE8D-D4E49D45C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681">
              <a:extLst>
                <a:ext uri="{FF2B5EF4-FFF2-40B4-BE49-F238E27FC236}">
                  <a16:creationId xmlns:a16="http://schemas.microsoft.com/office/drawing/2014/main" id="{135825F9-10E4-2C4A-A3EB-E3C7A186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5" name="Group 682">
              <a:extLst>
                <a:ext uri="{FF2B5EF4-FFF2-40B4-BE49-F238E27FC236}">
                  <a16:creationId xmlns:a16="http://schemas.microsoft.com/office/drawing/2014/main" id="{18B7D007-F2F8-2041-A3B3-4AAC42AC9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654" name="Freeform 683">
                <a:extLst>
                  <a:ext uri="{FF2B5EF4-FFF2-40B4-BE49-F238E27FC236}">
                    <a16:creationId xmlns:a16="http://schemas.microsoft.com/office/drawing/2014/main" id="{C9CDCED6-729A-B548-A704-978153940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5" name="Freeform 684">
                <a:extLst>
                  <a:ext uri="{FF2B5EF4-FFF2-40B4-BE49-F238E27FC236}">
                    <a16:creationId xmlns:a16="http://schemas.microsoft.com/office/drawing/2014/main" id="{24052544-85C6-0C47-B814-CD736AF3F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6" name="Freeform 685">
                <a:extLst>
                  <a:ext uri="{FF2B5EF4-FFF2-40B4-BE49-F238E27FC236}">
                    <a16:creationId xmlns:a16="http://schemas.microsoft.com/office/drawing/2014/main" id="{6294FE3C-811A-494B-A379-68E78C7B7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7" name="Freeform 686">
                <a:extLst>
                  <a:ext uri="{FF2B5EF4-FFF2-40B4-BE49-F238E27FC236}">
                    <a16:creationId xmlns:a16="http://schemas.microsoft.com/office/drawing/2014/main" id="{14E79AE5-BBCC-114C-AF2F-57A092C70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8" name="Freeform 687">
                <a:extLst>
                  <a:ext uri="{FF2B5EF4-FFF2-40B4-BE49-F238E27FC236}">
                    <a16:creationId xmlns:a16="http://schemas.microsoft.com/office/drawing/2014/main" id="{87C488F6-CAF2-4349-8DCB-F47AF6FC0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9" name="Freeform 688">
                <a:extLst>
                  <a:ext uri="{FF2B5EF4-FFF2-40B4-BE49-F238E27FC236}">
                    <a16:creationId xmlns:a16="http://schemas.microsoft.com/office/drawing/2014/main" id="{F96E81D8-978B-5E49-94AC-C77AF2614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46" name="Freeform 689">
              <a:extLst>
                <a:ext uri="{FF2B5EF4-FFF2-40B4-BE49-F238E27FC236}">
                  <a16:creationId xmlns:a16="http://schemas.microsoft.com/office/drawing/2014/main" id="{986E1BA8-56FE-2F4F-B3AB-0EA671F5E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690">
              <a:extLst>
                <a:ext uri="{FF2B5EF4-FFF2-40B4-BE49-F238E27FC236}">
                  <a16:creationId xmlns:a16="http://schemas.microsoft.com/office/drawing/2014/main" id="{032047D0-42E0-4B46-895E-03472FB4D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691">
              <a:extLst>
                <a:ext uri="{FF2B5EF4-FFF2-40B4-BE49-F238E27FC236}">
                  <a16:creationId xmlns:a16="http://schemas.microsoft.com/office/drawing/2014/main" id="{FA89F6A3-14E8-1E4F-88E9-66EE672BE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692">
              <a:extLst>
                <a:ext uri="{FF2B5EF4-FFF2-40B4-BE49-F238E27FC236}">
                  <a16:creationId xmlns:a16="http://schemas.microsoft.com/office/drawing/2014/main" id="{D515CEFC-F72A-2B4C-8178-A7F2D78A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693">
              <a:extLst>
                <a:ext uri="{FF2B5EF4-FFF2-40B4-BE49-F238E27FC236}">
                  <a16:creationId xmlns:a16="http://schemas.microsoft.com/office/drawing/2014/main" id="{179531AD-F08A-C641-A873-F2E8AEE5E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694">
              <a:extLst>
                <a:ext uri="{FF2B5EF4-FFF2-40B4-BE49-F238E27FC236}">
                  <a16:creationId xmlns:a16="http://schemas.microsoft.com/office/drawing/2014/main" id="{73AACF3A-FA16-9C4F-8B6F-B0A8B43B758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695">
              <a:extLst>
                <a:ext uri="{FF2B5EF4-FFF2-40B4-BE49-F238E27FC236}">
                  <a16:creationId xmlns:a16="http://schemas.microsoft.com/office/drawing/2014/main" id="{15FD6D01-4885-FE49-9A11-07A76235F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3" name="Freeform 696">
              <a:extLst>
                <a:ext uri="{FF2B5EF4-FFF2-40B4-BE49-F238E27FC236}">
                  <a16:creationId xmlns:a16="http://schemas.microsoft.com/office/drawing/2014/main" id="{84BBF509-8F69-EB4E-9420-AC4976319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66" name="Group 699">
            <a:extLst>
              <a:ext uri="{FF2B5EF4-FFF2-40B4-BE49-F238E27FC236}">
                <a16:creationId xmlns:a16="http://schemas.microsoft.com/office/drawing/2014/main" id="{02B4AC8E-378E-3547-A03F-EB9A037CC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410188" y="4748833"/>
            <a:ext cx="501650" cy="512763"/>
            <a:chOff x="2839" y="3501"/>
            <a:chExt cx="755" cy="803"/>
          </a:xfrm>
        </p:grpSpPr>
        <p:pic>
          <p:nvPicPr>
            <p:cNvPr id="667" name="Picture 700" descr="desktop_computer_stylized_medium">
              <a:extLst>
                <a:ext uri="{FF2B5EF4-FFF2-40B4-BE49-F238E27FC236}">
                  <a16:creationId xmlns:a16="http://schemas.microsoft.com/office/drawing/2014/main" id="{71724573-60B3-124B-B985-CADFBB1B2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701">
              <a:extLst>
                <a:ext uri="{FF2B5EF4-FFF2-40B4-BE49-F238E27FC236}">
                  <a16:creationId xmlns:a16="http://schemas.microsoft.com/office/drawing/2014/main" id="{E65649AC-8FC0-F443-9BCF-46161D99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69" name="Group 702">
            <a:extLst>
              <a:ext uri="{FF2B5EF4-FFF2-40B4-BE49-F238E27FC236}">
                <a16:creationId xmlns:a16="http://schemas.microsoft.com/office/drawing/2014/main" id="{193A9924-4D79-4547-A4DE-2DF0DB24940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561000" y="4321796"/>
            <a:ext cx="501650" cy="512762"/>
            <a:chOff x="2839" y="3501"/>
            <a:chExt cx="755" cy="803"/>
          </a:xfrm>
        </p:grpSpPr>
        <p:pic>
          <p:nvPicPr>
            <p:cNvPr id="670" name="Picture 703" descr="desktop_computer_stylized_medium">
              <a:extLst>
                <a:ext uri="{FF2B5EF4-FFF2-40B4-BE49-F238E27FC236}">
                  <a16:creationId xmlns:a16="http://schemas.microsoft.com/office/drawing/2014/main" id="{C8CA1A81-D304-424F-87F7-FEE71560C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1" name="Freeform 704">
              <a:extLst>
                <a:ext uri="{FF2B5EF4-FFF2-40B4-BE49-F238E27FC236}">
                  <a16:creationId xmlns:a16="http://schemas.microsoft.com/office/drawing/2014/main" id="{A593126A-F019-4948-B6F9-9F0BBDC12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72" name="Group 705">
            <a:extLst>
              <a:ext uri="{FF2B5EF4-FFF2-40B4-BE49-F238E27FC236}">
                <a16:creationId xmlns:a16="http://schemas.microsoft.com/office/drawing/2014/main" id="{782ACF55-310A-7742-B762-459ADBC589A6}"/>
              </a:ext>
            </a:extLst>
          </p:cNvPr>
          <p:cNvGrpSpPr>
            <a:grpSpLocks/>
          </p:cNvGrpSpPr>
          <p:nvPr/>
        </p:nvGrpSpPr>
        <p:grpSpPr bwMode="auto">
          <a:xfrm>
            <a:off x="2234100" y="4709146"/>
            <a:ext cx="501650" cy="512762"/>
            <a:chOff x="2839" y="3501"/>
            <a:chExt cx="755" cy="803"/>
          </a:xfrm>
        </p:grpSpPr>
        <p:pic>
          <p:nvPicPr>
            <p:cNvPr id="673" name="Picture 706" descr="desktop_computer_stylized_medium">
              <a:extLst>
                <a:ext uri="{FF2B5EF4-FFF2-40B4-BE49-F238E27FC236}">
                  <a16:creationId xmlns:a16="http://schemas.microsoft.com/office/drawing/2014/main" id="{B4D37DEA-5391-6A48-B22B-C5003F10CD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4" name="Freeform 707">
              <a:extLst>
                <a:ext uri="{FF2B5EF4-FFF2-40B4-BE49-F238E27FC236}">
                  <a16:creationId xmlns:a16="http://schemas.microsoft.com/office/drawing/2014/main" id="{3BF185DB-3612-4349-821B-4CFDFD53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75" name="Group 708">
            <a:extLst>
              <a:ext uri="{FF2B5EF4-FFF2-40B4-BE49-F238E27FC236}">
                <a16:creationId xmlns:a16="http://schemas.microsoft.com/office/drawing/2014/main" id="{97B144E7-A54B-CA4C-B04F-A2F25E986C27}"/>
              </a:ext>
            </a:extLst>
          </p:cNvPr>
          <p:cNvGrpSpPr>
            <a:grpSpLocks/>
          </p:cNvGrpSpPr>
          <p:nvPr/>
        </p:nvGrpSpPr>
        <p:grpSpPr bwMode="auto">
          <a:xfrm>
            <a:off x="2035663" y="5148883"/>
            <a:ext cx="501650" cy="512763"/>
            <a:chOff x="2839" y="3501"/>
            <a:chExt cx="755" cy="803"/>
          </a:xfrm>
        </p:grpSpPr>
        <p:pic>
          <p:nvPicPr>
            <p:cNvPr id="676" name="Picture 709" descr="desktop_computer_stylized_medium">
              <a:extLst>
                <a:ext uri="{FF2B5EF4-FFF2-40B4-BE49-F238E27FC236}">
                  <a16:creationId xmlns:a16="http://schemas.microsoft.com/office/drawing/2014/main" id="{BC4923DF-E580-E043-87E0-54FA60E4EC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7" name="Freeform 710">
              <a:extLst>
                <a:ext uri="{FF2B5EF4-FFF2-40B4-BE49-F238E27FC236}">
                  <a16:creationId xmlns:a16="http://schemas.microsoft.com/office/drawing/2014/main" id="{42EC1204-645A-4842-92FE-2F13DBC97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337CC03-6B75-DD4E-AEF4-E8B1E9874303}"/>
              </a:ext>
            </a:extLst>
          </p:cNvPr>
          <p:cNvGrpSpPr/>
          <p:nvPr/>
        </p:nvGrpSpPr>
        <p:grpSpPr>
          <a:xfrm>
            <a:off x="3021501" y="4492486"/>
            <a:ext cx="1951525" cy="1263172"/>
            <a:chOff x="7891681" y="3099042"/>
            <a:chExt cx="2342453" cy="1569939"/>
          </a:xfrm>
        </p:grpSpPr>
        <p:sp>
          <p:nvSpPr>
            <p:cNvPr id="678" name="Oval 800">
              <a:extLst>
                <a:ext uri="{FF2B5EF4-FFF2-40B4-BE49-F238E27FC236}">
                  <a16:creationId xmlns:a16="http://schemas.microsoft.com/office/drawing/2014/main" id="{10688176-2675-9F46-B6CD-4D634B244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9" name="Group 817">
              <a:extLst>
                <a:ext uri="{FF2B5EF4-FFF2-40B4-BE49-F238E27FC236}">
                  <a16:creationId xmlns:a16="http://schemas.microsoft.com/office/drawing/2014/main" id="{3894D620-6D9E-8346-8516-F7389ED02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680" name="Oval 818">
                <a:extLst>
                  <a:ext uri="{FF2B5EF4-FFF2-40B4-BE49-F238E27FC236}">
                    <a16:creationId xmlns:a16="http://schemas.microsoft.com/office/drawing/2014/main" id="{11052586-B35E-DD4B-8AEC-F4861D0C9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681" name="Group 819">
                <a:extLst>
                  <a:ext uri="{FF2B5EF4-FFF2-40B4-BE49-F238E27FC236}">
                    <a16:creationId xmlns:a16="http://schemas.microsoft.com/office/drawing/2014/main" id="{ECD32DC1-931D-D54F-8659-4C948098C6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683" name="Oval 820">
                  <a:extLst>
                    <a:ext uri="{FF2B5EF4-FFF2-40B4-BE49-F238E27FC236}">
                      <a16:creationId xmlns:a16="http://schemas.microsoft.com/office/drawing/2014/main" id="{3304D76E-6F1B-7745-A3CB-304D98B35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84" name="Oval 821">
                  <a:extLst>
                    <a:ext uri="{FF2B5EF4-FFF2-40B4-BE49-F238E27FC236}">
                      <a16:creationId xmlns:a16="http://schemas.microsoft.com/office/drawing/2014/main" id="{74755B4A-1CD5-5744-9D5B-A2B52FF8D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85" name="Oval 822">
                  <a:extLst>
                    <a:ext uri="{FF2B5EF4-FFF2-40B4-BE49-F238E27FC236}">
                      <a16:creationId xmlns:a16="http://schemas.microsoft.com/office/drawing/2014/main" id="{4C9ED777-1C5F-D14C-85A1-B0DD4AB51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86" name="Oval 823">
                  <a:extLst>
                    <a:ext uri="{FF2B5EF4-FFF2-40B4-BE49-F238E27FC236}">
                      <a16:creationId xmlns:a16="http://schemas.microsoft.com/office/drawing/2014/main" id="{31AB0A7A-58BA-3043-BD5D-31AC5EB27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687" name="Freeform 824">
                  <a:extLst>
                    <a:ext uri="{FF2B5EF4-FFF2-40B4-BE49-F238E27FC236}">
                      <a16:creationId xmlns:a16="http://schemas.microsoft.com/office/drawing/2014/main" id="{259CA958-5773-B14D-898D-D3612E11B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82" name="Freeform 825">
                <a:extLst>
                  <a:ext uri="{FF2B5EF4-FFF2-40B4-BE49-F238E27FC236}">
                    <a16:creationId xmlns:a16="http://schemas.microsoft.com/office/drawing/2014/main" id="{07C15FD6-3BA5-3648-9F8B-5D0B7E898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88" name="Group 783">
              <a:extLst>
                <a:ext uri="{FF2B5EF4-FFF2-40B4-BE49-F238E27FC236}">
                  <a16:creationId xmlns:a16="http://schemas.microsoft.com/office/drawing/2014/main" id="{0710E690-D315-AD40-8470-BF130355A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2147" y="3619386"/>
              <a:ext cx="393690" cy="1049595"/>
              <a:chOff x="3130" y="3288"/>
              <a:chExt cx="410" cy="742"/>
            </a:xfrm>
          </p:grpSpPr>
          <p:sp>
            <p:nvSpPr>
              <p:cNvPr id="689" name="Line 270">
                <a:extLst>
                  <a:ext uri="{FF2B5EF4-FFF2-40B4-BE49-F238E27FC236}">
                    <a16:creationId xmlns:a16="http://schemas.microsoft.com/office/drawing/2014/main" id="{04149AE5-43DA-3047-BFDC-5CFB58462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0" name="Line 271">
                <a:extLst>
                  <a:ext uri="{FF2B5EF4-FFF2-40B4-BE49-F238E27FC236}">
                    <a16:creationId xmlns:a16="http://schemas.microsoft.com/office/drawing/2014/main" id="{6338FFA1-2B24-C444-8D8F-3277B2D87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1" name="Line 272">
                <a:extLst>
                  <a:ext uri="{FF2B5EF4-FFF2-40B4-BE49-F238E27FC236}">
                    <a16:creationId xmlns:a16="http://schemas.microsoft.com/office/drawing/2014/main" id="{C56657E2-C2C8-D445-8165-8F8545249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2" name="Line 273">
                <a:extLst>
                  <a:ext uri="{FF2B5EF4-FFF2-40B4-BE49-F238E27FC236}">
                    <a16:creationId xmlns:a16="http://schemas.microsoft.com/office/drawing/2014/main" id="{B7B82588-44BD-2D40-AFBE-88A049E7C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3" name="Line 274">
                <a:extLst>
                  <a:ext uri="{FF2B5EF4-FFF2-40B4-BE49-F238E27FC236}">
                    <a16:creationId xmlns:a16="http://schemas.microsoft.com/office/drawing/2014/main" id="{B49C6B4C-26A6-464B-A658-C25BD053B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4" name="Line 275">
                <a:extLst>
                  <a:ext uri="{FF2B5EF4-FFF2-40B4-BE49-F238E27FC236}">
                    <a16:creationId xmlns:a16="http://schemas.microsoft.com/office/drawing/2014/main" id="{9DEE2C80-A67F-BC44-917A-FAEB31A8F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5" name="Line 276">
                <a:extLst>
                  <a:ext uri="{FF2B5EF4-FFF2-40B4-BE49-F238E27FC236}">
                    <a16:creationId xmlns:a16="http://schemas.microsoft.com/office/drawing/2014/main" id="{5A46DA7F-F265-CB4C-A51D-41A95E0B2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6" name="Line 277">
                <a:extLst>
                  <a:ext uri="{FF2B5EF4-FFF2-40B4-BE49-F238E27FC236}">
                    <a16:creationId xmlns:a16="http://schemas.microsoft.com/office/drawing/2014/main" id="{593E4D81-9E83-E74D-8F06-058D326BB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7" name="Line 278">
                <a:extLst>
                  <a:ext uri="{FF2B5EF4-FFF2-40B4-BE49-F238E27FC236}">
                    <a16:creationId xmlns:a16="http://schemas.microsoft.com/office/drawing/2014/main" id="{19A8EFE0-C98F-E44D-993F-B51434E6A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8" name="Line 279">
                <a:extLst>
                  <a:ext uri="{FF2B5EF4-FFF2-40B4-BE49-F238E27FC236}">
                    <a16:creationId xmlns:a16="http://schemas.microsoft.com/office/drawing/2014/main" id="{B0DE46EE-854B-7449-A982-B3A715EBF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9" name="Line 280">
                <a:extLst>
                  <a:ext uri="{FF2B5EF4-FFF2-40B4-BE49-F238E27FC236}">
                    <a16:creationId xmlns:a16="http://schemas.microsoft.com/office/drawing/2014/main" id="{13490F49-1356-1849-AFBC-6C97EFE1E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0" name="Line 281">
                <a:extLst>
                  <a:ext uri="{FF2B5EF4-FFF2-40B4-BE49-F238E27FC236}">
                    <a16:creationId xmlns:a16="http://schemas.microsoft.com/office/drawing/2014/main" id="{03009224-D46D-E74D-B16C-6D0BBBCFB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1" name="Line 282">
                <a:extLst>
                  <a:ext uri="{FF2B5EF4-FFF2-40B4-BE49-F238E27FC236}">
                    <a16:creationId xmlns:a16="http://schemas.microsoft.com/office/drawing/2014/main" id="{195799B9-BB33-BC4E-BA89-837E62925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2" name="Line 283">
                <a:extLst>
                  <a:ext uri="{FF2B5EF4-FFF2-40B4-BE49-F238E27FC236}">
                    <a16:creationId xmlns:a16="http://schemas.microsoft.com/office/drawing/2014/main" id="{5617F8DF-F9E1-5043-8A1C-F0FA02039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3" name="Line 284">
                <a:extLst>
                  <a:ext uri="{FF2B5EF4-FFF2-40B4-BE49-F238E27FC236}">
                    <a16:creationId xmlns:a16="http://schemas.microsoft.com/office/drawing/2014/main" id="{A0BBBAC8-FD74-EF44-A13C-105333752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04" name="Group 703">
              <a:extLst>
                <a:ext uri="{FF2B5EF4-FFF2-40B4-BE49-F238E27FC236}">
                  <a16:creationId xmlns:a16="http://schemas.microsoft.com/office/drawing/2014/main" id="{42EB9871-56EA-2341-96EB-5728B4E754D6}"/>
                </a:ext>
              </a:extLst>
            </p:cNvPr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id="705" name="Picture 653" descr="iphone_stylized_small">
                <a:extLst>
                  <a:ext uri="{FF2B5EF4-FFF2-40B4-BE49-F238E27FC236}">
                    <a16:creationId xmlns:a16="http://schemas.microsoft.com/office/drawing/2014/main" id="{3B41EE83-D29B-9B4A-9E7E-CDC2C5738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06" name="Group 850">
                <a:extLst>
                  <a:ext uri="{FF2B5EF4-FFF2-40B4-BE49-F238E27FC236}">
                    <a16:creationId xmlns:a16="http://schemas.microsoft.com/office/drawing/2014/main" id="{A2B15487-5874-8E4F-A2D2-3B4F8B949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707" name="Freeform 851">
                  <a:extLst>
                    <a:ext uri="{FF2B5EF4-FFF2-40B4-BE49-F238E27FC236}">
                      <a16:creationId xmlns:a16="http://schemas.microsoft.com/office/drawing/2014/main" id="{F198C428-7BD3-9547-B5FE-EC2B2E4B3F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8" name="Freeform 852">
                  <a:extLst>
                    <a:ext uri="{FF2B5EF4-FFF2-40B4-BE49-F238E27FC236}">
                      <a16:creationId xmlns:a16="http://schemas.microsoft.com/office/drawing/2014/main" id="{2BF34BB6-4817-E041-B51A-FF030BD85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9" name="Freeform 853">
                  <a:extLst>
                    <a:ext uri="{FF2B5EF4-FFF2-40B4-BE49-F238E27FC236}">
                      <a16:creationId xmlns:a16="http://schemas.microsoft.com/office/drawing/2014/main" id="{1F12D98B-9D91-2C4A-9A60-79ED30FF4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0" name="Freeform 854">
                  <a:extLst>
                    <a:ext uri="{FF2B5EF4-FFF2-40B4-BE49-F238E27FC236}">
                      <a16:creationId xmlns:a16="http://schemas.microsoft.com/office/drawing/2014/main" id="{9DF11EBC-0004-A948-BFDC-FDE61D97F7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1" name="Freeform 855">
                  <a:extLst>
                    <a:ext uri="{FF2B5EF4-FFF2-40B4-BE49-F238E27FC236}">
                      <a16:creationId xmlns:a16="http://schemas.microsoft.com/office/drawing/2014/main" id="{E7293A64-2C3C-9646-B157-AA28AC5BA8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2" name="Freeform 856">
                  <a:extLst>
                    <a:ext uri="{FF2B5EF4-FFF2-40B4-BE49-F238E27FC236}">
                      <a16:creationId xmlns:a16="http://schemas.microsoft.com/office/drawing/2014/main" id="{3F0646E8-B992-F84E-AF32-0F3C879615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A5689340-E6EB-1E4C-B299-F2EC3B1CDBCC}"/>
                </a:ext>
              </a:extLst>
            </p:cNvPr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id="714" name="Picture 603" descr="car_icon_small">
                <a:extLst>
                  <a:ext uri="{FF2B5EF4-FFF2-40B4-BE49-F238E27FC236}">
                    <a16:creationId xmlns:a16="http://schemas.microsoft.com/office/drawing/2014/main" id="{64B67A9E-AD4C-A44D-8D74-4BA4FA5BC4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15" name="Group 850">
                <a:extLst>
                  <a:ext uri="{FF2B5EF4-FFF2-40B4-BE49-F238E27FC236}">
                    <a16:creationId xmlns:a16="http://schemas.microsoft.com/office/drawing/2014/main" id="{84052C40-E105-A342-89B4-BDF61A2D5A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717" name="Freeform 851">
                  <a:extLst>
                    <a:ext uri="{FF2B5EF4-FFF2-40B4-BE49-F238E27FC236}">
                      <a16:creationId xmlns:a16="http://schemas.microsoft.com/office/drawing/2014/main" id="{0BA44966-8A4E-BB43-959B-A59F35AB5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8" name="Freeform 852">
                  <a:extLst>
                    <a:ext uri="{FF2B5EF4-FFF2-40B4-BE49-F238E27FC236}">
                      <a16:creationId xmlns:a16="http://schemas.microsoft.com/office/drawing/2014/main" id="{5DC04172-F777-E646-93C2-4CDF96DA8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9" name="Freeform 853">
                  <a:extLst>
                    <a:ext uri="{FF2B5EF4-FFF2-40B4-BE49-F238E27FC236}">
                      <a16:creationId xmlns:a16="http://schemas.microsoft.com/office/drawing/2014/main" id="{A55970CF-BAEF-CD49-9BCE-C69AB8A5C4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" name="Freeform 854">
                  <a:extLst>
                    <a:ext uri="{FF2B5EF4-FFF2-40B4-BE49-F238E27FC236}">
                      <a16:creationId xmlns:a16="http://schemas.microsoft.com/office/drawing/2014/main" id="{2986E248-F171-5D48-8739-D2298CCA87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" name="Freeform 855">
                  <a:extLst>
                    <a:ext uri="{FF2B5EF4-FFF2-40B4-BE49-F238E27FC236}">
                      <a16:creationId xmlns:a16="http://schemas.microsoft.com/office/drawing/2014/main" id="{49F0B7F7-B410-9C43-9C2A-1B8B752592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" name="Freeform 856">
                  <a:extLst>
                    <a:ext uri="{FF2B5EF4-FFF2-40B4-BE49-F238E27FC236}">
                      <a16:creationId xmlns:a16="http://schemas.microsoft.com/office/drawing/2014/main" id="{287FBEA2-91A4-594C-9875-9EB64B310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00CD8070-E312-CE4E-9330-AF9220DB94C1}"/>
                  </a:ext>
                </a:extLst>
              </p:cNvPr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3" name="Group 722">
              <a:extLst>
                <a:ext uri="{FF2B5EF4-FFF2-40B4-BE49-F238E27FC236}">
                  <a16:creationId xmlns:a16="http://schemas.microsoft.com/office/drawing/2014/main" id="{7270D670-9717-4947-8A8A-E81A05A4A5CB}"/>
                </a:ext>
              </a:extLst>
            </p:cNvPr>
            <p:cNvGrpSpPr/>
            <p:nvPr/>
          </p:nvGrpSpPr>
          <p:grpSpPr>
            <a:xfrm>
              <a:off x="9731765" y="3463179"/>
              <a:ext cx="502369" cy="512348"/>
              <a:chOff x="7341491" y="2307905"/>
              <a:chExt cx="509280" cy="439573"/>
            </a:xfrm>
          </p:grpSpPr>
          <p:grpSp>
            <p:nvGrpSpPr>
              <p:cNvPr id="724" name="Group 723">
                <a:extLst>
                  <a:ext uri="{FF2B5EF4-FFF2-40B4-BE49-F238E27FC236}">
                    <a16:creationId xmlns:a16="http://schemas.microsoft.com/office/drawing/2014/main" id="{46A2D8F1-7677-BA43-8C79-F92B915BC035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733" name="Picture 1018" descr="laptop_keyboard">
                  <a:extLst>
                    <a:ext uri="{FF2B5EF4-FFF2-40B4-BE49-F238E27FC236}">
                      <a16:creationId xmlns:a16="http://schemas.microsoft.com/office/drawing/2014/main" id="{0213EE88-DBCD-E942-AE09-77E4A5369E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4" name="Freeform 1019">
                  <a:extLst>
                    <a:ext uri="{FF2B5EF4-FFF2-40B4-BE49-F238E27FC236}">
                      <a16:creationId xmlns:a16="http://schemas.microsoft.com/office/drawing/2014/main" id="{1AB1E013-5334-2443-B3EA-0ADF9CDA9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735" name="Picture 1020" descr="tela">
                  <a:extLst>
                    <a:ext uri="{FF2B5EF4-FFF2-40B4-BE49-F238E27FC236}">
                      <a16:creationId xmlns:a16="http://schemas.microsoft.com/office/drawing/2014/main" id="{8E8FB868-F15A-354D-8A94-F6162964A2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6" name="Freeform 1021">
                  <a:extLst>
                    <a:ext uri="{FF2B5EF4-FFF2-40B4-BE49-F238E27FC236}">
                      <a16:creationId xmlns:a16="http://schemas.microsoft.com/office/drawing/2014/main" id="{808AD4A9-7969-A440-AF65-3F01AEA7E2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7" name="Freeform 1022">
                  <a:extLst>
                    <a:ext uri="{FF2B5EF4-FFF2-40B4-BE49-F238E27FC236}">
                      <a16:creationId xmlns:a16="http://schemas.microsoft.com/office/drawing/2014/main" id="{BE959CDF-8CEC-5D49-B9B5-695C75E54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8" name="Freeform 1023">
                  <a:extLst>
                    <a:ext uri="{FF2B5EF4-FFF2-40B4-BE49-F238E27FC236}">
                      <a16:creationId xmlns:a16="http://schemas.microsoft.com/office/drawing/2014/main" id="{C47539D5-AB19-6248-B8AC-D7C1EB7D89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9" name="Freeform 1024">
                  <a:extLst>
                    <a:ext uri="{FF2B5EF4-FFF2-40B4-BE49-F238E27FC236}">
                      <a16:creationId xmlns:a16="http://schemas.microsoft.com/office/drawing/2014/main" id="{5AEB62B0-7DA6-D743-86A5-DFFF45D54B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0" name="Freeform 1025">
                  <a:extLst>
                    <a:ext uri="{FF2B5EF4-FFF2-40B4-BE49-F238E27FC236}">
                      <a16:creationId xmlns:a16="http://schemas.microsoft.com/office/drawing/2014/main" id="{B47C284C-2338-754B-99BA-EA63C8A9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1" name="Freeform 1026">
                  <a:extLst>
                    <a:ext uri="{FF2B5EF4-FFF2-40B4-BE49-F238E27FC236}">
                      <a16:creationId xmlns:a16="http://schemas.microsoft.com/office/drawing/2014/main" id="{9B886F94-1E66-9F4A-AE5A-8E0F922D01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42" name="Group 1027">
                  <a:extLst>
                    <a:ext uri="{FF2B5EF4-FFF2-40B4-BE49-F238E27FC236}">
                      <a16:creationId xmlns:a16="http://schemas.microsoft.com/office/drawing/2014/main" id="{715EA677-D4AB-B447-B08B-D7ED313243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49" name="Freeform 1028">
                    <a:extLst>
                      <a:ext uri="{FF2B5EF4-FFF2-40B4-BE49-F238E27FC236}">
                        <a16:creationId xmlns:a16="http://schemas.microsoft.com/office/drawing/2014/main" id="{E1124562-ECF8-4F4C-90C1-EF6396A68E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0" name="Freeform 1029">
                    <a:extLst>
                      <a:ext uri="{FF2B5EF4-FFF2-40B4-BE49-F238E27FC236}">
                        <a16:creationId xmlns:a16="http://schemas.microsoft.com/office/drawing/2014/main" id="{3389E998-0F08-914D-9479-D8E12E2549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1" name="Freeform 1030">
                    <a:extLst>
                      <a:ext uri="{FF2B5EF4-FFF2-40B4-BE49-F238E27FC236}">
                        <a16:creationId xmlns:a16="http://schemas.microsoft.com/office/drawing/2014/main" id="{8A11850E-DFFA-ED48-BEB3-85180AD217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2" name="Freeform 1031">
                    <a:extLst>
                      <a:ext uri="{FF2B5EF4-FFF2-40B4-BE49-F238E27FC236}">
                        <a16:creationId xmlns:a16="http://schemas.microsoft.com/office/drawing/2014/main" id="{348FFCFE-31F3-D044-A19B-3EA98E2A2B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3" name="Freeform 1032">
                    <a:extLst>
                      <a:ext uri="{FF2B5EF4-FFF2-40B4-BE49-F238E27FC236}">
                        <a16:creationId xmlns:a16="http://schemas.microsoft.com/office/drawing/2014/main" id="{E0BFA97F-7FDE-4B49-BE02-A5B711E535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4" name="Freeform 1033">
                    <a:extLst>
                      <a:ext uri="{FF2B5EF4-FFF2-40B4-BE49-F238E27FC236}">
                        <a16:creationId xmlns:a16="http://schemas.microsoft.com/office/drawing/2014/main" id="{5566BB9E-C2DB-904B-8DAE-F1FAE62B3F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43" name="Freeform 1034">
                  <a:extLst>
                    <a:ext uri="{FF2B5EF4-FFF2-40B4-BE49-F238E27FC236}">
                      <a16:creationId xmlns:a16="http://schemas.microsoft.com/office/drawing/2014/main" id="{8531613B-92A9-464D-BE9E-A37215186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4" name="Freeform 1035">
                  <a:extLst>
                    <a:ext uri="{FF2B5EF4-FFF2-40B4-BE49-F238E27FC236}">
                      <a16:creationId xmlns:a16="http://schemas.microsoft.com/office/drawing/2014/main" id="{EE5A0F89-BDF3-4F47-BA87-66EF728D00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5" name="Freeform 1036">
                  <a:extLst>
                    <a:ext uri="{FF2B5EF4-FFF2-40B4-BE49-F238E27FC236}">
                      <a16:creationId xmlns:a16="http://schemas.microsoft.com/office/drawing/2014/main" id="{1FD78267-7B3E-D540-902C-47129B46C0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6" name="Freeform 1037">
                  <a:extLst>
                    <a:ext uri="{FF2B5EF4-FFF2-40B4-BE49-F238E27FC236}">
                      <a16:creationId xmlns:a16="http://schemas.microsoft.com/office/drawing/2014/main" id="{16865503-BACA-1447-B755-0CA9ED8EDC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7" name="Freeform 1038">
                  <a:extLst>
                    <a:ext uri="{FF2B5EF4-FFF2-40B4-BE49-F238E27FC236}">
                      <a16:creationId xmlns:a16="http://schemas.microsoft.com/office/drawing/2014/main" id="{3B1B22E2-5D91-E74A-9754-AC618ED26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8" name="Freeform 1039">
                  <a:extLst>
                    <a:ext uri="{FF2B5EF4-FFF2-40B4-BE49-F238E27FC236}">
                      <a16:creationId xmlns:a16="http://schemas.microsoft.com/office/drawing/2014/main" id="{7E7C97D1-0F33-3444-927F-6DA622B20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5" name="Group 850">
                <a:extLst>
                  <a:ext uri="{FF2B5EF4-FFF2-40B4-BE49-F238E27FC236}">
                    <a16:creationId xmlns:a16="http://schemas.microsoft.com/office/drawing/2014/main" id="{62525AE2-4973-8D42-8457-3FD43C9E4D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27" name="Freeform 851">
                  <a:extLst>
                    <a:ext uri="{FF2B5EF4-FFF2-40B4-BE49-F238E27FC236}">
                      <a16:creationId xmlns:a16="http://schemas.microsoft.com/office/drawing/2014/main" id="{98DC9C84-53E3-014A-967F-FA84DB11D7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" name="Freeform 852">
                  <a:extLst>
                    <a:ext uri="{FF2B5EF4-FFF2-40B4-BE49-F238E27FC236}">
                      <a16:creationId xmlns:a16="http://schemas.microsoft.com/office/drawing/2014/main" id="{29B322F2-C071-D44B-B545-1D6315264F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9" name="Freeform 853">
                  <a:extLst>
                    <a:ext uri="{FF2B5EF4-FFF2-40B4-BE49-F238E27FC236}">
                      <a16:creationId xmlns:a16="http://schemas.microsoft.com/office/drawing/2014/main" id="{0B4F0F6E-B830-CD43-97A0-CCF435339F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0" name="Freeform 854">
                  <a:extLst>
                    <a:ext uri="{FF2B5EF4-FFF2-40B4-BE49-F238E27FC236}">
                      <a16:creationId xmlns:a16="http://schemas.microsoft.com/office/drawing/2014/main" id="{1F7BE4F9-0536-514B-946A-CAC994424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1" name="Freeform 855">
                  <a:extLst>
                    <a:ext uri="{FF2B5EF4-FFF2-40B4-BE49-F238E27FC236}">
                      <a16:creationId xmlns:a16="http://schemas.microsoft.com/office/drawing/2014/main" id="{F512D928-7DBD-174E-9B2D-4DC324036D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2" name="Freeform 856">
                  <a:extLst>
                    <a:ext uri="{FF2B5EF4-FFF2-40B4-BE49-F238E27FC236}">
                      <a16:creationId xmlns:a16="http://schemas.microsoft.com/office/drawing/2014/main" id="{C88DD8DC-6D2B-A545-8A4F-C001C71AC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5DFBB0AF-BFC3-414D-A6B2-5B5E573B87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5" name="Text Box 5">
            <a:extLst>
              <a:ext uri="{FF2B5EF4-FFF2-40B4-BE49-F238E27FC236}">
                <a16:creationId xmlns:a16="http://schemas.microsoft.com/office/drawing/2014/main" id="{59DCFB19-2C53-724E-875B-11F6B0110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856" y="5846761"/>
            <a:ext cx="1854995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rádio compartilhado: </a:t>
            </a:r>
            <a:endParaRPr lang="pt-BR">
              <a:latin typeface="Arial"/>
              <a:ea typeface="ＭＳ Ｐゴシック"/>
              <a:cs typeface="Arial"/>
            </a:endParaRPr>
          </a:p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4G/5G</a:t>
            </a:r>
            <a:endParaRPr lang="pt">
              <a:latin typeface="Arial"/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766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/>
              </a:rPr>
              <a:t>Protocolos de Acesso Múltiplo</a:t>
            </a:r>
            <a:endParaRPr lang="pt-BR"/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91" name="Rectangle 3">
            <a:extLst>
              <a:ext uri="{FF2B5EF4-FFF2-40B4-BE49-F238E27FC236}">
                <a16:creationId xmlns:a16="http://schemas.microsoft.com/office/drawing/2014/main" id="{E6233901-684E-DA4D-9AAB-1573F126922B}"/>
              </a:ext>
            </a:extLst>
          </p:cNvPr>
          <p:cNvSpPr txBox="1">
            <a:spLocks noChangeArrowheads="1"/>
          </p:cNvSpPr>
          <p:nvPr/>
        </p:nvSpPr>
        <p:spPr>
          <a:xfrm>
            <a:off x="765106" y="1363316"/>
            <a:ext cx="11148598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75" indent="-457200">
              <a:buFont typeface="Arial" pitchFamily="2" charset="2"/>
              <a:buChar char="•"/>
              <a:defRPr/>
            </a:pPr>
            <a:r>
              <a:rPr lang="pt" sz="3200"/>
              <a:t>Único canal de transmissão compartilhado (broadcast)</a:t>
            </a:r>
            <a:endParaRPr lang="pt-BR"/>
          </a:p>
          <a:p>
            <a:pPr marL="404495" indent="-274320">
              <a:buFont typeface="Arial" pitchFamily="2" charset="2"/>
              <a:buChar char="•"/>
              <a:defRPr/>
            </a:pPr>
            <a:r>
              <a:rPr lang="pt" sz="3200"/>
              <a:t>Duas ou mais transmissões simultâneas por nós: interferência 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 i="1">
                <a:solidFill>
                  <a:srgbClr val="C00000"/>
                </a:solidFill>
              </a:rPr>
              <a:t>colisão</a:t>
            </a:r>
            <a:r>
              <a:rPr lang="pt" sz="2800"/>
              <a:t> se o nó receber dois ou mais sinais ao mesmo tempo</a:t>
            </a:r>
            <a:endParaRPr lang="en-US" i="1" u="sng">
              <a:solidFill>
                <a:srgbClr val="FF0000"/>
              </a:solidFill>
            </a:endParaRPr>
          </a:p>
        </p:txBody>
      </p:sp>
      <p:sp>
        <p:nvSpPr>
          <p:cNvPr id="292" name="Rectangle 3">
            <a:extLst>
              <a:ext uri="{FF2B5EF4-FFF2-40B4-BE49-F238E27FC236}">
                <a16:creationId xmlns:a16="http://schemas.microsoft.com/office/drawing/2014/main" id="{4AA5F7D4-7DBD-9E45-B534-F9CDF4D8505D}"/>
              </a:ext>
            </a:extLst>
          </p:cNvPr>
          <p:cNvSpPr txBox="1">
            <a:spLocks noChangeArrowheads="1"/>
          </p:cNvSpPr>
          <p:nvPr/>
        </p:nvSpPr>
        <p:spPr>
          <a:xfrm>
            <a:off x="1170421" y="3689948"/>
            <a:ext cx="10192568" cy="249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0" indent="-457200">
              <a:buFont typeface="Arial" pitchFamily="2" charset="2"/>
              <a:buChar char="•"/>
              <a:defRPr/>
            </a:pPr>
            <a:r>
              <a:rPr lang="pt"/>
              <a:t>algoritmo distribuído que determina como os nós compartilham o canal, ou seja, determina quando o nó pode transmitir</a:t>
            </a:r>
            <a:endParaRPr lang="pt-BR"/>
          </a:p>
          <a:p>
            <a:pPr marL="457200" indent="-274320">
              <a:buFont typeface="Arial" pitchFamily="2" charset="2"/>
              <a:buChar char="•"/>
              <a:defRPr/>
            </a:pPr>
            <a:r>
              <a:rPr lang="pt"/>
              <a:t>A comunicação sobre o compartilhamento de canais deve usar o próprio canal!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746125" lvl="1" indent="-223520">
              <a:defRPr/>
            </a:pPr>
            <a:r>
              <a:rPr lang="pt" sz="2800"/>
              <a:t>nenhum canal fora de banda para coordenação</a:t>
            </a:r>
            <a:endParaRPr lang="pt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A9627-8FEC-3848-AA80-2DDEF1AE2F67}"/>
              </a:ext>
            </a:extLst>
          </p:cNvPr>
          <p:cNvSpPr/>
          <p:nvPr/>
        </p:nvSpPr>
        <p:spPr>
          <a:xfrm>
            <a:off x="800507" y="3443317"/>
            <a:ext cx="10773391" cy="254579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20334-D903-464A-8C54-83F2552D4599}"/>
              </a:ext>
            </a:extLst>
          </p:cNvPr>
          <p:cNvSpPr txBox="1"/>
          <p:nvPr/>
        </p:nvSpPr>
        <p:spPr>
          <a:xfrm>
            <a:off x="1172692" y="3154018"/>
            <a:ext cx="498661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" sz="3200">
                <a:solidFill>
                  <a:srgbClr val="C00000"/>
                </a:solidFill>
              </a:rPr>
              <a:t>Protocolo de acesso múltiplo</a:t>
            </a:r>
          </a:p>
        </p:txBody>
      </p:sp>
    </p:spTree>
    <p:extLst>
      <p:ext uri="{BB962C8B-B14F-4D97-AF65-F5344CB8AC3E}">
        <p14:creationId xmlns:p14="http://schemas.microsoft.com/office/powerpoint/2010/main" val="22069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Um protocolo de acesso múltiplo ideal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02EAE9-EF5B-DD4F-BD34-31F1BD3532FC}"/>
              </a:ext>
            </a:extLst>
          </p:cNvPr>
          <p:cNvSpPr txBox="1">
            <a:spLocks noChangeArrowheads="1"/>
          </p:cNvSpPr>
          <p:nvPr/>
        </p:nvSpPr>
        <p:spPr>
          <a:xfrm>
            <a:off x="944216" y="1626703"/>
            <a:ext cx="10055087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pt" sz="3200"/>
              <a:t>Canal de acesso múltiplo (MAC) com velocidade de </a:t>
            </a:r>
            <a:r>
              <a:rPr lang="pt" sz="3200" i="1"/>
              <a:t>R</a:t>
            </a:r>
            <a:r>
              <a:rPr lang="pt" sz="3200"/>
              <a:t> bps</a:t>
            </a:r>
          </a:p>
          <a:p>
            <a:pPr lvl="1">
              <a:buFont typeface="Wingdings" charset="0"/>
              <a:buNone/>
              <a:defRPr/>
            </a:pPr>
            <a:r>
              <a:rPr lang="pt"/>
              <a:t>1. </a:t>
            </a:r>
            <a:r>
              <a:rPr lang="pt" sz="2800"/>
              <a:t>quando um nó deseja transmitir, ele pode enviar na taxa </a:t>
            </a:r>
            <a:r>
              <a:rPr lang="pt" sz="2800" i="1"/>
              <a:t>R</a:t>
            </a:r>
            <a:r>
              <a:rPr lang="pt" sz="2800"/>
              <a:t>.</a:t>
            </a:r>
          </a:p>
          <a:p>
            <a:pPr lvl="1">
              <a:buNone/>
              <a:defRPr/>
            </a:pPr>
            <a:r>
              <a:rPr lang="pt" sz="2800"/>
              <a:t>2. quando M nós querem transmitir, cada um pode enviar na taxa média </a:t>
            </a:r>
            <a:r>
              <a:rPr lang="pt" sz="2800" i="1"/>
              <a:t>R/M</a:t>
            </a:r>
          </a:p>
          <a:p>
            <a:pPr lvl="1">
              <a:buFont typeface="Wingdings" charset="0"/>
              <a:buNone/>
              <a:defRPr/>
            </a:pPr>
            <a:r>
              <a:rPr lang="pt" sz="2800"/>
              <a:t>3. Totalmente descentralizado:</a:t>
            </a:r>
          </a:p>
          <a:p>
            <a:pPr lvl="2">
              <a:defRPr/>
            </a:pPr>
            <a:r>
              <a:rPr lang="pt" sz="2800"/>
              <a:t>nenhum nó especial para coordenar as transmissões</a:t>
            </a:r>
          </a:p>
          <a:p>
            <a:pPr lvl="2">
              <a:defRPr/>
            </a:pPr>
            <a:r>
              <a:rPr lang="pt" sz="2800"/>
              <a:t>Nenhumasincronização de relógios, intervalos</a:t>
            </a:r>
          </a:p>
          <a:p>
            <a:pPr lvl="1">
              <a:buFont typeface="Wingdings" charset="0"/>
              <a:buNone/>
              <a:defRPr/>
            </a:pPr>
            <a:r>
              <a:rPr lang="pt" sz="2800"/>
              <a:t>4. Simples</a:t>
            </a:r>
          </a:p>
        </p:txBody>
      </p:sp>
    </p:spTree>
    <p:extLst>
      <p:ext uri="{BB962C8B-B14F-4D97-AF65-F5344CB8AC3E}">
        <p14:creationId xmlns:p14="http://schemas.microsoft.com/office/powerpoint/2010/main" val="334465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Protocolos MAC: taxonomia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480CDD-CB17-934B-BC0E-C5D3C5E0F75F}"/>
              </a:ext>
            </a:extLst>
          </p:cNvPr>
          <p:cNvSpPr txBox="1">
            <a:spLocks noChangeArrowheads="1"/>
          </p:cNvSpPr>
          <p:nvPr/>
        </p:nvSpPr>
        <p:spPr>
          <a:xfrm>
            <a:off x="811696" y="1356210"/>
            <a:ext cx="11141765" cy="493857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/>
              <a:t>Três classes gerais:</a:t>
            </a:r>
          </a:p>
          <a:p>
            <a:pPr marL="587375" indent="-457200"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C00000"/>
                </a:solidFill>
              </a:rPr>
              <a:t>Particionamento de canal</a:t>
            </a:r>
            <a:endParaRPr lang="pt" sz="320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Divida o canal em "pedaços" menores (intervalos de tempo, frequência, código)</a:t>
            </a:r>
          </a:p>
          <a:p>
            <a:pPr lvl="1">
              <a:defRPr/>
            </a:pPr>
            <a:r>
              <a:rPr lang="pt" sz="2800"/>
              <a:t>alocar um pedaço ao nó para uso exclusivo</a:t>
            </a:r>
            <a:endParaRPr lang="en-US" sz="3200"/>
          </a:p>
          <a:p>
            <a:pPr marL="404495" indent="-274320">
              <a:buFont typeface="Arial" pitchFamily="2" charset="2"/>
              <a:buChar char="•"/>
              <a:defRPr/>
            </a:pPr>
            <a:r>
              <a:rPr lang="pt" sz="3200" i="1">
                <a:solidFill>
                  <a:srgbClr val="C00000"/>
                </a:solidFill>
              </a:rPr>
              <a:t>Acesso aleatório</a:t>
            </a:r>
            <a:endParaRPr lang="pt" sz="3200" i="1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canal não dividido, permitir colisões</a:t>
            </a:r>
          </a:p>
          <a:p>
            <a:pPr lvl="1">
              <a:defRPr/>
            </a:pPr>
            <a:r>
              <a:rPr lang="pt" altLang="ja-JP" sz="2800"/>
              <a:t>"recuperar" de colisões</a:t>
            </a:r>
            <a:endParaRPr lang="en-US"/>
          </a:p>
          <a:p>
            <a:pPr marL="404495" indent="-274320"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C00000"/>
                </a:solidFill>
              </a:rPr>
              <a:t>"Revezando"</a:t>
            </a:r>
            <a:endParaRPr lang="en-US" sz="320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Os nós se revezam, mas os nós com mais para enviar podem fazer turnos mais longos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09986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>
                <a:latin typeface="+mn-lt"/>
              </a:rPr>
              <a:t>Protocolos MAC de particionamento de canal: TDMA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0A448D7E-58D9-064C-A6F1-E4409D3F3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pt" sz="3200" kern="0">
                <a:solidFill>
                  <a:srgbClr val="C00000"/>
                </a:solidFill>
                <a:cs typeface="+mn-cs"/>
              </a:rPr>
              <a:t>TDMA: acesso múltiplo por divisão de tempo </a:t>
            </a:r>
          </a:p>
          <a:p>
            <a:pPr marL="522605" indent="-457200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Acesso ao canal em "rodadas" </a:t>
            </a:r>
            <a:endParaRPr lang="pt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Cada estação recebe um slot de comprimento fixo (comprimento = tempo de transmissão do pacote) em cada rodada </a:t>
            </a:r>
            <a:endParaRPr lang="pt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Slots não utilizados ficam ociosos </a:t>
            </a:r>
            <a:endParaRPr lang="pt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kern="0">
                <a:ea typeface="ＭＳ Ｐゴシック"/>
                <a:cs typeface="+mn-cs"/>
              </a:rPr>
              <a:t>Exemplo: LAN de 6 estações, 1,3,4 têm pacotes para enviar, slots 2,5,6 ociosos </a:t>
            </a:r>
            <a:endParaRPr lang="en-US" sz="3200" kern="0">
              <a:ea typeface="ＭＳ Ｐゴシック"/>
              <a:cs typeface="Calibri" panose="020F0502020204030204"/>
            </a:endParaRPr>
          </a:p>
        </p:txBody>
      </p:sp>
      <p:sp>
        <p:nvSpPr>
          <p:cNvPr id="44" name="Line 7">
            <a:extLst>
              <a:ext uri="{FF2B5EF4-FFF2-40B4-BE49-F238E27FC236}">
                <a16:creationId xmlns:a16="http://schemas.microsoft.com/office/drawing/2014/main" id="{A162B864-328B-BB4E-A401-8C10A01CA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7001" y="5652397"/>
            <a:ext cx="60848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5BF0ACED-1DF3-A344-A69A-823B25CE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251" y="5425384"/>
            <a:ext cx="479425" cy="230188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B5DDDA64-5C9C-D148-8420-B5935655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101" y="5425384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D9985277-7968-C842-9231-012104EC2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763" y="5425384"/>
            <a:ext cx="479425" cy="230188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8" name="Line 13">
            <a:extLst>
              <a:ext uri="{FF2B5EF4-FFF2-40B4-BE49-F238E27FC236}">
                <a16:creationId xmlns:a16="http://schemas.microsoft.com/office/drawing/2014/main" id="{F7E6C5C0-28CB-2C46-906A-E86EFCC6E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0838" y="5312672"/>
            <a:ext cx="0" cy="338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16">
            <a:extLst>
              <a:ext uri="{FF2B5EF4-FFF2-40B4-BE49-F238E27FC236}">
                <a16:creationId xmlns:a16="http://schemas.microsoft.com/office/drawing/2014/main" id="{51E737FE-2977-8B4C-B4D9-80C37910A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6276" y="5315847"/>
            <a:ext cx="0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0" name="Text Box 23">
            <a:extLst>
              <a:ext uri="{FF2B5EF4-FFF2-40B4-BE49-F238E27FC236}">
                <a16:creationId xmlns:a16="http://schemas.microsoft.com/office/drawing/2014/main" id="{48F8A2A9-DBD4-9443-B624-51C1A0D8A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263" y="5392047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4D91ED1E-2495-0E4F-9B3E-3AFE785C5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413" y="5377759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AAF51084-5D55-9047-9D10-B125F32EE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551" y="5384109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A2F25EA-1C55-8B45-8EA1-3A00A92F0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751" y="5420622"/>
            <a:ext cx="479425" cy="230187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39F06F1D-D0F6-4C49-99E0-AE58E606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601" y="5420622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Rectangle 28">
            <a:extLst>
              <a:ext uri="{FF2B5EF4-FFF2-40B4-BE49-F238E27FC236}">
                <a16:creationId xmlns:a16="http://schemas.microsoft.com/office/drawing/2014/main" id="{80AEA40D-BFBF-704C-9415-CB79BC9B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3" y="5420622"/>
            <a:ext cx="479425" cy="230187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" name="Line 29">
            <a:extLst>
              <a:ext uri="{FF2B5EF4-FFF2-40B4-BE49-F238E27FC236}">
                <a16:creationId xmlns:a16="http://schemas.microsoft.com/office/drawing/2014/main" id="{5025264D-4923-CA41-AB44-0965E9585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338" y="5307909"/>
            <a:ext cx="0" cy="338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" name="Text Box 30">
            <a:extLst>
              <a:ext uri="{FF2B5EF4-FFF2-40B4-BE49-F238E27FC236}">
                <a16:creationId xmlns:a16="http://schemas.microsoft.com/office/drawing/2014/main" id="{9684285E-DFBE-DA4D-9AE4-55B5626A2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763" y="5387284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58" name="Text Box 31">
            <a:extLst>
              <a:ext uri="{FF2B5EF4-FFF2-40B4-BE49-F238E27FC236}">
                <a16:creationId xmlns:a16="http://schemas.microsoft.com/office/drawing/2014/main" id="{6E82E5EA-026E-7045-B1A4-9CC9C86E8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913" y="5372997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59" name="Text Box 32">
            <a:extLst>
              <a:ext uri="{FF2B5EF4-FFF2-40B4-BE49-F238E27FC236}">
                <a16:creationId xmlns:a16="http://schemas.microsoft.com/office/drawing/2014/main" id="{5B3E3799-80A5-7142-9795-9DF13D5F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8051" y="5379347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b="1" i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60" name="Line 34">
            <a:extLst>
              <a:ext uri="{FF2B5EF4-FFF2-40B4-BE49-F238E27FC236}">
                <a16:creationId xmlns:a16="http://schemas.microsoft.com/office/drawing/2014/main" id="{14EBD35E-98E3-AF4C-839F-9C6CB952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185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" name="Line 35">
            <a:extLst>
              <a:ext uri="{FF2B5EF4-FFF2-40B4-BE49-F238E27FC236}">
                <a16:creationId xmlns:a16="http://schemas.microsoft.com/office/drawing/2014/main" id="{F002AB0E-BA6B-6448-B7B9-3028A445D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810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Line 36">
            <a:extLst>
              <a:ext uri="{FF2B5EF4-FFF2-40B4-BE49-F238E27FC236}">
                <a16:creationId xmlns:a16="http://schemas.microsoft.com/office/drawing/2014/main" id="{F10DFCB1-F5CE-2944-B5BD-75F801E5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35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Line 37">
            <a:extLst>
              <a:ext uri="{FF2B5EF4-FFF2-40B4-BE49-F238E27FC236}">
                <a16:creationId xmlns:a16="http://schemas.microsoft.com/office/drawing/2014/main" id="{5C202F74-B0E9-054A-BA6A-ED679E08B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060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4" name="Line 38">
            <a:extLst>
              <a:ext uri="{FF2B5EF4-FFF2-40B4-BE49-F238E27FC236}">
                <a16:creationId xmlns:a16="http://schemas.microsoft.com/office/drawing/2014/main" id="{17258870-A929-E743-9ABE-DE23B79DB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613" y="541268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" name="Line 39">
            <a:extLst>
              <a:ext uri="{FF2B5EF4-FFF2-40B4-BE49-F238E27FC236}">
                <a16:creationId xmlns:a16="http://schemas.microsoft.com/office/drawing/2014/main" id="{8AD32332-0DC8-9E49-947E-1BAEF13A5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935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" name="Line 40">
            <a:extLst>
              <a:ext uri="{FF2B5EF4-FFF2-40B4-BE49-F238E27FC236}">
                <a16:creationId xmlns:a16="http://schemas.microsoft.com/office/drawing/2014/main" id="{5AD88233-F39A-B84C-B2C9-4019C2559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7088" y="541268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7" name="Line 41">
            <a:extLst>
              <a:ext uri="{FF2B5EF4-FFF2-40B4-BE49-F238E27FC236}">
                <a16:creationId xmlns:a16="http://schemas.microsoft.com/office/drawing/2014/main" id="{78671AB0-ED5E-5C4D-AC35-7C14A7C84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826" y="540792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8" name="Line 42">
            <a:extLst>
              <a:ext uri="{FF2B5EF4-FFF2-40B4-BE49-F238E27FC236}">
                <a16:creationId xmlns:a16="http://schemas.microsoft.com/office/drawing/2014/main" id="{392BE166-36F8-ED44-B8F4-C49488BC9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10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9" name="Line 43">
            <a:extLst>
              <a:ext uri="{FF2B5EF4-FFF2-40B4-BE49-F238E27FC236}">
                <a16:creationId xmlns:a16="http://schemas.microsoft.com/office/drawing/2014/main" id="{C6ED8042-7995-2346-BE45-DBFCD6A27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5838" y="5322197"/>
            <a:ext cx="0" cy="3381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" name="Line 44">
            <a:extLst>
              <a:ext uri="{FF2B5EF4-FFF2-40B4-BE49-F238E27FC236}">
                <a16:creationId xmlns:a16="http://schemas.microsoft.com/office/drawing/2014/main" id="{DD22EBBA-AEC8-5E4C-AABA-D5D9CC143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560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1" name="Text Box 45">
            <a:extLst>
              <a:ext uri="{FF2B5EF4-FFF2-40B4-BE49-F238E27FC236}">
                <a16:creationId xmlns:a16="http://schemas.microsoft.com/office/drawing/2014/main" id="{F54AF62A-48FF-814D-8354-2867F36F7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413" y="4793559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i="0">
                <a:solidFill>
                  <a:srgbClr val="000000"/>
                </a:solidFill>
                <a:latin typeface="Arial" charset="0"/>
              </a:rPr>
              <a:t>6 slots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i="0">
                <a:solidFill>
                  <a:srgbClr val="000000"/>
                </a:solidFill>
                <a:latin typeface="Arial" charset="0"/>
              </a:rPr>
              <a:t>moldura</a:t>
            </a:r>
          </a:p>
        </p:txBody>
      </p:sp>
      <p:sp>
        <p:nvSpPr>
          <p:cNvPr id="72" name="Line 46">
            <a:extLst>
              <a:ext uri="{FF2B5EF4-FFF2-40B4-BE49-F238E27FC236}">
                <a16:creationId xmlns:a16="http://schemas.microsoft.com/office/drawing/2014/main" id="{7D7E0352-F8F2-5743-A848-9F53111F6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6626" y="5130109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3" name="Line 47">
            <a:extLst>
              <a:ext uri="{FF2B5EF4-FFF2-40B4-BE49-F238E27FC236}">
                <a16:creationId xmlns:a16="http://schemas.microsoft.com/office/drawing/2014/main" id="{EBD725BA-5097-D14C-982A-992BE18BDB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1951" y="5125347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4" name="Line 48">
            <a:extLst>
              <a:ext uri="{FF2B5EF4-FFF2-40B4-BE49-F238E27FC236}">
                <a16:creationId xmlns:a16="http://schemas.microsoft.com/office/drawing/2014/main" id="{E29434D8-2134-AC4C-88EE-1DEC7494A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1313" y="5038034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5" name="Line 49">
            <a:extLst>
              <a:ext uri="{FF2B5EF4-FFF2-40B4-BE49-F238E27FC236}">
                <a16:creationId xmlns:a16="http://schemas.microsoft.com/office/drawing/2014/main" id="{DD6295BF-D109-B14A-8DA1-AE6AAF54D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401" y="5028509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6" name="Text Box 51">
            <a:extLst>
              <a:ext uri="{FF2B5EF4-FFF2-40B4-BE49-F238E27FC236}">
                <a16:creationId xmlns:a16="http://schemas.microsoft.com/office/drawing/2014/main" id="{699B3453-7E1D-004F-906D-AF9515116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263" y="4766572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i="0">
                <a:solidFill>
                  <a:srgbClr val="000000"/>
                </a:solidFill>
                <a:latin typeface="Arial" charset="0"/>
              </a:rPr>
              <a:t>6 slots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 i="0">
                <a:solidFill>
                  <a:srgbClr val="000000"/>
                </a:solidFill>
                <a:latin typeface="Arial" charset="0"/>
              </a:rPr>
              <a:t>moldura</a:t>
            </a:r>
          </a:p>
        </p:txBody>
      </p:sp>
      <p:sp>
        <p:nvSpPr>
          <p:cNvPr id="77" name="Line 52">
            <a:extLst>
              <a:ext uri="{FF2B5EF4-FFF2-40B4-BE49-F238E27FC236}">
                <a16:creationId xmlns:a16="http://schemas.microsoft.com/office/drawing/2014/main" id="{93CF78E3-E304-1F47-A737-21BE287F4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476" y="5136459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Line 53">
            <a:extLst>
              <a:ext uri="{FF2B5EF4-FFF2-40B4-BE49-F238E27FC236}">
                <a16:creationId xmlns:a16="http://schemas.microsoft.com/office/drawing/2014/main" id="{AB3A3849-AE7D-284D-84DC-79BD81FCD6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5801" y="5131697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9" name="Line 55">
            <a:extLst>
              <a:ext uri="{FF2B5EF4-FFF2-40B4-BE49-F238E27FC236}">
                <a16:creationId xmlns:a16="http://schemas.microsoft.com/office/drawing/2014/main" id="{AE222EAA-A862-9447-9545-E85FC863E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251" y="5001522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70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>
                <a:latin typeface="+mn-lt"/>
              </a:rPr>
              <a:t>Protocolos MAC de particionamento de canal: FDMA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A94113D7-D843-6943-B334-D7CB4D1F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 kern="0">
                <a:solidFill>
                  <a:srgbClr val="C00000"/>
                </a:solidFill>
                <a:cs typeface="+mn-cs"/>
              </a:rPr>
              <a:t>FDMA: acesso múltiplo por divisão de frequência </a:t>
            </a:r>
          </a:p>
          <a:p>
            <a:pPr marL="40830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espectro de canais dividido em bandas de frequência</a:t>
            </a:r>
            <a:endParaRPr lang="pt" sz="2400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cada estação atribuída banda de frequência fixa</a:t>
            </a:r>
            <a:endParaRPr lang="pt" sz="2400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o tempo de transmissão não utilizado em bandas de frequência fica ocioso </a:t>
            </a:r>
            <a:endParaRPr lang="pt" sz="2400" kern="0">
              <a:cs typeface="Calibri" panose="020F0502020204030204"/>
            </a:endParaRPr>
          </a:p>
          <a:p>
            <a:pPr indent="-277495">
              <a:lnSpc>
                <a:spcPct val="100000"/>
              </a:lnSpc>
              <a:spcBef>
                <a:spcPts val="600"/>
              </a:spcBef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exemplo: LAN de 6 estações, 1,3,4 tem pacote para enviar, bandas de frequência 2,5,6 ociosas </a:t>
            </a:r>
            <a:endParaRPr lang="en-US" kern="0">
              <a:cs typeface="Calibri" panose="020F0502020204030204"/>
            </a:endParaRPr>
          </a:p>
        </p:txBody>
      </p:sp>
      <p:sp>
        <p:nvSpPr>
          <p:cNvPr id="107" name="Rectangle 4">
            <a:extLst>
              <a:ext uri="{FF2B5EF4-FFF2-40B4-BE49-F238E27FC236}">
                <a16:creationId xmlns:a16="http://schemas.microsoft.com/office/drawing/2014/main" id="{FB019CDD-E472-AF4E-8949-C4737F99E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416" y="401934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5">
            <a:extLst>
              <a:ext uri="{FF2B5EF4-FFF2-40B4-BE49-F238E27FC236}">
                <a16:creationId xmlns:a16="http://schemas.microsoft.com/office/drawing/2014/main" id="{7AC0087E-78DE-BF46-9489-779BB31FF6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124243"/>
            <a:ext cx="6223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9" name="Line 6">
            <a:extLst>
              <a:ext uri="{FF2B5EF4-FFF2-40B4-BE49-F238E27FC236}">
                <a16:creationId xmlns:a16="http://schemas.microsoft.com/office/drawing/2014/main" id="{9FC23187-FBDC-FA4B-B4E6-6E7E43341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5516355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0" name="Line 7">
            <a:extLst>
              <a:ext uri="{FF2B5EF4-FFF2-40B4-BE49-F238E27FC236}">
                <a16:creationId xmlns:a16="http://schemas.microsoft.com/office/drawing/2014/main" id="{E641A772-5023-C846-9FAC-463AEB27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902118"/>
            <a:ext cx="6270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Line 8">
            <a:extLst>
              <a:ext uri="{FF2B5EF4-FFF2-40B4-BE49-F238E27FC236}">
                <a16:creationId xmlns:a16="http://schemas.microsoft.com/office/drawing/2014/main" id="{3C34D97D-BA0E-E54B-8121-E6DAAC9C5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4738480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2" name="Line 9">
            <a:extLst>
              <a:ext uri="{FF2B5EF4-FFF2-40B4-BE49-F238E27FC236}">
                <a16:creationId xmlns:a16="http://schemas.microsoft.com/office/drawing/2014/main" id="{EADC3381-A525-5746-A4EC-3AFDB46D7C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4352718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3" name="Line 11">
            <a:extLst>
              <a:ext uri="{FF2B5EF4-FFF2-40B4-BE49-F238E27FC236}">
                <a16:creationId xmlns:a16="http://schemas.microsoft.com/office/drawing/2014/main" id="{CAEC1A74-CC07-704F-8130-3B0A0ED2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553" y="42923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4" name="Freeform 12">
            <a:extLst>
              <a:ext uri="{FF2B5EF4-FFF2-40B4-BE49-F238E27FC236}">
                <a16:creationId xmlns:a16="http://schemas.microsoft.com/office/drawing/2014/main" id="{4415498F-BA55-314D-A0E8-A4F7108E385D}"/>
              </a:ext>
            </a:extLst>
          </p:cNvPr>
          <p:cNvSpPr>
            <a:spLocks/>
          </p:cNvSpPr>
          <p:nvPr/>
        </p:nvSpPr>
        <p:spPr bwMode="auto">
          <a:xfrm>
            <a:off x="7641191" y="417333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5" name="Line 13">
            <a:extLst>
              <a:ext uri="{FF2B5EF4-FFF2-40B4-BE49-F238E27FC236}">
                <a16:creationId xmlns:a16="http://schemas.microsoft.com/office/drawing/2014/main" id="{F566D06F-DA9B-924F-A309-E705E2641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4695618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6" name="Line 15">
            <a:extLst>
              <a:ext uri="{FF2B5EF4-FFF2-40B4-BE49-F238E27FC236}">
                <a16:creationId xmlns:a16="http://schemas.microsoft.com/office/drawing/2014/main" id="{4AF0EC43-8F11-1A47-8304-4922215B1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5094080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7" name="Freeform 16">
            <a:extLst>
              <a:ext uri="{FF2B5EF4-FFF2-40B4-BE49-F238E27FC236}">
                <a16:creationId xmlns:a16="http://schemas.microsoft.com/office/drawing/2014/main" id="{AB06C57E-A006-8040-A27E-949550E4FE8F}"/>
              </a:ext>
            </a:extLst>
          </p:cNvPr>
          <p:cNvSpPr>
            <a:spLocks/>
          </p:cNvSpPr>
          <p:nvPr/>
        </p:nvSpPr>
        <p:spPr bwMode="auto">
          <a:xfrm>
            <a:off x="7688816" y="497501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8" name="Group 17">
            <a:extLst>
              <a:ext uri="{FF2B5EF4-FFF2-40B4-BE49-F238E27FC236}">
                <a16:creationId xmlns:a16="http://schemas.microsoft.com/office/drawing/2014/main" id="{0C46EA38-B2CC-E242-A036-92D6D5CB1BD1}"/>
              </a:ext>
            </a:extLst>
          </p:cNvPr>
          <p:cNvGrpSpPr>
            <a:grpSpLocks/>
          </p:cNvGrpSpPr>
          <p:nvPr/>
        </p:nvGrpSpPr>
        <p:grpSpPr bwMode="auto">
          <a:xfrm>
            <a:off x="7558641" y="5379830"/>
            <a:ext cx="2228850" cy="119063"/>
            <a:chOff x="1884" y="2826"/>
            <a:chExt cx="1404" cy="75"/>
          </a:xfrm>
        </p:grpSpPr>
        <p:sp>
          <p:nvSpPr>
            <p:cNvPr id="119" name="Line 18">
              <a:extLst>
                <a:ext uri="{FF2B5EF4-FFF2-40B4-BE49-F238E27FC236}">
                  <a16:creationId xmlns:a16="http://schemas.microsoft.com/office/drawing/2014/main" id="{4C5A6A23-131D-3D4A-A858-616AD50DE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noFill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AD858F7D-3B6B-6C4E-9D01-B6641A9BF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21" name="Line 20">
            <a:extLst>
              <a:ext uri="{FF2B5EF4-FFF2-40B4-BE49-F238E27FC236}">
                <a16:creationId xmlns:a16="http://schemas.microsoft.com/office/drawing/2014/main" id="{C3DEAD67-CC99-8145-991E-0D18A9400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803" y="59052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2" name="Text Box 22">
            <a:extLst>
              <a:ext uri="{FF2B5EF4-FFF2-40B4-BE49-F238E27FC236}">
                <a16:creationId xmlns:a16="http://schemas.microsoft.com/office/drawing/2014/main" id="{76166768-A0A0-D047-AF51-584B5A200775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570297" y="489961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</a:rPr>
              <a:t>bandas de frequência</a:t>
            </a:r>
          </a:p>
        </p:txBody>
      </p:sp>
      <p:sp>
        <p:nvSpPr>
          <p:cNvPr id="123" name="Text Box 23">
            <a:extLst>
              <a:ext uri="{FF2B5EF4-FFF2-40B4-BE49-F238E27FC236}">
                <a16:creationId xmlns:a16="http://schemas.microsoft.com/office/drawing/2014/main" id="{17DE17BD-A94E-DA4D-AAF6-A402FC36902D}"/>
              </a:ext>
            </a:extLst>
          </p:cNvPr>
          <p:cNvSpPr txBox="1">
            <a:spLocks noChangeArrowheads="1"/>
          </p:cNvSpPr>
          <p:nvPr/>
        </p:nvSpPr>
        <p:spPr bwMode="auto">
          <a:xfrm rot="67766">
            <a:off x="9479516" y="384154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</a:rPr>
              <a:t>Hora</a:t>
            </a:r>
          </a:p>
        </p:txBody>
      </p:sp>
      <p:sp>
        <p:nvSpPr>
          <p:cNvPr id="124" name="Freeform 54">
            <a:extLst>
              <a:ext uri="{FF2B5EF4-FFF2-40B4-BE49-F238E27FC236}">
                <a16:creationId xmlns:a16="http://schemas.microsoft.com/office/drawing/2014/main" id="{7AD42071-4F64-B843-A1C6-7FCBFED04E99}"/>
              </a:ext>
            </a:extLst>
          </p:cNvPr>
          <p:cNvSpPr>
            <a:spLocks/>
          </p:cNvSpPr>
          <p:nvPr/>
        </p:nvSpPr>
        <p:spPr bwMode="auto">
          <a:xfrm>
            <a:off x="4178853" y="422889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25" name="Group 56">
            <a:extLst>
              <a:ext uri="{FF2B5EF4-FFF2-40B4-BE49-F238E27FC236}">
                <a16:creationId xmlns:a16="http://schemas.microsoft.com/office/drawing/2014/main" id="{34B5CE52-E522-7047-BA9D-9BB20B9F9ADA}"/>
              </a:ext>
            </a:extLst>
          </p:cNvPr>
          <p:cNvGrpSpPr>
            <a:grpSpLocks/>
          </p:cNvGrpSpPr>
          <p:nvPr/>
        </p:nvGrpSpPr>
        <p:grpSpPr bwMode="auto"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126" name="Rectangle 57">
              <a:extLst>
                <a:ext uri="{FF2B5EF4-FFF2-40B4-BE49-F238E27FC236}">
                  <a16:creationId xmlns:a16="http://schemas.microsoft.com/office/drawing/2014/main" id="{35185768-7475-464D-9B46-EAE338591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Freeform 58">
              <a:extLst>
                <a:ext uri="{FF2B5EF4-FFF2-40B4-BE49-F238E27FC236}">
                  <a16:creationId xmlns:a16="http://schemas.microsoft.com/office/drawing/2014/main" id="{DE23B659-5071-9E47-B3AE-975CCCF9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59">
              <a:extLst>
                <a:ext uri="{FF2B5EF4-FFF2-40B4-BE49-F238E27FC236}">
                  <a16:creationId xmlns:a16="http://schemas.microsoft.com/office/drawing/2014/main" id="{4CF64D39-F6A5-B043-AE9F-C0E095A89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60">
              <a:extLst>
                <a:ext uri="{FF2B5EF4-FFF2-40B4-BE49-F238E27FC236}">
                  <a16:creationId xmlns:a16="http://schemas.microsoft.com/office/drawing/2014/main" id="{1E0950E2-1737-0848-B4CE-20AE13DCB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" name="Text Box 69">
            <a:extLst>
              <a:ext uri="{FF2B5EF4-FFF2-40B4-BE49-F238E27FC236}">
                <a16:creationId xmlns:a16="http://schemas.microsoft.com/office/drawing/2014/main" id="{D3E65D95-5225-584A-9047-05868BCE9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766" y="557985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</a:rPr>
              <a:t>Cabo FDM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A0270D6-4A2D-1440-9DDD-3F93BFED8457}"/>
              </a:ext>
            </a:extLst>
          </p:cNvPr>
          <p:cNvSpPr/>
          <p:nvPr/>
        </p:nvSpPr>
        <p:spPr>
          <a:xfrm>
            <a:off x="5002905" y="5527821"/>
            <a:ext cx="1003515" cy="275129"/>
          </a:xfrm>
          <a:custGeom>
            <a:avLst/>
            <a:gdLst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32613 h 448703"/>
              <a:gd name="connsiteX1" fmla="*/ 100739 w 1937289"/>
              <a:gd name="connsiteY1" fmla="*/ 4013 h 448703"/>
              <a:gd name="connsiteX2" fmla="*/ 286719 w 1937289"/>
              <a:gd name="connsiteY2" fmla="*/ 434091 h 448703"/>
              <a:gd name="connsiteX3" fmla="*/ 480448 w 1937289"/>
              <a:gd name="connsiteY3" fmla="*/ 11762 h 448703"/>
              <a:gd name="connsiteX4" fmla="*/ 681926 w 1937289"/>
              <a:gd name="connsiteY4" fmla="*/ 437966 h 448703"/>
              <a:gd name="connsiteX5" fmla="*/ 867905 w 1937289"/>
              <a:gd name="connsiteY5" fmla="*/ 11762 h 448703"/>
              <a:gd name="connsiteX6" fmla="*/ 1061634 w 1937289"/>
              <a:gd name="connsiteY6" fmla="*/ 434091 h 448703"/>
              <a:gd name="connsiteX7" fmla="*/ 1255363 w 1937289"/>
              <a:gd name="connsiteY7" fmla="*/ 7888 h 448703"/>
              <a:gd name="connsiteX8" fmla="*/ 1452966 w 1937289"/>
              <a:gd name="connsiteY8" fmla="*/ 434091 h 448703"/>
              <a:gd name="connsiteX9" fmla="*/ 1638946 w 1937289"/>
              <a:gd name="connsiteY9" fmla="*/ 7888 h 448703"/>
              <a:gd name="connsiteX10" fmla="*/ 1836550 w 1937289"/>
              <a:gd name="connsiteY10" fmla="*/ 441840 h 448703"/>
              <a:gd name="connsiteX11" fmla="*/ 1937289 w 1937289"/>
              <a:gd name="connsiteY11" fmla="*/ 228739 h 448703"/>
              <a:gd name="connsiteX0" fmla="*/ 0 w 1937289"/>
              <a:gd name="connsiteY0" fmla="*/ 228603 h 444693"/>
              <a:gd name="connsiteX1" fmla="*/ 100739 w 1937289"/>
              <a:gd name="connsiteY1" fmla="*/ 3 h 444693"/>
              <a:gd name="connsiteX2" fmla="*/ 286719 w 1937289"/>
              <a:gd name="connsiteY2" fmla="*/ 430081 h 444693"/>
              <a:gd name="connsiteX3" fmla="*/ 480448 w 1937289"/>
              <a:gd name="connsiteY3" fmla="*/ 7752 h 444693"/>
              <a:gd name="connsiteX4" fmla="*/ 681926 w 1937289"/>
              <a:gd name="connsiteY4" fmla="*/ 433956 h 444693"/>
              <a:gd name="connsiteX5" fmla="*/ 867905 w 1937289"/>
              <a:gd name="connsiteY5" fmla="*/ 7752 h 444693"/>
              <a:gd name="connsiteX6" fmla="*/ 1061634 w 1937289"/>
              <a:gd name="connsiteY6" fmla="*/ 430081 h 444693"/>
              <a:gd name="connsiteX7" fmla="*/ 1255363 w 1937289"/>
              <a:gd name="connsiteY7" fmla="*/ 3878 h 444693"/>
              <a:gd name="connsiteX8" fmla="*/ 1452966 w 1937289"/>
              <a:gd name="connsiteY8" fmla="*/ 430081 h 444693"/>
              <a:gd name="connsiteX9" fmla="*/ 1638946 w 1937289"/>
              <a:gd name="connsiteY9" fmla="*/ 3878 h 444693"/>
              <a:gd name="connsiteX10" fmla="*/ 1836550 w 1937289"/>
              <a:gd name="connsiteY10" fmla="*/ 437830 h 444693"/>
              <a:gd name="connsiteX11" fmla="*/ 1937289 w 1937289"/>
              <a:gd name="connsiteY11" fmla="*/ 224729 h 444693"/>
              <a:gd name="connsiteX0" fmla="*/ 0 w 1937289"/>
              <a:gd name="connsiteY0" fmla="*/ 228603 h 437864"/>
              <a:gd name="connsiteX1" fmla="*/ 100739 w 1937289"/>
              <a:gd name="connsiteY1" fmla="*/ 3 h 437864"/>
              <a:gd name="connsiteX2" fmla="*/ 286719 w 1937289"/>
              <a:gd name="connsiteY2" fmla="*/ 430081 h 437864"/>
              <a:gd name="connsiteX3" fmla="*/ 480448 w 1937289"/>
              <a:gd name="connsiteY3" fmla="*/ 7752 h 437864"/>
              <a:gd name="connsiteX4" fmla="*/ 681926 w 1937289"/>
              <a:gd name="connsiteY4" fmla="*/ 433956 h 437864"/>
              <a:gd name="connsiteX5" fmla="*/ 867905 w 1937289"/>
              <a:gd name="connsiteY5" fmla="*/ 7752 h 437864"/>
              <a:gd name="connsiteX6" fmla="*/ 1061634 w 1937289"/>
              <a:gd name="connsiteY6" fmla="*/ 430081 h 437864"/>
              <a:gd name="connsiteX7" fmla="*/ 1255363 w 1937289"/>
              <a:gd name="connsiteY7" fmla="*/ 3878 h 437864"/>
              <a:gd name="connsiteX8" fmla="*/ 1452966 w 1937289"/>
              <a:gd name="connsiteY8" fmla="*/ 430081 h 437864"/>
              <a:gd name="connsiteX9" fmla="*/ 1638946 w 1937289"/>
              <a:gd name="connsiteY9" fmla="*/ 3878 h 437864"/>
              <a:gd name="connsiteX10" fmla="*/ 1836550 w 1937289"/>
              <a:gd name="connsiteY10" fmla="*/ 437830 h 437864"/>
              <a:gd name="connsiteX11" fmla="*/ 1937289 w 1937289"/>
              <a:gd name="connsiteY11" fmla="*/ 224729 h 43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289" h="437864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148A4D-594A-A94D-A5E8-FC72A487E4BC}"/>
              </a:ext>
            </a:extLst>
          </p:cNvPr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419FC4E-49FE-3642-80AD-AAE6918A7757}"/>
                </a:ext>
              </a:extLst>
            </p:cNvPr>
            <p:cNvSpPr/>
            <p:nvPr/>
          </p:nvSpPr>
          <p:spPr>
            <a:xfrm>
              <a:off x="4298196" y="6444710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73D5352-C1A7-7E4B-9326-FE6B9BF0A5AA}"/>
                </a:ext>
              </a:extLst>
            </p:cNvPr>
            <p:cNvSpPr/>
            <p:nvPr/>
          </p:nvSpPr>
          <p:spPr>
            <a:xfrm>
              <a:off x="4749638" y="6449877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59B8CB-4346-D742-A279-4850646C075E}"/>
              </a:ext>
            </a:extLst>
          </p:cNvPr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256BD977-F2A8-9E41-ADA8-C51B7FED488E}"/>
                </a:ext>
              </a:extLst>
            </p:cNvPr>
            <p:cNvSpPr/>
            <p:nvPr/>
          </p:nvSpPr>
          <p:spPr>
            <a:xfrm>
              <a:off x="4343400" y="5348498"/>
              <a:ext cx="614122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3FA4DA1D-7930-274D-A8BC-73EA2CC3EB94}"/>
                </a:ext>
              </a:extLst>
            </p:cNvPr>
            <p:cNvSpPr/>
            <p:nvPr/>
          </p:nvSpPr>
          <p:spPr>
            <a:xfrm>
              <a:off x="4951503" y="5353664"/>
              <a:ext cx="385251" cy="272673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  <a:gd name="connsiteX0" fmla="*/ 0 w 1836551"/>
                <a:gd name="connsiteY0" fmla="*/ 228603 h 437831"/>
                <a:gd name="connsiteX1" fmla="*/ 100739 w 1836551"/>
                <a:gd name="connsiteY1" fmla="*/ 3 h 437831"/>
                <a:gd name="connsiteX2" fmla="*/ 286719 w 1836551"/>
                <a:gd name="connsiteY2" fmla="*/ 430081 h 437831"/>
                <a:gd name="connsiteX3" fmla="*/ 480448 w 1836551"/>
                <a:gd name="connsiteY3" fmla="*/ 7752 h 437831"/>
                <a:gd name="connsiteX4" fmla="*/ 681926 w 1836551"/>
                <a:gd name="connsiteY4" fmla="*/ 433956 h 437831"/>
                <a:gd name="connsiteX5" fmla="*/ 867905 w 1836551"/>
                <a:gd name="connsiteY5" fmla="*/ 7752 h 437831"/>
                <a:gd name="connsiteX6" fmla="*/ 1061634 w 1836551"/>
                <a:gd name="connsiteY6" fmla="*/ 430081 h 437831"/>
                <a:gd name="connsiteX7" fmla="*/ 1255363 w 1836551"/>
                <a:gd name="connsiteY7" fmla="*/ 3878 h 437831"/>
                <a:gd name="connsiteX8" fmla="*/ 1452966 w 1836551"/>
                <a:gd name="connsiteY8" fmla="*/ 430081 h 437831"/>
                <a:gd name="connsiteX9" fmla="*/ 1638946 w 1836551"/>
                <a:gd name="connsiteY9" fmla="*/ 3878 h 437831"/>
                <a:gd name="connsiteX10" fmla="*/ 1836550 w 1836551"/>
                <a:gd name="connsiteY10" fmla="*/ 437830 h 437831"/>
                <a:gd name="connsiteX0" fmla="*/ 0 w 1638946"/>
                <a:gd name="connsiteY0" fmla="*/ 228603 h 433956"/>
                <a:gd name="connsiteX1" fmla="*/ 100739 w 1638946"/>
                <a:gd name="connsiteY1" fmla="*/ 3 h 433956"/>
                <a:gd name="connsiteX2" fmla="*/ 286719 w 1638946"/>
                <a:gd name="connsiteY2" fmla="*/ 430081 h 433956"/>
                <a:gd name="connsiteX3" fmla="*/ 480448 w 1638946"/>
                <a:gd name="connsiteY3" fmla="*/ 7752 h 433956"/>
                <a:gd name="connsiteX4" fmla="*/ 681926 w 1638946"/>
                <a:gd name="connsiteY4" fmla="*/ 433956 h 433956"/>
                <a:gd name="connsiteX5" fmla="*/ 867905 w 1638946"/>
                <a:gd name="connsiteY5" fmla="*/ 7752 h 433956"/>
                <a:gd name="connsiteX6" fmla="*/ 1061634 w 1638946"/>
                <a:gd name="connsiteY6" fmla="*/ 430081 h 433956"/>
                <a:gd name="connsiteX7" fmla="*/ 1255363 w 1638946"/>
                <a:gd name="connsiteY7" fmla="*/ 3878 h 433956"/>
                <a:gd name="connsiteX8" fmla="*/ 1452966 w 1638946"/>
                <a:gd name="connsiteY8" fmla="*/ 430081 h 433956"/>
                <a:gd name="connsiteX9" fmla="*/ 1638946 w 1638946"/>
                <a:gd name="connsiteY9" fmla="*/ 3878 h 433956"/>
                <a:gd name="connsiteX0" fmla="*/ 0 w 1452965"/>
                <a:gd name="connsiteY0" fmla="*/ 228603 h 433956"/>
                <a:gd name="connsiteX1" fmla="*/ 100739 w 1452965"/>
                <a:gd name="connsiteY1" fmla="*/ 3 h 433956"/>
                <a:gd name="connsiteX2" fmla="*/ 286719 w 1452965"/>
                <a:gd name="connsiteY2" fmla="*/ 430081 h 433956"/>
                <a:gd name="connsiteX3" fmla="*/ 480448 w 1452965"/>
                <a:gd name="connsiteY3" fmla="*/ 7752 h 433956"/>
                <a:gd name="connsiteX4" fmla="*/ 681926 w 1452965"/>
                <a:gd name="connsiteY4" fmla="*/ 433956 h 433956"/>
                <a:gd name="connsiteX5" fmla="*/ 867905 w 1452965"/>
                <a:gd name="connsiteY5" fmla="*/ 7752 h 433956"/>
                <a:gd name="connsiteX6" fmla="*/ 1061634 w 1452965"/>
                <a:gd name="connsiteY6" fmla="*/ 430081 h 433956"/>
                <a:gd name="connsiteX7" fmla="*/ 1255363 w 1452965"/>
                <a:gd name="connsiteY7" fmla="*/ 3878 h 433956"/>
                <a:gd name="connsiteX8" fmla="*/ 1452966 w 1452965"/>
                <a:gd name="connsiteY8" fmla="*/ 430081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15300"/>
                <a:gd name="connsiteY0" fmla="*/ 228603 h 433956"/>
                <a:gd name="connsiteX1" fmla="*/ 100739 w 1215300"/>
                <a:gd name="connsiteY1" fmla="*/ 3 h 433956"/>
                <a:gd name="connsiteX2" fmla="*/ 286719 w 1215300"/>
                <a:gd name="connsiteY2" fmla="*/ 430081 h 433956"/>
                <a:gd name="connsiteX3" fmla="*/ 480448 w 1215300"/>
                <a:gd name="connsiteY3" fmla="*/ 7752 h 433956"/>
                <a:gd name="connsiteX4" fmla="*/ 681926 w 1215300"/>
                <a:gd name="connsiteY4" fmla="*/ 433956 h 433956"/>
                <a:gd name="connsiteX5" fmla="*/ 867905 w 1215300"/>
                <a:gd name="connsiteY5" fmla="*/ 7752 h 433956"/>
                <a:gd name="connsiteX6" fmla="*/ 1061634 w 1215300"/>
                <a:gd name="connsiteY6" fmla="*/ 430081 h 433956"/>
                <a:gd name="connsiteX7" fmla="*/ 1215300 w 1215300"/>
                <a:gd name="connsiteY7" fmla="*/ 200945 h 43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5300" h="433956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748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Protocolos de acesso aleatório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0F0D1BE9-A129-4E48-8684-AB67559565A2}"/>
              </a:ext>
            </a:extLst>
          </p:cNvPr>
          <p:cNvSpPr txBox="1">
            <a:spLocks noChangeArrowheads="1"/>
          </p:cNvSpPr>
          <p:nvPr/>
        </p:nvSpPr>
        <p:spPr>
          <a:xfrm>
            <a:off x="904460" y="1438619"/>
            <a:ext cx="11393557" cy="4895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 sz="3200"/>
              <a:t>Quando o nó tem um pacote para enviar</a:t>
            </a:r>
            <a:endParaRPr lang="pt-BR"/>
          </a:p>
          <a:p>
            <a:pPr lvl="1">
              <a:lnSpc>
                <a:spcPct val="75000"/>
              </a:lnSpc>
              <a:defRPr/>
            </a:pPr>
            <a:r>
              <a:rPr lang="pt" sz="2800"/>
              <a:t>transmitir a uma taxa de dados de canal total R.</a:t>
            </a:r>
          </a:p>
          <a:p>
            <a:pPr lvl="1">
              <a:lnSpc>
                <a:spcPct val="75000"/>
              </a:lnSpc>
              <a:defRPr/>
            </a:pPr>
            <a:r>
              <a:rPr lang="pt" sz="2800"/>
              <a:t>Sem </a:t>
            </a:r>
            <a:r>
              <a:rPr lang="pt" sz="2800" i="1"/>
              <a:t>coordenação a priori</a:t>
            </a:r>
            <a:r>
              <a:rPr lang="pt" sz="2800"/>
              <a:t> entre os nós</a:t>
            </a:r>
          </a:p>
          <a:p>
            <a:pPr marL="287020" indent="-274320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 sz="3200"/>
              <a:t>dois ou mais nós transmissores resultam em "colisão" 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marL="287020" indent="-274320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C00000"/>
                </a:solidFill>
              </a:rPr>
              <a:t>O protocolo MAC de acesso aleatório </a:t>
            </a:r>
            <a:r>
              <a:rPr lang="pt" sz="3200"/>
              <a:t>especifica: 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75000"/>
              </a:lnSpc>
              <a:defRPr/>
            </a:pPr>
            <a:r>
              <a:rPr lang="pt" sz="2800"/>
              <a:t>Como detectar colisões</a:t>
            </a:r>
          </a:p>
          <a:p>
            <a:pPr lvl="1">
              <a:lnSpc>
                <a:spcPct val="75000"/>
              </a:lnSpc>
              <a:defRPr/>
            </a:pPr>
            <a:r>
              <a:rPr lang="pt" sz="2800"/>
              <a:t>como se recuperar de colisões (por exemplo, por meio de retransmissões atrasadas)</a:t>
            </a:r>
          </a:p>
          <a:p>
            <a:pPr marL="287020" indent="-274320">
              <a:lnSpc>
                <a:spcPct val="75000"/>
              </a:lnSpc>
              <a:buFont typeface="Arial" pitchFamily="2" charset="2"/>
              <a:buChar char="•"/>
              <a:defRPr/>
            </a:pPr>
            <a:r>
              <a:rPr lang="pt" sz="3200"/>
              <a:t>exemplos de protocolos MAC de acesso aleatório: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75000"/>
              </a:lnSpc>
              <a:defRPr/>
            </a:pPr>
            <a:r>
              <a:rPr lang="pt" sz="2800"/>
              <a:t>ALOHA, 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pt" sz="2800"/>
              <a:t>CSMA, CSMA/CD, CSMA/CA</a:t>
            </a:r>
          </a:p>
        </p:txBody>
      </p:sp>
    </p:spTree>
    <p:extLst>
      <p:ext uri="{BB962C8B-B14F-4D97-AF65-F5344CB8AC3E}">
        <p14:creationId xmlns:p14="http://schemas.microsoft.com/office/powerpoint/2010/main" val="124558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ALOHA puro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756184F9-23FF-CD49-83C3-B99C5857535A}"/>
              </a:ext>
            </a:extLst>
          </p:cNvPr>
          <p:cNvSpPr txBox="1">
            <a:spLocks noChangeArrowheads="1"/>
          </p:cNvSpPr>
          <p:nvPr/>
        </p:nvSpPr>
        <p:spPr>
          <a:xfrm>
            <a:off x="891209" y="1435652"/>
            <a:ext cx="10518913" cy="23147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/>
              <a:t>Aloha puro: muito simples, sem sincronização</a:t>
            </a:r>
            <a:endParaRPr lang="pt-BR"/>
          </a:p>
          <a:p>
            <a:pPr marL="747395" lvl="1" indent="-274320">
              <a:defRPr/>
            </a:pPr>
            <a:r>
              <a:rPr lang="pt" sz="2800"/>
              <a:t>Quando o quadro chega pela primeira vez: transmite imediatamente 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404495" indent="-274320">
              <a:buFont typeface="Arial" pitchFamily="2" charset="2"/>
              <a:buChar char="•"/>
              <a:defRPr/>
            </a:pPr>
            <a:r>
              <a:rPr lang="pt"/>
              <a:t>A probabilidade de colisão muito alta sem sincronização: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O quadro enviado em t</a:t>
            </a:r>
            <a:r>
              <a:rPr lang="pt" sz="2800" baseline="-25000"/>
              <a:t>0</a:t>
            </a:r>
            <a:r>
              <a:rPr lang="pt" sz="2800"/>
              <a:t> colide com outros quadros enviados em [t</a:t>
            </a:r>
            <a:r>
              <a:rPr lang="pt" sz="2800" baseline="-25000"/>
              <a:t> </a:t>
            </a:r>
            <a:r>
              <a:rPr lang="pt" sz="2800"/>
              <a:t>0-1,t</a:t>
            </a:r>
            <a:r>
              <a:rPr lang="pt" sz="2800" baseline="-25000"/>
              <a:t>0</a:t>
            </a:r>
            <a:r>
              <a:rPr lang="pt" sz="2800"/>
              <a:t>+1]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04F1C7F-2BD1-DB49-8C42-5F936FEE4314}"/>
              </a:ext>
            </a:extLst>
          </p:cNvPr>
          <p:cNvGrpSpPr/>
          <p:nvPr/>
        </p:nvGrpSpPr>
        <p:grpSpPr>
          <a:xfrm>
            <a:off x="3709987" y="4014790"/>
            <a:ext cx="1533525" cy="143413"/>
            <a:chOff x="5229225" y="5548314"/>
            <a:chExt cx="1533525" cy="143413"/>
          </a:xfrm>
        </p:grpSpPr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F65A0A69-1573-6D44-ADDC-67D7500383D8}"/>
                </a:ext>
              </a:extLst>
            </p:cNvPr>
            <p:cNvCxnSpPr/>
            <p:nvPr/>
          </p:nvCxnSpPr>
          <p:spPr>
            <a:xfrm>
              <a:off x="5229225" y="5581650"/>
              <a:ext cx="15335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F60540F-6305-BF46-A035-95A71A5A3EF6}"/>
                </a:ext>
              </a:extLst>
            </p:cNvPr>
            <p:cNvSpPr/>
            <p:nvPr/>
          </p:nvSpPr>
          <p:spPr>
            <a:xfrm>
              <a:off x="5433022" y="5548314"/>
              <a:ext cx="1188108" cy="1434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EC5DF1-BB4C-B643-9EEC-F5897534DF4F}"/>
              </a:ext>
            </a:extLst>
          </p:cNvPr>
          <p:cNvGrpSpPr/>
          <p:nvPr/>
        </p:nvGrpSpPr>
        <p:grpSpPr>
          <a:xfrm>
            <a:off x="5262562" y="4029168"/>
            <a:ext cx="1533525" cy="57150"/>
            <a:chOff x="5229225" y="5562691"/>
            <a:chExt cx="1533525" cy="5715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D0212D6-BC99-A34D-831C-31550FCEDFE4}"/>
                </a:ext>
              </a:extLst>
            </p:cNvPr>
            <p:cNvCxnSpPr/>
            <p:nvPr/>
          </p:nvCxnSpPr>
          <p:spPr>
            <a:xfrm>
              <a:off x="5229225" y="5581650"/>
              <a:ext cx="15335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133521-4038-3047-A618-9452E9464C0A}"/>
                </a:ext>
              </a:extLst>
            </p:cNvPr>
            <p:cNvSpPr/>
            <p:nvPr/>
          </p:nvSpPr>
          <p:spPr>
            <a:xfrm>
              <a:off x="5591173" y="5562691"/>
              <a:ext cx="886184" cy="57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74D194-4596-F343-A104-292FA9948F3C}"/>
              </a:ext>
            </a:extLst>
          </p:cNvPr>
          <p:cNvCxnSpPr/>
          <p:nvPr/>
        </p:nvCxnSpPr>
        <p:spPr>
          <a:xfrm>
            <a:off x="2981739" y="4890052"/>
            <a:ext cx="62152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B99DB7-822A-FD4D-BE48-51D15528B104}"/>
              </a:ext>
            </a:extLst>
          </p:cNvPr>
          <p:cNvCxnSpPr>
            <a:cxnSpLocks/>
          </p:cNvCxnSpPr>
          <p:nvPr/>
        </p:nvCxnSpPr>
        <p:spPr>
          <a:xfrm>
            <a:off x="6798365" y="3817663"/>
            <a:ext cx="0" cy="10999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9AA9349-82D3-E244-B5E0-9CDCE5F5F13D}"/>
              </a:ext>
            </a:extLst>
          </p:cNvPr>
          <p:cNvCxnSpPr>
            <a:cxnSpLocks/>
          </p:cNvCxnSpPr>
          <p:nvPr/>
        </p:nvCxnSpPr>
        <p:spPr>
          <a:xfrm>
            <a:off x="5254486" y="3823252"/>
            <a:ext cx="0" cy="10999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EBFEF5B-319D-C144-A8CA-8D6A3D74B7E8}"/>
              </a:ext>
            </a:extLst>
          </p:cNvPr>
          <p:cNvCxnSpPr>
            <a:cxnSpLocks/>
          </p:cNvCxnSpPr>
          <p:nvPr/>
        </p:nvCxnSpPr>
        <p:spPr>
          <a:xfrm>
            <a:off x="3710607" y="3833604"/>
            <a:ext cx="0" cy="10999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52579E-DAAA-3246-A949-4F19B6153782}"/>
              </a:ext>
            </a:extLst>
          </p:cNvPr>
          <p:cNvSpPr txBox="1"/>
          <p:nvPr/>
        </p:nvSpPr>
        <p:spPr>
          <a:xfrm>
            <a:off x="6453809" y="4863548"/>
            <a:ext cx="731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000" i="1"/>
              <a:t>t</a:t>
            </a:r>
            <a:r>
              <a:rPr lang="pt" sz="2000" i="1" baseline="-25000"/>
              <a:t>0</a:t>
            </a:r>
            <a:r>
              <a:rPr lang="pt" sz="2000" i="1"/>
              <a:t> + 1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603F56C-20E8-6D4A-A7C1-F55DB1B68EAD}"/>
              </a:ext>
            </a:extLst>
          </p:cNvPr>
          <p:cNvSpPr txBox="1"/>
          <p:nvPr/>
        </p:nvSpPr>
        <p:spPr>
          <a:xfrm>
            <a:off x="3381167" y="4871210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000" i="1"/>
              <a:t>t</a:t>
            </a:r>
            <a:r>
              <a:rPr lang="pt" sz="2000" i="1" baseline="-25000"/>
              <a:t>0</a:t>
            </a:r>
            <a:r>
              <a:rPr lang="pt" sz="2000" i="1"/>
              <a:t> - 1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EFADC6-0ABF-574C-ACFF-91876E6D1286}"/>
              </a:ext>
            </a:extLst>
          </p:cNvPr>
          <p:cNvSpPr txBox="1"/>
          <p:nvPr/>
        </p:nvSpPr>
        <p:spPr>
          <a:xfrm>
            <a:off x="5102086" y="486519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000" i="1"/>
              <a:t>t</a:t>
            </a:r>
            <a:r>
              <a:rPr lang="pt" sz="2000" i="1" baseline="-25000"/>
              <a:t>0</a:t>
            </a:r>
            <a:endParaRPr lang="en-US" sz="2000" i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32304-08FC-2B48-A938-75295885492F}"/>
              </a:ext>
            </a:extLst>
          </p:cNvPr>
          <p:cNvSpPr/>
          <p:nvPr/>
        </p:nvSpPr>
        <p:spPr>
          <a:xfrm>
            <a:off x="4090988" y="4191000"/>
            <a:ext cx="1547812" cy="1714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8EC6991-A55D-F44E-A46B-4C53E2B7E20C}"/>
              </a:ext>
            </a:extLst>
          </p:cNvPr>
          <p:cNvSpPr/>
          <p:nvPr/>
        </p:nvSpPr>
        <p:spPr>
          <a:xfrm>
            <a:off x="5248276" y="4429125"/>
            <a:ext cx="1547812" cy="1714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FA1D211-7014-034D-A964-C2C2F7515351}"/>
              </a:ext>
            </a:extLst>
          </p:cNvPr>
          <p:cNvSpPr/>
          <p:nvPr/>
        </p:nvSpPr>
        <p:spPr>
          <a:xfrm>
            <a:off x="6519864" y="4672012"/>
            <a:ext cx="1547812" cy="1714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EBE1DD-B95B-0648-9062-B8B36326544D}"/>
              </a:ext>
            </a:extLst>
          </p:cNvPr>
          <p:cNvSpPr txBox="1"/>
          <p:nvPr/>
        </p:nvSpPr>
        <p:spPr>
          <a:xfrm>
            <a:off x="5470885" y="3662812"/>
            <a:ext cx="1058302" cy="613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" sz="1400"/>
              <a:t>se sobrepõe</a:t>
            </a:r>
          </a:p>
          <a:p>
            <a:pPr algn="ctr">
              <a:lnSpc>
                <a:spcPct val="80000"/>
              </a:lnSpc>
            </a:pPr>
            <a:r>
              <a:rPr lang="pt" sz="1400"/>
              <a:t>com o fim de </a:t>
            </a:r>
          </a:p>
          <a:p>
            <a:pPr algn="ctr">
              <a:lnSpc>
                <a:spcPct val="80000"/>
              </a:lnSpc>
            </a:pPr>
            <a:r>
              <a:rPr lang="pt" sz="1400"/>
              <a:t>quadro do i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D37ED1F-D953-EE43-BF83-335949BBBAC2}"/>
              </a:ext>
            </a:extLst>
          </p:cNvPr>
          <p:cNvSpPr txBox="1"/>
          <p:nvPr/>
        </p:nvSpPr>
        <p:spPr>
          <a:xfrm>
            <a:off x="3917792" y="3619679"/>
            <a:ext cx="1116652" cy="613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" sz="1400"/>
              <a:t>se sobrepõe</a:t>
            </a:r>
          </a:p>
          <a:p>
            <a:pPr algn="ctr">
              <a:lnSpc>
                <a:spcPct val="80000"/>
              </a:lnSpc>
            </a:pPr>
            <a:r>
              <a:rPr lang="pt" sz="1400"/>
              <a:t>com início de </a:t>
            </a:r>
          </a:p>
          <a:p>
            <a:pPr algn="ctr">
              <a:lnSpc>
                <a:spcPct val="80000"/>
              </a:lnSpc>
            </a:pPr>
            <a:r>
              <a:rPr lang="pt" sz="1400"/>
              <a:t>quadro do i</a:t>
            </a: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F939E5F7-799D-7849-A30B-30CE63066E5E}"/>
              </a:ext>
            </a:extLst>
          </p:cNvPr>
          <p:cNvSpPr txBox="1">
            <a:spLocks noChangeArrowheads="1"/>
          </p:cNvSpPr>
          <p:nvPr/>
        </p:nvSpPr>
        <p:spPr>
          <a:xfrm>
            <a:off x="911088" y="5316331"/>
            <a:ext cx="10518913" cy="6206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  <a:defRPr/>
            </a:pPr>
            <a:r>
              <a:rPr lang="pt"/>
              <a:t>eficiência Aloha pura: 18%! 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4436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>
                <a:latin typeface="+mn-lt"/>
              </a:rPr>
              <a:t>Slotted ALOHA</a:t>
            </a: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D6383C-7665-4746-86A3-DB2B42D7440C}"/>
              </a:ext>
            </a:extLst>
          </p:cNvPr>
          <p:cNvSpPr txBox="1">
            <a:spLocks noChangeArrowheads="1"/>
          </p:cNvSpPr>
          <p:nvPr/>
        </p:nvSpPr>
        <p:spPr>
          <a:xfrm>
            <a:off x="845584" y="1416396"/>
            <a:ext cx="5104641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>
                <a:solidFill>
                  <a:srgbClr val="0000A8"/>
                </a:solidFill>
              </a:rPr>
              <a:t>Suposições</a:t>
            </a:r>
            <a:r>
              <a:rPr lang="pt">
                <a:solidFill>
                  <a:srgbClr val="0000A8"/>
                </a:solidFill>
              </a:rPr>
              <a:t>:</a:t>
            </a:r>
          </a:p>
          <a:p>
            <a:pPr marL="639445" indent="-457200">
              <a:buFont typeface="Arial" pitchFamily="2" charset="2"/>
              <a:buChar char="•"/>
              <a:defRPr/>
            </a:pPr>
            <a:r>
              <a:rPr lang="pt"/>
              <a:t>todos os quadros do mesmo tamanho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404495">
              <a:buFont typeface="Arial" pitchFamily="2" charset="2"/>
              <a:buChar char="•"/>
              <a:defRPr/>
            </a:pPr>
            <a:r>
              <a:rPr lang="pt"/>
              <a:t>tempo dividido em slots de tamanho igual (tempo para transmitir 1 quadro)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404495">
              <a:buFont typeface="Arial" pitchFamily="2" charset="2"/>
              <a:buChar char="•"/>
              <a:defRPr/>
            </a:pPr>
            <a:r>
              <a:rPr lang="pt"/>
              <a:t>Os nós começam a transmitir apenas o início do slot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404495">
              <a:buFont typeface="Arial" pitchFamily="2" charset="2"/>
              <a:buChar char="•"/>
              <a:defRPr/>
            </a:pPr>
            <a:r>
              <a:rPr lang="pt"/>
              <a:t>nós são sincronizados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404495">
              <a:buFont typeface="Arial" pitchFamily="2" charset="2"/>
              <a:buChar char="•"/>
              <a:defRPr/>
            </a:pPr>
            <a:r>
              <a:rPr lang="pt"/>
              <a:t>Se 2 ou mais nós transmitirem no slot, todos os nós detectarão colisão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E15C25-BB28-9543-9419-B80CD8AA3C64}"/>
              </a:ext>
            </a:extLst>
          </p:cNvPr>
          <p:cNvSpPr txBox="1">
            <a:spLocks noChangeArrowheads="1"/>
          </p:cNvSpPr>
          <p:nvPr/>
        </p:nvSpPr>
        <p:spPr>
          <a:xfrm>
            <a:off x="6440557" y="1447181"/>
            <a:ext cx="5168347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>
                <a:solidFill>
                  <a:srgbClr val="0000A8"/>
                </a:solidFill>
              </a:rPr>
              <a:t>Operação:</a:t>
            </a:r>
          </a:p>
          <a:p>
            <a:pPr marL="679450" indent="-457200">
              <a:buFont typeface="Arial" pitchFamily="2" charset="2"/>
              <a:buChar char="•"/>
              <a:defRPr/>
            </a:pPr>
            <a:r>
              <a:rPr lang="pt"/>
              <a:t>Quando o nó obtém um novo quadro, transmite no próximo slot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746125" lvl="1" indent="-236220">
              <a:lnSpc>
                <a:spcPct val="100000"/>
              </a:lnSpc>
              <a:defRPr/>
            </a:pPr>
            <a:r>
              <a:rPr lang="pt" sz="2800" i="1"/>
              <a:t>se não houver colisão:</a:t>
            </a:r>
            <a:r>
              <a:rPr lang="pt" sz="2800"/>
              <a:t> o nó pode enviar um novo quadro no próximo slot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746125" lvl="1" indent="-236220">
              <a:lnSpc>
                <a:spcPct val="100000"/>
              </a:lnSpc>
              <a:defRPr/>
            </a:pPr>
            <a:r>
              <a:rPr lang="pt" sz="2800" i="1"/>
              <a:t>Se colisão:</a:t>
            </a:r>
            <a:r>
              <a:rPr lang="pt" sz="2800"/>
              <a:t> o nó retransmite o quadro em cada slot subsequente com probabilidade </a:t>
            </a:r>
            <a:r>
              <a:rPr lang="pt" sz="2800" i="1"/>
              <a:t>p</a:t>
            </a:r>
            <a:r>
              <a:rPr lang="pt" sz="2800"/>
              <a:t> até o sucesso</a:t>
            </a:r>
            <a:endParaRPr lang="pt" sz="280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15E43E-EE56-8544-9198-B2CDA59DD294}"/>
              </a:ext>
            </a:extLst>
          </p:cNvPr>
          <p:cNvGrpSpPr/>
          <p:nvPr/>
        </p:nvGrpSpPr>
        <p:grpSpPr>
          <a:xfrm>
            <a:off x="5640926" y="5514154"/>
            <a:ext cx="3925644" cy="1132275"/>
            <a:chOff x="7222435" y="5226607"/>
            <a:chExt cx="3925644" cy="11322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4B840C-7E28-C04D-8CE9-682705AEE59B}"/>
                </a:ext>
              </a:extLst>
            </p:cNvPr>
            <p:cNvSpPr txBox="1"/>
            <p:nvPr/>
          </p:nvSpPr>
          <p:spPr>
            <a:xfrm>
              <a:off x="7222435" y="5897217"/>
              <a:ext cx="29426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>
                  <a:solidFill>
                    <a:srgbClr val="C00000"/>
                  </a:solidFill>
                </a:rPr>
                <a:t>randomização </a:t>
              </a:r>
              <a:r>
                <a:rPr lang="pt" sz="2400"/>
                <a:t>- </a:t>
              </a:r>
              <a:r>
                <a:rPr lang="pt" sz="2400" i="1"/>
                <a:t>por quê</a:t>
              </a:r>
              <a:r>
                <a:rPr lang="pt" sz="2400"/>
                <a:t>?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078318A-B74F-CF47-A0AD-52CC631467FC}"/>
                </a:ext>
              </a:extLst>
            </p:cNvPr>
            <p:cNvSpPr/>
            <p:nvPr/>
          </p:nvSpPr>
          <p:spPr>
            <a:xfrm>
              <a:off x="10604739" y="5226607"/>
              <a:ext cx="543340" cy="54334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232C45-BB94-AB4D-BDBB-4AF8C10F7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1084" y="5670431"/>
              <a:ext cx="1435018" cy="28542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34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>
                <a:latin typeface="+mn-lt"/>
              </a:rPr>
              <a:t>Slotted ALOHA</a:t>
            </a:r>
          </a:p>
          <a:p>
            <a:endParaRPr lang="pt" sz="4400" b="0">
              <a:latin typeface="+mn-lt"/>
              <a:ea typeface="Calibri"/>
              <a:cs typeface="Calibri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72A8C484-9F3B-7140-9873-AC4A42E47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91" y="3654425"/>
            <a:ext cx="4846983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kern="0">
                <a:solidFill>
                  <a:srgbClr val="0000A8"/>
                </a:solidFill>
                <a:ea typeface="ＭＳ Ｐゴシック"/>
                <a:cs typeface="+mn-cs"/>
              </a:rPr>
              <a:t>Prós:</a:t>
            </a:r>
          </a:p>
          <a:p>
            <a:pPr marL="460375">
              <a:buFont typeface="Arial" charset="2"/>
              <a:buChar char="•"/>
              <a:defRPr/>
            </a:pPr>
            <a:r>
              <a:rPr lang="pt" sz="2400" kern="0">
                <a:ea typeface="ＭＳ Ｐゴシック"/>
                <a:cs typeface="+mn-cs"/>
              </a:rPr>
              <a:t>um único nó ativo pode transmitir continuamente na velocidade total do canal</a:t>
            </a:r>
            <a:endParaRPr lang="pt" sz="2400" kern="0">
              <a:ea typeface="ＭＳ Ｐゴシック"/>
              <a:cs typeface="Calibri" panose="020F0502020204030204"/>
            </a:endParaRPr>
          </a:p>
          <a:p>
            <a:pPr indent="-225425"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Altamente descentralizado: apenas os slots nos nós precisam estar sincronizados</a:t>
            </a:r>
            <a:endParaRPr lang="pt" sz="2400" kern="0">
              <a:cs typeface="Calibri" panose="020F0502020204030204"/>
            </a:endParaRPr>
          </a:p>
          <a:p>
            <a:pPr indent="-225425"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simples</a:t>
            </a:r>
            <a:endParaRPr lang="pt" sz="2400" kern="0">
              <a:cs typeface="Calibri" panose="020F0502020204030204"/>
            </a:endParaRPr>
          </a:p>
          <a:p>
            <a:pPr>
              <a:buFont typeface="Arial" charset="2"/>
              <a:buChar char="•"/>
              <a:defRPr/>
            </a:pPr>
            <a:endParaRPr lang="en-US" sz="2400" kern="0">
              <a:latin typeface="Gill Sans MT" charset="0"/>
              <a:cs typeface="+mn-cs"/>
            </a:endParaRPr>
          </a:p>
        </p:txBody>
      </p:sp>
      <p:sp>
        <p:nvSpPr>
          <p:cNvPr id="67" name="Rectangle 4">
            <a:extLst>
              <a:ext uri="{FF2B5EF4-FFF2-40B4-BE49-F238E27FC236}">
                <a16:creationId xmlns:a16="http://schemas.microsoft.com/office/drawing/2014/main" id="{2C1441D0-D6C4-E649-93D0-1ECA14AFD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008" y="3631167"/>
            <a:ext cx="5579166" cy="2743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pt" kern="0">
                <a:solidFill>
                  <a:srgbClr val="0000A8"/>
                </a:solidFill>
                <a:cs typeface="+mn-cs"/>
              </a:rPr>
              <a:t>Contras:</a:t>
            </a:r>
          </a:p>
          <a:p>
            <a:pPr marL="460375">
              <a:lnSpc>
                <a:spcPct val="90000"/>
              </a:lnSpc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colisões, desperdício de slots</a:t>
            </a:r>
            <a:endParaRPr lang="pt" sz="2400" kern="0">
              <a:cs typeface="Calibri" panose="020F0502020204030204"/>
            </a:endParaRPr>
          </a:p>
          <a:p>
            <a:pPr indent="-225425">
              <a:lnSpc>
                <a:spcPct val="90000"/>
              </a:lnSpc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Slots ociosos</a:t>
            </a:r>
            <a:endParaRPr lang="pt" sz="2400" kern="0">
              <a:cs typeface="Calibri" panose="020F0502020204030204"/>
            </a:endParaRPr>
          </a:p>
          <a:p>
            <a:pPr indent="-225425">
              <a:lnSpc>
                <a:spcPct val="90000"/>
              </a:lnSpc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Os nós podem ser capazes de detectar colisões em menos de tempo para transmitir pacotes</a:t>
            </a:r>
            <a:endParaRPr lang="pt" sz="2400" kern="0">
              <a:cs typeface="Calibri" panose="020F0502020204030204"/>
            </a:endParaRPr>
          </a:p>
          <a:p>
            <a:pPr indent="-225425">
              <a:lnSpc>
                <a:spcPct val="90000"/>
              </a:lnSpc>
              <a:buFont typeface="Arial" charset="2"/>
              <a:buChar char="•"/>
              <a:defRPr/>
            </a:pPr>
            <a:r>
              <a:rPr lang="pt" sz="2400" kern="0">
                <a:cs typeface="+mn-cs"/>
              </a:rPr>
              <a:t>sincronização do relógio</a:t>
            </a:r>
            <a:endParaRPr lang="pt" sz="2400" kern="0">
              <a:cs typeface="Calibri" panose="020F0502020204030204"/>
            </a:endParaRPr>
          </a:p>
        </p:txBody>
      </p:sp>
      <p:grpSp>
        <p:nvGrpSpPr>
          <p:cNvPr id="69" name="Group 9">
            <a:extLst>
              <a:ext uri="{FF2B5EF4-FFF2-40B4-BE49-F238E27FC236}">
                <a16:creationId xmlns:a16="http://schemas.microsoft.com/office/drawing/2014/main" id="{21164FC9-FE4C-614D-972E-A00FCAE25C23}"/>
              </a:ext>
            </a:extLst>
          </p:cNvPr>
          <p:cNvGrpSpPr>
            <a:grpSpLocks/>
          </p:cNvGrpSpPr>
          <p:nvPr/>
        </p:nvGrpSpPr>
        <p:grpSpPr bwMode="auto">
          <a:xfrm>
            <a:off x="3258866" y="1417223"/>
            <a:ext cx="449263" cy="338137"/>
            <a:chOff x="1185" y="903"/>
            <a:chExt cx="283" cy="213"/>
          </a:xfrm>
        </p:grpSpPr>
        <p:sp>
          <p:nvSpPr>
            <p:cNvPr id="120" name="Rectangle 7">
              <a:extLst>
                <a:ext uri="{FF2B5EF4-FFF2-40B4-BE49-F238E27FC236}">
                  <a16:creationId xmlns:a16="http://schemas.microsoft.com/office/drawing/2014/main" id="{B6FB277F-EDE2-1049-9ABF-92D11D60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21" name="Text Box 8">
              <a:extLst>
                <a:ext uri="{FF2B5EF4-FFF2-40B4-BE49-F238E27FC236}">
                  <a16:creationId xmlns:a16="http://schemas.microsoft.com/office/drawing/2014/main" id="{C293767F-FCDF-8642-A612-4649CC7D0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70" name="Group 10">
            <a:extLst>
              <a:ext uri="{FF2B5EF4-FFF2-40B4-BE49-F238E27FC236}">
                <a16:creationId xmlns:a16="http://schemas.microsoft.com/office/drawing/2014/main" id="{CD7A64E0-8DFE-1E45-8F86-C8EBCFF9F9DA}"/>
              </a:ext>
            </a:extLst>
          </p:cNvPr>
          <p:cNvGrpSpPr>
            <a:grpSpLocks/>
          </p:cNvGrpSpPr>
          <p:nvPr/>
        </p:nvGrpSpPr>
        <p:grpSpPr bwMode="auto">
          <a:xfrm>
            <a:off x="4239941" y="1420398"/>
            <a:ext cx="449263" cy="338137"/>
            <a:chOff x="1185" y="903"/>
            <a:chExt cx="283" cy="213"/>
          </a:xfrm>
        </p:grpSpPr>
        <p:sp>
          <p:nvSpPr>
            <p:cNvPr id="118" name="Rectangle 11">
              <a:extLst>
                <a:ext uri="{FF2B5EF4-FFF2-40B4-BE49-F238E27FC236}">
                  <a16:creationId xmlns:a16="http://schemas.microsoft.com/office/drawing/2014/main" id="{07CCF55F-4FAA-894C-888B-199900ED4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9" name="Text Box 12">
              <a:extLst>
                <a:ext uri="{FF2B5EF4-FFF2-40B4-BE49-F238E27FC236}">
                  <a16:creationId xmlns:a16="http://schemas.microsoft.com/office/drawing/2014/main" id="{6E547B66-C5F6-F343-A739-58397CBF0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71" name="Group 13">
            <a:extLst>
              <a:ext uri="{FF2B5EF4-FFF2-40B4-BE49-F238E27FC236}">
                <a16:creationId xmlns:a16="http://schemas.microsoft.com/office/drawing/2014/main" id="{5E7B8AAA-4C6F-564D-BA83-59E54AD6FA2A}"/>
              </a:ext>
            </a:extLst>
          </p:cNvPr>
          <p:cNvGrpSpPr>
            <a:grpSpLocks/>
          </p:cNvGrpSpPr>
          <p:nvPr/>
        </p:nvGrpSpPr>
        <p:grpSpPr bwMode="auto">
          <a:xfrm>
            <a:off x="5776641" y="1421985"/>
            <a:ext cx="449263" cy="338137"/>
            <a:chOff x="1185" y="903"/>
            <a:chExt cx="283" cy="213"/>
          </a:xfrm>
        </p:grpSpPr>
        <p:sp>
          <p:nvSpPr>
            <p:cNvPr id="116" name="Rectangle 14">
              <a:extLst>
                <a:ext uri="{FF2B5EF4-FFF2-40B4-BE49-F238E27FC236}">
                  <a16:creationId xmlns:a16="http://schemas.microsoft.com/office/drawing/2014/main" id="{4646B359-A79E-F349-BF8A-9D2512A62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7" name="Text Box 15">
              <a:extLst>
                <a:ext uri="{FF2B5EF4-FFF2-40B4-BE49-F238E27FC236}">
                  <a16:creationId xmlns:a16="http://schemas.microsoft.com/office/drawing/2014/main" id="{6ECCB147-A652-0C45-8411-FDEFE8B76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72" name="Group 16">
            <a:extLst>
              <a:ext uri="{FF2B5EF4-FFF2-40B4-BE49-F238E27FC236}">
                <a16:creationId xmlns:a16="http://schemas.microsoft.com/office/drawing/2014/main" id="{034C0BC2-FAFB-954B-8184-7437ED6443FF}"/>
              </a:ext>
            </a:extLst>
          </p:cNvPr>
          <p:cNvGrpSpPr>
            <a:grpSpLocks/>
          </p:cNvGrpSpPr>
          <p:nvPr/>
        </p:nvGrpSpPr>
        <p:grpSpPr bwMode="auto">
          <a:xfrm>
            <a:off x="6792641" y="1417223"/>
            <a:ext cx="449263" cy="338137"/>
            <a:chOff x="1185" y="903"/>
            <a:chExt cx="283" cy="213"/>
          </a:xfrm>
        </p:grpSpPr>
        <p:sp>
          <p:nvSpPr>
            <p:cNvPr id="114" name="Rectangle 17">
              <a:extLst>
                <a:ext uri="{FF2B5EF4-FFF2-40B4-BE49-F238E27FC236}">
                  <a16:creationId xmlns:a16="http://schemas.microsoft.com/office/drawing/2014/main" id="{B5E231FA-D60E-3344-A54A-AE1CCAC27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5" name="Text Box 18">
              <a:extLst>
                <a:ext uri="{FF2B5EF4-FFF2-40B4-BE49-F238E27FC236}">
                  <a16:creationId xmlns:a16="http://schemas.microsoft.com/office/drawing/2014/main" id="{C4C08E10-907C-DD42-A551-372531B73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73" name="Group 24">
            <a:extLst>
              <a:ext uri="{FF2B5EF4-FFF2-40B4-BE49-F238E27FC236}">
                <a16:creationId xmlns:a16="http://schemas.microsoft.com/office/drawing/2014/main" id="{647D2F6D-CE64-8B4B-B615-A2D4A4BABDA1}"/>
              </a:ext>
            </a:extLst>
          </p:cNvPr>
          <p:cNvGrpSpPr>
            <a:grpSpLocks/>
          </p:cNvGrpSpPr>
          <p:nvPr/>
        </p:nvGrpSpPr>
        <p:grpSpPr bwMode="auto">
          <a:xfrm>
            <a:off x="3260453" y="1934748"/>
            <a:ext cx="449263" cy="338137"/>
            <a:chOff x="4584" y="1229"/>
            <a:chExt cx="283" cy="213"/>
          </a:xfrm>
        </p:grpSpPr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40A791FB-0B4E-E54D-A7B1-9F64A6BAE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Text Box 21">
              <a:extLst>
                <a:ext uri="{FF2B5EF4-FFF2-40B4-BE49-F238E27FC236}">
                  <a16:creationId xmlns:a16="http://schemas.microsoft.com/office/drawing/2014/main" id="{B1F1A4C1-13C1-264C-B2A5-E57D85AD5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74" name="Group 31">
            <a:extLst>
              <a:ext uri="{FF2B5EF4-FFF2-40B4-BE49-F238E27FC236}">
                <a16:creationId xmlns:a16="http://schemas.microsoft.com/office/drawing/2014/main" id="{A513746B-2BA9-7842-A3F9-4C806D4C430D}"/>
              </a:ext>
            </a:extLst>
          </p:cNvPr>
          <p:cNvGrpSpPr>
            <a:grpSpLocks/>
          </p:cNvGrpSpPr>
          <p:nvPr/>
        </p:nvGrpSpPr>
        <p:grpSpPr bwMode="auto">
          <a:xfrm>
            <a:off x="3262041" y="2444335"/>
            <a:ext cx="449263" cy="338137"/>
            <a:chOff x="4827" y="1591"/>
            <a:chExt cx="283" cy="213"/>
          </a:xfrm>
        </p:grpSpPr>
        <p:sp>
          <p:nvSpPr>
            <p:cNvPr id="110" name="Rectangle 22">
              <a:extLst>
                <a:ext uri="{FF2B5EF4-FFF2-40B4-BE49-F238E27FC236}">
                  <a16:creationId xmlns:a16="http://schemas.microsoft.com/office/drawing/2014/main" id="{D2113151-CB73-5B4D-B726-093BB119A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1" name="Text Box 23">
              <a:extLst>
                <a:ext uri="{FF2B5EF4-FFF2-40B4-BE49-F238E27FC236}">
                  <a16:creationId xmlns:a16="http://schemas.microsoft.com/office/drawing/2014/main" id="{F159D2A5-6D5C-0349-BF63-4ECC249F3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75" name="Group 25">
            <a:extLst>
              <a:ext uri="{FF2B5EF4-FFF2-40B4-BE49-F238E27FC236}">
                <a16:creationId xmlns:a16="http://schemas.microsoft.com/office/drawing/2014/main" id="{94B00C29-0193-D349-BFB1-CF44B881490C}"/>
              </a:ext>
            </a:extLst>
          </p:cNvPr>
          <p:cNvGrpSpPr>
            <a:grpSpLocks/>
          </p:cNvGrpSpPr>
          <p:nvPr/>
        </p:nvGrpSpPr>
        <p:grpSpPr bwMode="auto">
          <a:xfrm>
            <a:off x="4249466" y="1936335"/>
            <a:ext cx="449263" cy="338137"/>
            <a:chOff x="4584" y="1229"/>
            <a:chExt cx="283" cy="213"/>
          </a:xfrm>
        </p:grpSpPr>
        <p:sp>
          <p:nvSpPr>
            <p:cNvPr id="108" name="Rectangle 26">
              <a:extLst>
                <a:ext uri="{FF2B5EF4-FFF2-40B4-BE49-F238E27FC236}">
                  <a16:creationId xmlns:a16="http://schemas.microsoft.com/office/drawing/2014/main" id="{8A1DD3D1-8785-3040-A4F2-5147DB885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09" name="Text Box 27">
              <a:extLst>
                <a:ext uri="{FF2B5EF4-FFF2-40B4-BE49-F238E27FC236}">
                  <a16:creationId xmlns:a16="http://schemas.microsoft.com/office/drawing/2014/main" id="{09BBF762-4792-7643-BA15-B59BC2E2D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76" name="Group 28">
            <a:extLst>
              <a:ext uri="{FF2B5EF4-FFF2-40B4-BE49-F238E27FC236}">
                <a16:creationId xmlns:a16="http://schemas.microsoft.com/office/drawing/2014/main" id="{E38A06E9-F095-D04D-91F9-81DAFE4FE972}"/>
              </a:ext>
            </a:extLst>
          </p:cNvPr>
          <p:cNvGrpSpPr>
            <a:grpSpLocks/>
          </p:cNvGrpSpPr>
          <p:nvPr/>
        </p:nvGrpSpPr>
        <p:grpSpPr bwMode="auto">
          <a:xfrm>
            <a:off x="4766991" y="1937923"/>
            <a:ext cx="449263" cy="338137"/>
            <a:chOff x="4584" y="1229"/>
            <a:chExt cx="283" cy="213"/>
          </a:xfrm>
        </p:grpSpPr>
        <p:sp>
          <p:nvSpPr>
            <p:cNvPr id="106" name="Rectangle 29">
              <a:extLst>
                <a:ext uri="{FF2B5EF4-FFF2-40B4-BE49-F238E27FC236}">
                  <a16:creationId xmlns:a16="http://schemas.microsoft.com/office/drawing/2014/main" id="{0987B743-D2A1-9D4F-A662-FFB579A91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07" name="Text Box 30">
              <a:extLst>
                <a:ext uri="{FF2B5EF4-FFF2-40B4-BE49-F238E27FC236}">
                  <a16:creationId xmlns:a16="http://schemas.microsoft.com/office/drawing/2014/main" id="{89D7FAA9-9F94-0C4F-B4C3-025342E3F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DEC4F61B-7F47-6D40-A1E6-9647D3850BE9}"/>
              </a:ext>
            </a:extLst>
          </p:cNvPr>
          <p:cNvGrpSpPr>
            <a:grpSpLocks/>
          </p:cNvGrpSpPr>
          <p:nvPr/>
        </p:nvGrpSpPr>
        <p:grpSpPr bwMode="auto">
          <a:xfrm>
            <a:off x="5778228" y="2445922"/>
            <a:ext cx="449263" cy="338137"/>
            <a:chOff x="4827" y="1591"/>
            <a:chExt cx="283" cy="213"/>
          </a:xfrm>
        </p:grpSpPr>
        <p:sp>
          <p:nvSpPr>
            <p:cNvPr id="104" name="Rectangle 33">
              <a:extLst>
                <a:ext uri="{FF2B5EF4-FFF2-40B4-BE49-F238E27FC236}">
                  <a16:creationId xmlns:a16="http://schemas.microsoft.com/office/drawing/2014/main" id="{78D56CA1-57DA-D349-81DF-1FE3F45AA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05" name="Text Box 34">
              <a:extLst>
                <a:ext uri="{FF2B5EF4-FFF2-40B4-BE49-F238E27FC236}">
                  <a16:creationId xmlns:a16="http://schemas.microsoft.com/office/drawing/2014/main" id="{90B9F9DD-82FB-9540-93E1-DE1323F00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78" name="Group 35">
            <a:extLst>
              <a:ext uri="{FF2B5EF4-FFF2-40B4-BE49-F238E27FC236}">
                <a16:creationId xmlns:a16="http://schemas.microsoft.com/office/drawing/2014/main" id="{9515035B-221C-F640-AD70-3EDAE35D9A46}"/>
              </a:ext>
            </a:extLst>
          </p:cNvPr>
          <p:cNvGrpSpPr>
            <a:grpSpLocks/>
          </p:cNvGrpSpPr>
          <p:nvPr/>
        </p:nvGrpSpPr>
        <p:grpSpPr bwMode="auto">
          <a:xfrm>
            <a:off x="7289528" y="2447510"/>
            <a:ext cx="449263" cy="338137"/>
            <a:chOff x="4827" y="1591"/>
            <a:chExt cx="283" cy="213"/>
          </a:xfrm>
        </p:grpSpPr>
        <p:sp>
          <p:nvSpPr>
            <p:cNvPr id="102" name="Rectangle 36">
              <a:extLst>
                <a:ext uri="{FF2B5EF4-FFF2-40B4-BE49-F238E27FC236}">
                  <a16:creationId xmlns:a16="http://schemas.microsoft.com/office/drawing/2014/main" id="{011AA78D-6081-1E4C-B13C-ABA03976C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03" name="Text Box 37">
              <a:extLst>
                <a:ext uri="{FF2B5EF4-FFF2-40B4-BE49-F238E27FC236}">
                  <a16:creationId xmlns:a16="http://schemas.microsoft.com/office/drawing/2014/main" id="{E9D6FFEE-F33E-FF42-9FA7-54026C2FB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008000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79" name="Text Box 38">
            <a:extLst>
              <a:ext uri="{FF2B5EF4-FFF2-40B4-BE49-F238E27FC236}">
                <a16:creationId xmlns:a16="http://schemas.microsoft.com/office/drawing/2014/main" id="{BC3667BC-568F-5D45-AA96-AD633C981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141" y="1452148"/>
            <a:ext cx="762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Nó 1</a:t>
            </a:r>
          </a:p>
        </p:txBody>
      </p:sp>
      <p:sp>
        <p:nvSpPr>
          <p:cNvPr id="80" name="Text Box 39">
            <a:extLst>
              <a:ext uri="{FF2B5EF4-FFF2-40B4-BE49-F238E27FC236}">
                <a16:creationId xmlns:a16="http://schemas.microsoft.com/office/drawing/2014/main" id="{54EFAF25-FCFE-594D-BB9A-4C06F0108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678" y="1966498"/>
            <a:ext cx="762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Nó 2</a:t>
            </a:r>
          </a:p>
        </p:txBody>
      </p:sp>
      <p:sp>
        <p:nvSpPr>
          <p:cNvPr id="81" name="Text Box 40">
            <a:extLst>
              <a:ext uri="{FF2B5EF4-FFF2-40B4-BE49-F238E27FC236}">
                <a16:creationId xmlns:a16="http://schemas.microsoft.com/office/drawing/2014/main" id="{047D14B7-CD88-0D4A-AD77-5823FBA9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716" y="2469735"/>
            <a:ext cx="762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Nó 3</a:t>
            </a:r>
          </a:p>
        </p:txBody>
      </p:sp>
      <p:sp>
        <p:nvSpPr>
          <p:cNvPr id="82" name="Line 41">
            <a:extLst>
              <a:ext uri="{FF2B5EF4-FFF2-40B4-BE49-F238E27FC236}">
                <a16:creationId xmlns:a16="http://schemas.microsoft.com/office/drawing/2014/main" id="{EF48CFD5-90F6-EF43-A053-5A2BD2F09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641" y="2977735"/>
            <a:ext cx="5210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3" name="Line 42">
            <a:extLst>
              <a:ext uri="{FF2B5EF4-FFF2-40B4-BE49-F238E27FC236}">
                <a16:creationId xmlns:a16="http://schemas.microsoft.com/office/drawing/2014/main" id="{000967D4-6D82-3C45-A172-150191F96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9816" y="287772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4" name="Line 43">
            <a:extLst>
              <a:ext uri="{FF2B5EF4-FFF2-40B4-BE49-F238E27FC236}">
                <a16:creationId xmlns:a16="http://schemas.microsoft.com/office/drawing/2014/main" id="{F238DB4A-BE5F-9743-9947-04D5215C9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9878" y="287772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5" name="Line 44">
            <a:extLst>
              <a:ext uri="{FF2B5EF4-FFF2-40B4-BE49-F238E27FC236}">
                <a16:creationId xmlns:a16="http://schemas.microsoft.com/office/drawing/2014/main" id="{C6957062-2774-324C-BCB0-B11EB113A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3116" y="2874547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6" name="Line 45">
            <a:extLst>
              <a:ext uri="{FF2B5EF4-FFF2-40B4-BE49-F238E27FC236}">
                <a16:creationId xmlns:a16="http://schemas.microsoft.com/office/drawing/2014/main" id="{242EDB35-EDA5-084B-9AA4-62A7C146A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528" y="287772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7" name="Line 46">
            <a:extLst>
              <a:ext uri="{FF2B5EF4-FFF2-40B4-BE49-F238E27FC236}">
                <a16:creationId xmlns:a16="http://schemas.microsoft.com/office/drawing/2014/main" id="{E0FAA97E-3CAE-F145-BE6E-2931C7A40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353" y="2874547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8" name="Line 47">
            <a:extLst>
              <a:ext uri="{FF2B5EF4-FFF2-40B4-BE49-F238E27FC236}">
                <a16:creationId xmlns:a16="http://schemas.microsoft.com/office/drawing/2014/main" id="{9EAB79C7-5AED-CD47-BF01-F04C67454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353" y="287772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89" name="Line 48">
            <a:extLst>
              <a:ext uri="{FF2B5EF4-FFF2-40B4-BE49-F238E27FC236}">
                <a16:creationId xmlns:a16="http://schemas.microsoft.com/office/drawing/2014/main" id="{ED1E52C2-A2DF-7244-888D-8BC965C7B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7178" y="287772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90" name="Line 49">
            <a:extLst>
              <a:ext uri="{FF2B5EF4-FFF2-40B4-BE49-F238E27FC236}">
                <a16:creationId xmlns:a16="http://schemas.microsoft.com/office/drawing/2014/main" id="{0337F98B-B062-E149-AA28-4B72BC8AD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2003" y="2874547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91" name="Line 50">
            <a:extLst>
              <a:ext uri="{FF2B5EF4-FFF2-40B4-BE49-F238E27FC236}">
                <a16:creationId xmlns:a16="http://schemas.microsoft.com/office/drawing/2014/main" id="{A8A55C4A-1AC8-E64D-A11D-781712E97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0003" y="2871372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92" name="Line 51">
            <a:extLst>
              <a:ext uri="{FF2B5EF4-FFF2-40B4-BE49-F238E27FC236}">
                <a16:creationId xmlns:a16="http://schemas.microsoft.com/office/drawing/2014/main" id="{68413A17-8D6D-6F4A-9006-440A683FD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8953" y="2868197"/>
            <a:ext cx="0" cy="212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93" name="Text Box 54">
            <a:extLst>
              <a:ext uri="{FF2B5EF4-FFF2-40B4-BE49-F238E27FC236}">
                <a16:creationId xmlns:a16="http://schemas.microsoft.com/office/drawing/2014/main" id="{EFB9B6C9-55C7-9543-BEDB-3C9A6C2B1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728" y="2992022"/>
            <a:ext cx="320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C</a:t>
            </a:r>
          </a:p>
        </p:txBody>
      </p:sp>
      <p:sp>
        <p:nvSpPr>
          <p:cNvPr id="94" name="Text Box 55">
            <a:extLst>
              <a:ext uri="{FF2B5EF4-FFF2-40B4-BE49-F238E27FC236}">
                <a16:creationId xmlns:a16="http://schemas.microsoft.com/office/drawing/2014/main" id="{A8BF3599-17CC-C54D-A1F4-204FFCEF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903" y="2992022"/>
            <a:ext cx="320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C</a:t>
            </a:r>
          </a:p>
        </p:txBody>
      </p:sp>
      <p:sp>
        <p:nvSpPr>
          <p:cNvPr id="95" name="Text Box 56">
            <a:extLst>
              <a:ext uri="{FF2B5EF4-FFF2-40B4-BE49-F238E27FC236}">
                <a16:creationId xmlns:a16="http://schemas.microsoft.com/office/drawing/2014/main" id="{016A40F4-F886-714E-966E-BFDE0F62F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378" y="2992022"/>
            <a:ext cx="320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C</a:t>
            </a:r>
          </a:p>
        </p:txBody>
      </p:sp>
      <p:sp>
        <p:nvSpPr>
          <p:cNvPr id="96" name="Text Box 58">
            <a:extLst>
              <a:ext uri="{FF2B5EF4-FFF2-40B4-BE49-F238E27FC236}">
                <a16:creationId xmlns:a16="http://schemas.microsoft.com/office/drawing/2014/main" id="{807DF3EC-AAB1-B04A-A023-C5893F6D2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253" y="2992022"/>
            <a:ext cx="3063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</a:t>
            </a:r>
          </a:p>
        </p:txBody>
      </p:sp>
      <p:sp>
        <p:nvSpPr>
          <p:cNvPr id="97" name="Text Box 59">
            <a:extLst>
              <a:ext uri="{FF2B5EF4-FFF2-40B4-BE49-F238E27FC236}">
                <a16:creationId xmlns:a16="http://schemas.microsoft.com/office/drawing/2014/main" id="{17BF9D31-70E0-5A45-BE2F-E528E8116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503" y="2992022"/>
            <a:ext cx="3063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</a:t>
            </a:r>
          </a:p>
        </p:txBody>
      </p:sp>
      <p:sp>
        <p:nvSpPr>
          <p:cNvPr id="98" name="Text Box 60">
            <a:extLst>
              <a:ext uri="{FF2B5EF4-FFF2-40B4-BE49-F238E27FC236}">
                <a16:creationId xmlns:a16="http://schemas.microsoft.com/office/drawing/2014/main" id="{FE3B7D2B-E773-5048-9CD2-02409182F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278" y="2992022"/>
            <a:ext cx="3063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</a:t>
            </a:r>
          </a:p>
        </p:txBody>
      </p:sp>
      <p:sp>
        <p:nvSpPr>
          <p:cNvPr id="99" name="Text Box 61">
            <a:extLst>
              <a:ext uri="{FF2B5EF4-FFF2-40B4-BE49-F238E27FC236}">
                <a16:creationId xmlns:a16="http://schemas.microsoft.com/office/drawing/2014/main" id="{67899F9D-5059-EB46-BE3E-E0710E91B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016" y="2988847"/>
            <a:ext cx="3095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100" name="Text Box 62">
            <a:extLst>
              <a:ext uri="{FF2B5EF4-FFF2-40B4-BE49-F238E27FC236}">
                <a16:creationId xmlns:a16="http://schemas.microsoft.com/office/drawing/2014/main" id="{0537C8B8-45B8-534A-B936-B66DF9D0E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078" y="2988847"/>
            <a:ext cx="3095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101" name="Text Box 63">
            <a:extLst>
              <a:ext uri="{FF2B5EF4-FFF2-40B4-BE49-F238E27FC236}">
                <a16:creationId xmlns:a16="http://schemas.microsoft.com/office/drawing/2014/main" id="{A95F6825-15C2-894C-A225-C35D931A8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203" y="2988847"/>
            <a:ext cx="3095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000" i="0" u="none" strike="noStrike" kern="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1076B-DA1C-6740-8643-B478EA3CF6E2}"/>
              </a:ext>
            </a:extLst>
          </p:cNvPr>
          <p:cNvSpPr txBox="1"/>
          <p:nvPr/>
        </p:nvSpPr>
        <p:spPr>
          <a:xfrm>
            <a:off x="8693431" y="1736034"/>
            <a:ext cx="1514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C</a:t>
            </a:r>
            <a:r>
              <a:rPr lang="pt" sz="2400"/>
              <a:t>: colisão</a:t>
            </a:r>
          </a:p>
          <a:p>
            <a:r>
              <a:rPr lang="pt" sz="2400">
                <a:solidFill>
                  <a:srgbClr val="0000A8"/>
                </a:solidFill>
              </a:rPr>
              <a:t>S</a:t>
            </a:r>
            <a:r>
              <a:rPr lang="pt" sz="2400"/>
              <a:t>: sucesso</a:t>
            </a:r>
          </a:p>
          <a:p>
            <a:r>
              <a:rPr lang="pt" sz="2400">
                <a:solidFill>
                  <a:srgbClr val="0000A8"/>
                </a:solidFill>
              </a:rPr>
              <a:t>E</a:t>
            </a:r>
            <a:r>
              <a:rPr lang="pt" sz="2400"/>
              <a:t>: vazio</a:t>
            </a:r>
          </a:p>
        </p:txBody>
      </p:sp>
    </p:spTree>
    <p:extLst>
      <p:ext uri="{BB962C8B-B14F-4D97-AF65-F5344CB8AC3E}">
        <p14:creationId xmlns:p14="http://schemas.microsoft.com/office/powerpoint/2010/main" val="164503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13571B-5A38-7249-BDB3-42189BDDB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48" y="1697523"/>
            <a:ext cx="10515600" cy="474303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130175" indent="0">
              <a:buNone/>
            </a:pPr>
            <a:r>
              <a:rPr lang="pt" sz="3200">
                <a:solidFill>
                  <a:srgbClr val="C00000"/>
                </a:solidFill>
              </a:rPr>
              <a:t>Eficiência: </a:t>
            </a:r>
            <a:r>
              <a:rPr lang="pt"/>
              <a:t>fração de longo prazo de intervalos bem-sucedidos (muitos nós, todos com muitos quadros para enviar)</a:t>
            </a:r>
          </a:p>
          <a:p>
            <a:pPr marL="640080" indent="-457200">
              <a:buFont typeface="Arial" pitchFamily="2" charset="2"/>
              <a:buChar char="•"/>
              <a:defRPr/>
            </a:pPr>
            <a:r>
              <a:rPr lang="pt" i="1"/>
              <a:t>suponha:</a:t>
            </a:r>
            <a:r>
              <a:rPr lang="pt"/>
              <a:t> </a:t>
            </a:r>
            <a:r>
              <a:rPr lang="pt" i="1"/>
              <a:t>N</a:t>
            </a:r>
            <a:r>
              <a:rPr lang="pt"/>
              <a:t> nós com muitos quadros para enviar, cada um transmite no slot com probabilidade </a:t>
            </a:r>
            <a:r>
              <a:rPr lang="pt" i="1"/>
              <a:t>p</a:t>
            </a:r>
            <a:endParaRPr lang="pt" i="1">
              <a:ea typeface="Calibri" panose="020F0502020204030204"/>
              <a:cs typeface="Calibri" panose="020F0502020204030204"/>
            </a:endParaRPr>
          </a:p>
          <a:p>
            <a:pPr marL="800100" lvl="1" indent="-274320">
              <a:defRPr/>
            </a:pPr>
            <a:r>
              <a:rPr lang="pt" sz="2600"/>
              <a:t>probabilidade de que um determinado nó tenha sucesso em um slot = </a:t>
            </a:r>
            <a:r>
              <a:rPr lang="pt" sz="2600" i="1"/>
              <a:t>p(1-p)</a:t>
            </a:r>
            <a:r>
              <a:rPr lang="pt" sz="2600" b="1" i="1" baseline="30000"/>
              <a:t>N-1</a:t>
            </a:r>
            <a:endParaRPr lang="pt" sz="2600" b="1" i="1" baseline="30000">
              <a:ea typeface="Calibri" panose="020F0502020204030204"/>
              <a:cs typeface="Calibri" panose="020F0502020204030204"/>
            </a:endParaRPr>
          </a:p>
          <a:p>
            <a:pPr marL="800100" lvl="1" indent="-274320">
              <a:defRPr/>
            </a:pPr>
            <a:r>
              <a:rPr lang="pt" sz="2600"/>
              <a:t>probabilidade de que </a:t>
            </a:r>
            <a:r>
              <a:rPr lang="pt" sz="2600" i="1"/>
              <a:t>qualquer</a:t>
            </a:r>
            <a:r>
              <a:rPr lang="pt" sz="2600"/>
              <a:t> nó tenha sucesso = </a:t>
            </a:r>
            <a:r>
              <a:rPr lang="pt" sz="2600" i="1"/>
              <a:t>Np(1-p)</a:t>
            </a:r>
            <a:r>
              <a:rPr lang="pt" sz="2600" b="1" i="1" baseline="30000"/>
              <a:t>N-1</a:t>
            </a:r>
            <a:endParaRPr lang="pt" sz="2600" b="1" i="1" baseline="30000">
              <a:ea typeface="Calibri" panose="020F0502020204030204"/>
              <a:cs typeface="Calibri" panose="020F0502020204030204"/>
            </a:endParaRPr>
          </a:p>
          <a:p>
            <a:pPr marL="800100" lvl="1" indent="-274320">
              <a:defRPr/>
            </a:pPr>
            <a:r>
              <a:rPr lang="pt" sz="2600"/>
              <a:t>eficiência máxima: encontre </a:t>
            </a:r>
            <a:r>
              <a:rPr lang="pt" sz="2600" i="1"/>
              <a:t>p* </a:t>
            </a:r>
            <a:r>
              <a:rPr lang="pt" sz="2600"/>
              <a:t>que maximiza  </a:t>
            </a:r>
            <a:r>
              <a:rPr lang="pt" sz="2600" i="1"/>
              <a:t>Np(1-p)</a:t>
            </a:r>
            <a:r>
              <a:rPr lang="pt" sz="2600" b="1" i="1" baseline="30000"/>
              <a:t>N-1</a:t>
            </a:r>
            <a:endParaRPr lang="pt" sz="2600" b="1" i="1" baseline="30000">
              <a:ea typeface="Calibri" panose="020F0502020204030204"/>
              <a:cs typeface="Calibri" panose="020F0502020204030204"/>
            </a:endParaRPr>
          </a:p>
          <a:p>
            <a:pPr marL="800100" lvl="1" indent="-274320">
              <a:defRPr/>
            </a:pPr>
            <a:r>
              <a:rPr lang="pt" sz="2600"/>
              <a:t>para muitos nós, com o limite de </a:t>
            </a:r>
            <a:r>
              <a:rPr lang="pt" sz="2600" i="1"/>
              <a:t>Np*(1-p*)</a:t>
            </a:r>
            <a:r>
              <a:rPr lang="pt" sz="2600" b="1" i="1" baseline="30000"/>
              <a:t>N-1 </a:t>
            </a:r>
            <a:r>
              <a:rPr lang="pt" sz="2600"/>
              <a:t>à medida que </a:t>
            </a:r>
            <a:r>
              <a:rPr lang="pt" sz="2600" i="1"/>
              <a:t>N</a:t>
            </a:r>
            <a:r>
              <a:rPr lang="pt" sz="2600"/>
              <a:t> tende ao infinito, temos</a:t>
            </a:r>
            <a:r>
              <a:rPr lang="pt"/>
              <a:t>:</a:t>
            </a:r>
            <a:endParaRPr lang="pt">
              <a:ea typeface="Calibri"/>
              <a:cs typeface="Calibri"/>
            </a:endParaRPr>
          </a:p>
          <a:p>
            <a:pPr>
              <a:buFont typeface="Wingdings" charset="0"/>
              <a:buNone/>
              <a:defRPr/>
            </a:pPr>
            <a:r>
              <a:rPr lang="pt">
                <a:solidFill>
                  <a:srgbClr val="C00000"/>
                </a:solidFill>
              </a:rPr>
              <a:t>    </a:t>
            </a:r>
            <a:r>
              <a:rPr lang="pt" i="1">
                <a:solidFill>
                  <a:srgbClr val="C00000"/>
                </a:solidFill>
              </a:rPr>
              <a:t>eficiência máxima = 1/e = .37</a:t>
            </a:r>
            <a:endParaRPr lang="en-US" b="1" i="1" baseline="30000">
              <a:solidFill>
                <a:srgbClr val="C00000"/>
              </a:solidFill>
            </a:endParaRPr>
          </a:p>
          <a:p>
            <a:pPr marL="457200" indent="-274320">
              <a:lnSpc>
                <a:spcPct val="85000"/>
              </a:lnSpc>
              <a:buFont typeface="Arial" pitchFamily="2" charset="2"/>
              <a:buChar char="•"/>
              <a:defRPr/>
            </a:pPr>
            <a:r>
              <a:rPr lang="pt" i="1">
                <a:solidFill>
                  <a:srgbClr val="0000A8"/>
                </a:solidFill>
              </a:rPr>
              <a:t>Na melhor das hipóteses:</a:t>
            </a:r>
            <a:r>
              <a:rPr lang="pt" sz="2400" i="1">
                <a:solidFill>
                  <a:srgbClr val="0000A8"/>
                </a:solidFill>
              </a:rPr>
              <a:t> </a:t>
            </a:r>
            <a:r>
              <a:rPr lang="pt" sz="2400"/>
              <a:t>canal usado para transmissões úteis 37% do tempo!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endParaRPr lang="en-US" i="1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A8D2D-09AD-0C49-9183-F486B937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Slotted ALOHA</a:t>
            </a:r>
            <a:r>
              <a:rPr lang="pt"/>
              <a:t>: eficiência</a:t>
            </a:r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C8BF5-34FB-B64D-8803-0F740A1B8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3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>
                <a:latin typeface="+mn-lt"/>
              </a:rPr>
              <a:t>CSMA (acesso múltiplo com detecção de portadora)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E7A0B0F-2486-9640-B03D-72DF37C159B4}"/>
              </a:ext>
            </a:extLst>
          </p:cNvPr>
          <p:cNvSpPr txBox="1">
            <a:spLocks noChangeArrowheads="1"/>
          </p:cNvSpPr>
          <p:nvPr/>
        </p:nvSpPr>
        <p:spPr>
          <a:xfrm>
            <a:off x="1075221" y="1383818"/>
            <a:ext cx="4457938" cy="4794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/>
              <a:t> </a:t>
            </a:r>
            <a:r>
              <a:rPr lang="pt" sz="3200">
                <a:solidFill>
                  <a:srgbClr val="C00000"/>
                </a:solidFill>
              </a:rPr>
              <a:t>CSMA simples:</a:t>
            </a:r>
            <a:r>
              <a:rPr lang="pt">
                <a:solidFill>
                  <a:srgbClr val="C00000"/>
                </a:solidFill>
              </a:rPr>
              <a:t> </a:t>
            </a:r>
            <a:r>
              <a:rPr lang="pt"/>
              <a:t>ouça antes de transmitir:</a:t>
            </a:r>
          </a:p>
          <a:p>
            <a:pPr lvl="1">
              <a:defRPr/>
            </a:pPr>
            <a:r>
              <a:rPr lang="pt" sz="2800">
                <a:solidFill>
                  <a:srgbClr val="000099"/>
                </a:solidFill>
              </a:rPr>
              <a:t>Se o canal for detectado ocioso:</a:t>
            </a:r>
            <a:r>
              <a:rPr lang="pt" sz="2800"/>
              <a:t> transmitir o quadro inteiro</a:t>
            </a:r>
          </a:p>
          <a:p>
            <a:pPr lvl="1">
              <a:defRPr/>
            </a:pPr>
            <a:r>
              <a:rPr lang="pt" sz="2800">
                <a:solidFill>
                  <a:srgbClr val="000099"/>
                </a:solidFill>
              </a:rPr>
              <a:t>Se o canal for detectado ocupado:</a:t>
            </a:r>
            <a:r>
              <a:rPr lang="pt" sz="2800"/>
              <a:t> Adiar a transmissão </a:t>
            </a:r>
            <a:endParaRPr lang="en-US"/>
          </a:p>
          <a:p>
            <a:pPr>
              <a:buFont typeface="Arial" pitchFamily="2" charset="2"/>
              <a:buChar char="•"/>
              <a:defRPr/>
            </a:pPr>
            <a:r>
              <a:rPr lang="pt"/>
              <a:t>Analogia humana: não interrompa os outros!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 descr="https://blogger.googleusercontent.com/img/b/R29vZ2xl/AVvXsEgO_hGePW7dTjyzNjs8GsO61cJWT6EeFlAbLt1w070oiJFDjR3B5nbyYvaxrHRZU7yxr-i3dpDRzLadHPi_nuklX6muaIf21wtT9eOMUFsCFg-XqPnzMdaMbTYFs1BsNRLaHiRyg9V6G70/s1600/CSMA-CD.gif">
            <a:extLst>
              <a:ext uri="{FF2B5EF4-FFF2-40B4-BE49-F238E27FC236}">
                <a16:creationId xmlns:a16="http://schemas.microsoft.com/office/drawing/2014/main" id="{577D2D5C-1DBF-5FF8-BADF-32C71A712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325" y="1381792"/>
            <a:ext cx="5978105" cy="423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8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0481-6AE8-2A76-287D-02502F02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C220-B0CA-3DBF-1E4E-CCE4CCF3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>
                <a:latin typeface="+mn-lt"/>
              </a:rPr>
              <a:t>CSMA (acesso múltiplo com detecção de portadora)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DA0B3C3D-E480-BFC0-F000-22A65265A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32DE5122-1009-27AF-AAF0-7E52D2770DC3}"/>
              </a:ext>
            </a:extLst>
          </p:cNvPr>
          <p:cNvSpPr txBox="1">
            <a:spLocks noChangeArrowheads="1"/>
          </p:cNvSpPr>
          <p:nvPr/>
        </p:nvSpPr>
        <p:spPr>
          <a:xfrm>
            <a:off x="805709" y="1720060"/>
            <a:ext cx="4983116" cy="4372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>
                <a:solidFill>
                  <a:srgbClr val="C00000"/>
                </a:solidFill>
              </a:rPr>
              <a:t>CSMA/CD:</a:t>
            </a:r>
            <a:r>
              <a:rPr lang="pt">
                <a:solidFill>
                  <a:srgbClr val="C00000"/>
                </a:solidFill>
              </a:rPr>
              <a:t> </a:t>
            </a:r>
            <a:r>
              <a:rPr lang="pt" sz="3200"/>
              <a:t>CSMA com </a:t>
            </a:r>
            <a:r>
              <a:rPr lang="pt" sz="3200" i="1">
                <a:solidFill>
                  <a:srgbClr val="0000A8"/>
                </a:solidFill>
              </a:rPr>
              <a:t>detecção de colisão</a:t>
            </a:r>
            <a:endParaRPr lang="en-US" i="1">
              <a:solidFill>
                <a:srgbClr val="0000A8"/>
              </a:solidFill>
            </a:endParaRPr>
          </a:p>
          <a:p>
            <a:pPr lvl="1">
              <a:defRPr/>
            </a:pPr>
            <a:r>
              <a:rPr lang="pt" sz="2800"/>
              <a:t>colisões detectadas  em curto espaço de tempo</a:t>
            </a:r>
          </a:p>
          <a:p>
            <a:pPr lvl="1">
              <a:defRPr/>
            </a:pPr>
            <a:r>
              <a:rPr lang="pt" sz="2800"/>
              <a:t>Transmissões colidindo são abortadas, reduzindo o desperdício de canal</a:t>
            </a:r>
          </a:p>
          <a:p>
            <a:pPr lvl="1">
              <a:defRPr/>
            </a:pPr>
            <a:r>
              <a:rPr lang="pt" sz="2800"/>
              <a:t>Detecção de colisão fácil em canais com fio, difícil em canais sem fio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/>
              <a:t>Analogia Humana: O Conversador Educado 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m 3" descr="https://blogger.googleusercontent.com/img/b/R29vZ2xl/AVvXsEgO_hGePW7dTjyzNjs8GsO61cJWT6EeFlAbLt1w070oiJFDjR3B5nbyYvaxrHRZU7yxr-i3dpDRzLadHPi_nuklX6muaIf21wtT9eOMUFsCFg-XqPnzMdaMbTYFs1BsNRLaHiRyg9V6G70/s1600/CSMA-CD.gif">
            <a:extLst>
              <a:ext uri="{FF2B5EF4-FFF2-40B4-BE49-F238E27FC236}">
                <a16:creationId xmlns:a16="http://schemas.microsoft.com/office/drawing/2014/main" id="{9C86EE30-32F9-60CA-EC33-4EFBC7FA7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325" y="1381792"/>
            <a:ext cx="5978105" cy="423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8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CSMA: colisões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8A3876E-869D-8249-AD44-8C126ECC71E2}"/>
              </a:ext>
            </a:extLst>
          </p:cNvPr>
          <p:cNvSpPr txBox="1">
            <a:spLocks noChangeArrowheads="1"/>
          </p:cNvSpPr>
          <p:nvPr/>
        </p:nvSpPr>
        <p:spPr>
          <a:xfrm>
            <a:off x="944217" y="1520687"/>
            <a:ext cx="5536096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/>
              <a:t>As colisões  ainda </a:t>
            </a:r>
            <a:r>
              <a:rPr lang="pt" i="1"/>
              <a:t>podem</a:t>
            </a:r>
            <a:r>
              <a:rPr lang="pt"/>
              <a:t> ocorrer com a detecção da portadora: </a:t>
            </a:r>
            <a:endParaRPr lang="pt-BR"/>
          </a:p>
          <a:p>
            <a:pPr lvl="1">
              <a:defRPr/>
            </a:pPr>
            <a:r>
              <a:rPr lang="pt"/>
              <a:t>O atraso de propagação significa que dois nós podem não ouvir a transmissão recém-iniciada um do outro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0000A8"/>
                </a:solidFill>
              </a:rPr>
              <a:t>colisão: </a:t>
            </a:r>
            <a:r>
              <a:rPr lang="pt"/>
              <a:t>todo o tempo de transmissão de pacotes desperdiçado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Distância e atraso de propagação desempenham papel na determinação da probabilidade de colisão</a:t>
            </a:r>
          </a:p>
          <a:p>
            <a:pPr lvl="1">
              <a:defRPr/>
            </a:pPr>
            <a:endParaRPr lang="en-US" sz="2000">
              <a:latin typeface="Gill Sans MT" charset="0"/>
            </a:endParaRPr>
          </a:p>
        </p:txBody>
      </p:sp>
      <p:pic>
        <p:nvPicPr>
          <p:cNvPr id="34" name="Picture 3" descr="5">
            <a:extLst>
              <a:ext uri="{FF2B5EF4-FFF2-40B4-BE49-F238E27FC236}">
                <a16:creationId xmlns:a16="http://schemas.microsoft.com/office/drawing/2014/main" id="{0D5CA368-0551-4340-986D-4B213A2C7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70" y="1216371"/>
            <a:ext cx="4287837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6">
            <a:extLst>
              <a:ext uri="{FF2B5EF4-FFF2-40B4-BE49-F238E27FC236}">
                <a16:creationId xmlns:a16="http://schemas.microsoft.com/office/drawing/2014/main" id="{D39D6C6A-5A1A-CF45-9875-738474A4E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82" y="778221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>
                <a:solidFill>
                  <a:srgbClr val="000000"/>
                </a:solidFill>
                <a:latin typeface="Arial" charset="0"/>
                <a:ea typeface="ＭＳ Ｐゴシック" charset="0"/>
              </a:rPr>
              <a:t>Layout espacial dos nós </a:t>
            </a:r>
            <a:endParaRPr lang="en-US" sz="20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" name="Rectangle 87">
            <a:extLst>
              <a:ext uri="{FF2B5EF4-FFF2-40B4-BE49-F238E27FC236}">
                <a16:creationId xmlns:a16="http://schemas.microsoft.com/office/drawing/2014/main" id="{76BB7ED7-48BD-4147-9085-F9EF8829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745" y="2446683"/>
            <a:ext cx="373697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7" name="Rectangle 88">
            <a:extLst>
              <a:ext uri="{FF2B5EF4-FFF2-40B4-BE49-F238E27FC236}">
                <a16:creationId xmlns:a16="http://schemas.microsoft.com/office/drawing/2014/main" id="{71973DC3-114C-5B40-B7FA-C9A27EDCC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82" y="2703858"/>
            <a:ext cx="3725863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8" name="Rectangle 90">
            <a:extLst>
              <a:ext uri="{FF2B5EF4-FFF2-40B4-BE49-F238E27FC236}">
                <a16:creationId xmlns:a16="http://schemas.microsoft.com/office/drawing/2014/main" id="{E334A8C5-6B7D-0A4C-B55D-CAB16DF70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82" y="2956271"/>
            <a:ext cx="3763963" cy="16240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" name="Rectangle 91">
            <a:extLst>
              <a:ext uri="{FF2B5EF4-FFF2-40B4-BE49-F238E27FC236}">
                <a16:creationId xmlns:a16="http://schemas.microsoft.com/office/drawing/2014/main" id="{F9970BA6-5D73-A749-8704-5220C05F9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95" y="4564408"/>
            <a:ext cx="3789362" cy="1635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0" name="Rectangle 92">
            <a:extLst>
              <a:ext uri="{FF2B5EF4-FFF2-40B4-BE49-F238E27FC236}">
                <a16:creationId xmlns:a16="http://schemas.microsoft.com/office/drawing/2014/main" id="{AE948D01-7FF0-DD4D-BFDD-F95AAF850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245" y="1148108"/>
            <a:ext cx="4040187" cy="130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1" name="Group 98">
            <a:extLst>
              <a:ext uri="{FF2B5EF4-FFF2-40B4-BE49-F238E27FC236}">
                <a16:creationId xmlns:a16="http://schemas.microsoft.com/office/drawing/2014/main" id="{50E4F1B9-D30D-3140-B7D9-712C28143A01}"/>
              </a:ext>
            </a:extLst>
          </p:cNvPr>
          <p:cNvGrpSpPr>
            <a:grpSpLocks/>
          </p:cNvGrpSpPr>
          <p:nvPr/>
        </p:nvGrpSpPr>
        <p:grpSpPr bwMode="auto">
          <a:xfrm>
            <a:off x="7426395" y="1146521"/>
            <a:ext cx="3513137" cy="628650"/>
            <a:chOff x="3117" y="180"/>
            <a:chExt cx="2213" cy="396"/>
          </a:xfrm>
        </p:grpSpPr>
        <p:grpSp>
          <p:nvGrpSpPr>
            <p:cNvPr id="42" name="Group 67">
              <a:extLst>
                <a:ext uri="{FF2B5EF4-FFF2-40B4-BE49-F238E27FC236}">
                  <a16:creationId xmlns:a16="http://schemas.microsoft.com/office/drawing/2014/main" id="{FC7CB790-4B06-2D46-93B8-665CC2659A8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57" name="Picture 68" descr="desktop_computer_stylized_medium">
                <a:extLst>
                  <a:ext uri="{FF2B5EF4-FFF2-40B4-BE49-F238E27FC236}">
                    <a16:creationId xmlns:a16="http://schemas.microsoft.com/office/drawing/2014/main" id="{DEB17F91-EA76-7442-B298-023829D2D0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Freeform 69">
                <a:extLst>
                  <a:ext uri="{FF2B5EF4-FFF2-40B4-BE49-F238E27FC236}">
                    <a16:creationId xmlns:a16="http://schemas.microsoft.com/office/drawing/2014/main" id="{98BBD2D9-9D1B-B24A-8D63-4BC7E496B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3" name="Group 70">
              <a:extLst>
                <a:ext uri="{FF2B5EF4-FFF2-40B4-BE49-F238E27FC236}">
                  <a16:creationId xmlns:a16="http://schemas.microsoft.com/office/drawing/2014/main" id="{4C7FFD54-FB17-394B-8449-7FAA8DE07F8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55" name="Picture 71" descr="desktop_computer_stylized_medium">
                <a:extLst>
                  <a:ext uri="{FF2B5EF4-FFF2-40B4-BE49-F238E27FC236}">
                    <a16:creationId xmlns:a16="http://schemas.microsoft.com/office/drawing/2014/main" id="{826D8206-EAB9-3D48-92AA-BD8B212018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Freeform 72">
                <a:extLst>
                  <a:ext uri="{FF2B5EF4-FFF2-40B4-BE49-F238E27FC236}">
                    <a16:creationId xmlns:a16="http://schemas.microsoft.com/office/drawing/2014/main" id="{C1C969E0-E2F3-9141-8D5D-FEBB45AFC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4" name="Group 73">
              <a:extLst>
                <a:ext uri="{FF2B5EF4-FFF2-40B4-BE49-F238E27FC236}">
                  <a16:creationId xmlns:a16="http://schemas.microsoft.com/office/drawing/2014/main" id="{8A97574D-2558-174E-B305-AA08A3C7A8A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53" name="Picture 74" descr="desktop_computer_stylized_medium">
                <a:extLst>
                  <a:ext uri="{FF2B5EF4-FFF2-40B4-BE49-F238E27FC236}">
                    <a16:creationId xmlns:a16="http://schemas.microsoft.com/office/drawing/2014/main" id="{DA115C27-F619-9546-937E-6CD1A2141B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" name="Freeform 75">
                <a:extLst>
                  <a:ext uri="{FF2B5EF4-FFF2-40B4-BE49-F238E27FC236}">
                    <a16:creationId xmlns:a16="http://schemas.microsoft.com/office/drawing/2014/main" id="{CD685018-7CA3-3B4C-A452-B8E042BBA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" name="Group 76">
              <a:extLst>
                <a:ext uri="{FF2B5EF4-FFF2-40B4-BE49-F238E27FC236}">
                  <a16:creationId xmlns:a16="http://schemas.microsoft.com/office/drawing/2014/main" id="{DBDBB8DE-6AD3-EE44-9B46-0D5E8F80359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51" name="Picture 77" descr="desktop_computer_stylized_medium">
                <a:extLst>
                  <a:ext uri="{FF2B5EF4-FFF2-40B4-BE49-F238E27FC236}">
                    <a16:creationId xmlns:a16="http://schemas.microsoft.com/office/drawing/2014/main" id="{6A7B0553-F377-FD44-A88B-D2727D21D2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Freeform 78">
                <a:extLst>
                  <a:ext uri="{FF2B5EF4-FFF2-40B4-BE49-F238E27FC236}">
                    <a16:creationId xmlns:a16="http://schemas.microsoft.com/office/drawing/2014/main" id="{B7B2B53F-C3B8-444B-93F9-72043CF61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6" name="Line 93">
              <a:extLst>
                <a:ext uri="{FF2B5EF4-FFF2-40B4-BE49-F238E27FC236}">
                  <a16:creationId xmlns:a16="http://schemas.microsoft.com/office/drawing/2014/main" id="{17BC36CE-61EB-3544-881D-44148445D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4">
              <a:extLst>
                <a:ext uri="{FF2B5EF4-FFF2-40B4-BE49-F238E27FC236}">
                  <a16:creationId xmlns:a16="http://schemas.microsoft.com/office/drawing/2014/main" id="{496041E2-CD00-714C-8109-E48EBB9E8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95">
              <a:extLst>
                <a:ext uri="{FF2B5EF4-FFF2-40B4-BE49-F238E27FC236}">
                  <a16:creationId xmlns:a16="http://schemas.microsoft.com/office/drawing/2014/main" id="{B1602836-94A7-1344-AD99-4F6543EE5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Line 96">
              <a:extLst>
                <a:ext uri="{FF2B5EF4-FFF2-40B4-BE49-F238E27FC236}">
                  <a16:creationId xmlns:a16="http://schemas.microsoft.com/office/drawing/2014/main" id="{AE901CCC-1861-184E-962B-60CDFAA34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" name="Line 97">
              <a:extLst>
                <a:ext uri="{FF2B5EF4-FFF2-40B4-BE49-F238E27FC236}">
                  <a16:creationId xmlns:a16="http://schemas.microsoft.com/office/drawing/2014/main" id="{3DD53366-738C-944E-B540-F34E1C857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767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CSMA/CD: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8A3876E-869D-8249-AD44-8C126ECC71E2}"/>
              </a:ext>
            </a:extLst>
          </p:cNvPr>
          <p:cNvSpPr txBox="1">
            <a:spLocks noChangeArrowheads="1"/>
          </p:cNvSpPr>
          <p:nvPr/>
        </p:nvSpPr>
        <p:spPr>
          <a:xfrm>
            <a:off x="944217" y="1520687"/>
            <a:ext cx="5536096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/>
              <a:t>CSMA/CD reduz o tempo desperdiçado em colisões</a:t>
            </a:r>
            <a:endParaRPr lang="pt-BR"/>
          </a:p>
          <a:p>
            <a:pPr lvl="1">
              <a:defRPr/>
            </a:pPr>
            <a:r>
              <a:rPr lang="pt"/>
              <a:t>transmissão abortada na detecção de colisão</a:t>
            </a:r>
          </a:p>
          <a:p>
            <a:pPr lvl="1">
              <a:defRPr/>
            </a:pPr>
            <a:endParaRPr lang="en-US" sz="2000">
              <a:latin typeface="Gill Sans MT" charset="0"/>
            </a:endParaRPr>
          </a:p>
        </p:txBody>
      </p:sp>
      <p:pic>
        <p:nvPicPr>
          <p:cNvPr id="78" name="Picture 3" descr="5">
            <a:extLst>
              <a:ext uri="{FF2B5EF4-FFF2-40B4-BE49-F238E27FC236}">
                <a16:creationId xmlns:a16="http://schemas.microsoft.com/office/drawing/2014/main" id="{D06E5E41-130E-BB43-89F8-A1F35982D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882" y="750060"/>
            <a:ext cx="44338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Rectangle 29">
            <a:extLst>
              <a:ext uri="{FF2B5EF4-FFF2-40B4-BE49-F238E27FC236}">
                <a16:creationId xmlns:a16="http://schemas.microsoft.com/office/drawing/2014/main" id="{1DC42722-FCDE-C744-B3AD-4FFF0DDCB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619" y="664335"/>
            <a:ext cx="4135438" cy="12112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0" name="Rectangle 9">
            <a:extLst>
              <a:ext uri="{FF2B5EF4-FFF2-40B4-BE49-F238E27FC236}">
                <a16:creationId xmlns:a16="http://schemas.microsoft.com/office/drawing/2014/main" id="{76701BCC-FF60-A34C-9FFB-B99203FB6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219" y="813560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600">
                <a:solidFill>
                  <a:srgbClr val="000000"/>
                </a:solidFill>
                <a:latin typeface="Arial" charset="0"/>
                <a:ea typeface="ＭＳ Ｐゴシック" charset="0"/>
              </a:rPr>
              <a:t>Layout espacial dos nós </a:t>
            </a:r>
            <a:endParaRPr lang="en-US" sz="20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81" name="Group 30">
            <a:extLst>
              <a:ext uri="{FF2B5EF4-FFF2-40B4-BE49-F238E27FC236}">
                <a16:creationId xmlns:a16="http://schemas.microsoft.com/office/drawing/2014/main" id="{24935420-9F5A-6646-BC35-FE5744F261B4}"/>
              </a:ext>
            </a:extLst>
          </p:cNvPr>
          <p:cNvGrpSpPr>
            <a:grpSpLocks/>
          </p:cNvGrpSpPr>
          <p:nvPr/>
        </p:nvGrpSpPr>
        <p:grpSpPr bwMode="auto">
          <a:xfrm>
            <a:off x="7696682" y="1204085"/>
            <a:ext cx="3263900" cy="195262"/>
            <a:chOff x="4220" y="1231"/>
            <a:chExt cx="1989" cy="90"/>
          </a:xfrm>
        </p:grpSpPr>
        <p:sp>
          <p:nvSpPr>
            <p:cNvPr id="82" name="Line 23">
              <a:extLst>
                <a:ext uri="{FF2B5EF4-FFF2-40B4-BE49-F238E27FC236}">
                  <a16:creationId xmlns:a16="http://schemas.microsoft.com/office/drawing/2014/main" id="{548DB465-82DF-0440-A432-2DF2634BE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" name="Line 24">
              <a:extLst>
                <a:ext uri="{FF2B5EF4-FFF2-40B4-BE49-F238E27FC236}">
                  <a16:creationId xmlns:a16="http://schemas.microsoft.com/office/drawing/2014/main" id="{5EF8B124-5E56-EB4D-8C08-46C67AE70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4" name="Line 25">
              <a:extLst>
                <a:ext uri="{FF2B5EF4-FFF2-40B4-BE49-F238E27FC236}">
                  <a16:creationId xmlns:a16="http://schemas.microsoft.com/office/drawing/2014/main" id="{9D8D4137-33A6-FD4B-BE8A-F6C583863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5" name="Line 26">
              <a:extLst>
                <a:ext uri="{FF2B5EF4-FFF2-40B4-BE49-F238E27FC236}">
                  <a16:creationId xmlns:a16="http://schemas.microsoft.com/office/drawing/2014/main" id="{BC114EE6-828B-264D-9807-6A556FCE5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615EC4B7-B973-6E41-8EB5-75BB758DB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87" name="Group 11">
            <a:extLst>
              <a:ext uri="{FF2B5EF4-FFF2-40B4-BE49-F238E27FC236}">
                <a16:creationId xmlns:a16="http://schemas.microsoft.com/office/drawing/2014/main" id="{6B3E042D-00E8-0D43-B62C-BC257C0BE33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42669" y="1337435"/>
            <a:ext cx="501650" cy="512762"/>
            <a:chOff x="2839" y="3501"/>
            <a:chExt cx="755" cy="803"/>
          </a:xfrm>
        </p:grpSpPr>
        <p:pic>
          <p:nvPicPr>
            <p:cNvPr id="88" name="Picture 12" descr="desktop_computer_stylized_medium">
              <a:extLst>
                <a:ext uri="{FF2B5EF4-FFF2-40B4-BE49-F238E27FC236}">
                  <a16:creationId xmlns:a16="http://schemas.microsoft.com/office/drawing/2014/main" id="{4C9AC728-261B-FE45-9FEE-3F36E7FE65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2012AC6C-1E80-9C43-A74F-B25426F10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0" name="Group 14">
            <a:extLst>
              <a:ext uri="{FF2B5EF4-FFF2-40B4-BE49-F238E27FC236}">
                <a16:creationId xmlns:a16="http://schemas.microsoft.com/office/drawing/2014/main" id="{A4B289BD-7DCF-6045-ACB6-F2429F1C7C2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434869" y="1319972"/>
            <a:ext cx="501650" cy="512763"/>
            <a:chOff x="2839" y="3501"/>
            <a:chExt cx="755" cy="803"/>
          </a:xfrm>
        </p:grpSpPr>
        <p:pic>
          <p:nvPicPr>
            <p:cNvPr id="91" name="Picture 15" descr="desktop_computer_stylized_medium">
              <a:extLst>
                <a:ext uri="{FF2B5EF4-FFF2-40B4-BE49-F238E27FC236}">
                  <a16:creationId xmlns:a16="http://schemas.microsoft.com/office/drawing/2014/main" id="{FBAD689B-8E45-1845-A238-667A4218FF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DE135AD2-2096-2A42-B530-B6E6036AB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3" name="Group 17">
            <a:extLst>
              <a:ext uri="{FF2B5EF4-FFF2-40B4-BE49-F238E27FC236}">
                <a16:creationId xmlns:a16="http://schemas.microsoft.com/office/drawing/2014/main" id="{A5CD4FED-7480-B747-A3DA-8F9FE8F0E1B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33407" y="1310447"/>
            <a:ext cx="501650" cy="512763"/>
            <a:chOff x="2839" y="3501"/>
            <a:chExt cx="755" cy="803"/>
          </a:xfrm>
        </p:grpSpPr>
        <p:pic>
          <p:nvPicPr>
            <p:cNvPr id="94" name="Picture 18" descr="desktop_computer_stylized_medium">
              <a:extLst>
                <a:ext uri="{FF2B5EF4-FFF2-40B4-BE49-F238E27FC236}">
                  <a16:creationId xmlns:a16="http://schemas.microsoft.com/office/drawing/2014/main" id="{81E67EE6-C5AF-C14F-B5DF-53480B2077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D1CE32B-7F6C-AF41-929E-EB5E9CAA8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" name="Group 20">
            <a:extLst>
              <a:ext uri="{FF2B5EF4-FFF2-40B4-BE49-F238E27FC236}">
                <a16:creationId xmlns:a16="http://schemas.microsoft.com/office/drawing/2014/main" id="{9178B92E-2122-5945-A67E-297BB2AC570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52594" y="1324735"/>
            <a:ext cx="501650" cy="512762"/>
            <a:chOff x="2839" y="3501"/>
            <a:chExt cx="755" cy="803"/>
          </a:xfrm>
        </p:grpSpPr>
        <p:pic>
          <p:nvPicPr>
            <p:cNvPr id="97" name="Picture 21" descr="desktop_computer_stylized_medium">
              <a:extLst>
                <a:ext uri="{FF2B5EF4-FFF2-40B4-BE49-F238E27FC236}">
                  <a16:creationId xmlns:a16="http://schemas.microsoft.com/office/drawing/2014/main" id="{3AE91596-19C4-414E-B810-903273BB3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915D17CB-26CA-AD4F-B23A-0E57A00BB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33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Algoritmo Ethernet CSMA/CD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4A2C08B-2DCB-6B41-B08C-D11F19EEFDB4}"/>
              </a:ext>
            </a:extLst>
          </p:cNvPr>
          <p:cNvSpPr txBox="1">
            <a:spLocks noChangeArrowheads="1"/>
          </p:cNvSpPr>
          <p:nvPr/>
        </p:nvSpPr>
        <p:spPr>
          <a:xfrm>
            <a:off x="804379" y="1513440"/>
            <a:ext cx="10181673" cy="24224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27025">
              <a:buFont typeface="+mj-lt"/>
              <a:buAutoNum type="arabicPeriod"/>
              <a:defRPr/>
            </a:pPr>
            <a:r>
              <a:rPr lang="pt"/>
              <a:t>A NIC recebe pacote da camada de rede, cria um quadro</a:t>
            </a:r>
          </a:p>
          <a:p>
            <a:pPr marL="457200" indent="-327025">
              <a:buFont typeface="+mj-lt"/>
              <a:buAutoNum type="arabicPeriod"/>
              <a:defRPr/>
            </a:pPr>
            <a:r>
              <a:rPr lang="pt"/>
              <a:t>Se a NIC detectar o canal:</a:t>
            </a:r>
          </a:p>
          <a:p>
            <a:pPr lvl="1" indent="50800">
              <a:buNone/>
              <a:defRPr/>
            </a:pPr>
            <a:r>
              <a:rPr lang="pt" sz="2600"/>
              <a:t>se </a:t>
            </a:r>
            <a:r>
              <a:rPr lang="pt" sz="2600">
                <a:solidFill>
                  <a:srgbClr val="0000A8"/>
                </a:solidFill>
              </a:rPr>
              <a:t>ocioso: </a:t>
            </a:r>
            <a:r>
              <a:rPr lang="pt" sz="2600"/>
              <a:t>inicie a transmissão de quadros. </a:t>
            </a:r>
          </a:p>
          <a:p>
            <a:pPr lvl="1" indent="50800">
              <a:buNone/>
              <a:defRPr/>
            </a:pPr>
            <a:r>
              <a:rPr lang="pt" sz="2600"/>
              <a:t>se </a:t>
            </a:r>
            <a:r>
              <a:rPr lang="pt" sz="2600">
                <a:solidFill>
                  <a:srgbClr val="0000A8"/>
                </a:solidFill>
              </a:rPr>
              <a:t>ocupado: </a:t>
            </a:r>
            <a:r>
              <a:rPr lang="pt" sz="2600"/>
              <a:t>aguarde até que o canal fique ocioso e, em seguida, transmite</a:t>
            </a:r>
          </a:p>
          <a:p>
            <a:pPr marL="457200" indent="-339725">
              <a:buFont typeface="+mj-lt"/>
              <a:buAutoNum type="arabicPeriod"/>
              <a:defRPr/>
            </a:pPr>
            <a:r>
              <a:rPr lang="pt"/>
              <a:t>Se a NIC transmitir o quadro inteiro sem colisão, a NIC terá enviado todo o quadro!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CCFD716-78C6-2B48-AE7B-69BF9D9E7C61}"/>
              </a:ext>
            </a:extLst>
          </p:cNvPr>
          <p:cNvSpPr txBox="1">
            <a:spLocks noChangeArrowheads="1"/>
          </p:cNvSpPr>
          <p:nvPr/>
        </p:nvSpPr>
        <p:spPr>
          <a:xfrm>
            <a:off x="781879" y="3856384"/>
            <a:ext cx="11211339" cy="2493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27025">
              <a:buFont typeface="+mj-lt"/>
              <a:buAutoNum type="arabicPeriod" startAt="4"/>
              <a:defRPr/>
            </a:pPr>
            <a:r>
              <a:rPr lang="pt" sz="2600"/>
              <a:t>Se a placa de rede detectar outra transmissão durante o envio: aborta e envia sinal de congestionamento</a:t>
            </a:r>
          </a:p>
          <a:p>
            <a:pPr marL="457200" indent="-327025">
              <a:buFont typeface="+mj-lt"/>
              <a:buAutoNum type="arabicPeriod" startAt="4"/>
              <a:defRPr/>
            </a:pPr>
            <a:r>
              <a:rPr lang="pt" sz="2600"/>
              <a:t>Após a anulação, a NIC entra na </a:t>
            </a:r>
            <a:r>
              <a:rPr lang="pt" sz="2600" i="1">
                <a:solidFill>
                  <a:srgbClr val="C00000"/>
                </a:solidFill>
              </a:rPr>
              <a:t>retirada binária (exponencial): </a:t>
            </a:r>
          </a:p>
          <a:p>
            <a:pPr marL="1085850" lvl="1" indent="-274320">
              <a:defRPr/>
            </a:pPr>
            <a:r>
              <a:rPr lang="pt"/>
              <a:t>após </a:t>
            </a:r>
            <a:r>
              <a:rPr lang="pt" i="1"/>
              <a:t> n</a:t>
            </a:r>
            <a:r>
              <a:rPr lang="pt"/>
              <a:t>ésima colisão, NIC escolhe </a:t>
            </a:r>
            <a:r>
              <a:rPr lang="pt" i="1"/>
              <a:t>K </a:t>
            </a:r>
            <a:r>
              <a:rPr lang="pt"/>
              <a:t>aleatoriamente de </a:t>
            </a:r>
            <a:r>
              <a:rPr lang="pt" i="1"/>
              <a:t>{0,1,2, ..., 2</a:t>
            </a:r>
            <a:r>
              <a:rPr lang="pt" b="1" i="1" baseline="30000"/>
              <a:t> </a:t>
            </a:r>
            <a:r>
              <a:rPr lang="pt" i="1"/>
              <a:t>n-1}</a:t>
            </a:r>
            <a:r>
              <a:rPr lang="pt"/>
              <a:t>. A NIC aguarda </a:t>
            </a:r>
            <a:r>
              <a:rPr lang="pt" i="1"/>
              <a:t>K * </a:t>
            </a:r>
            <a:r>
              <a:rPr lang="pt"/>
              <a:t>512 bits vezes, retorna à Etapa 2</a:t>
            </a:r>
            <a:endParaRPr lang="pt">
              <a:ea typeface="Calibri"/>
              <a:cs typeface="Calibri"/>
            </a:endParaRPr>
          </a:p>
          <a:p>
            <a:pPr marL="1085850" lvl="1" indent="-274320">
              <a:defRPr/>
            </a:pPr>
            <a:r>
              <a:rPr lang="pt"/>
              <a:t>Mais colisões: intervalo de recuo mais longo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>
              <a:buFont typeface="Wingdings" charset="0"/>
              <a:buNone/>
              <a:defRPr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06023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Eficiência CSMA/CD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1B8942E-BB9F-9F46-9201-9FDDC2019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586948"/>
            <a:ext cx="10972800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v="urn:schemas-microsoft-com:vml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v="urn:schemas-microsoft-com:vml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v="urn:schemas-microsoft-com:vml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Arial" charset="2"/>
              <a:buChar char="•"/>
              <a:defRPr/>
            </a:pPr>
            <a:r>
              <a:rPr lang="pt" kern="0" err="1">
                <a:ea typeface="ＭＳ Ｐゴシック"/>
                <a:cs typeface="+mn-cs"/>
              </a:rPr>
              <a:t>T</a:t>
            </a:r>
            <a:r>
              <a:rPr lang="pt" kern="0" baseline="-25000" err="1">
                <a:ea typeface="ＭＳ Ｐゴシック"/>
                <a:cs typeface="+mn-cs"/>
              </a:rPr>
              <a:t>prop</a:t>
            </a:r>
            <a:r>
              <a:rPr lang="pt" kern="0">
                <a:ea typeface="ＭＳ Ｐゴシック"/>
                <a:cs typeface="+mn-cs"/>
              </a:rPr>
              <a:t> = atraso máximo da prop entre 2 nós na LAN</a:t>
            </a:r>
            <a:endParaRPr lang="pt-BR">
              <a:ea typeface="ＭＳ Ｐゴシック"/>
              <a:cs typeface="+mn-cs"/>
            </a:endParaRPr>
          </a:p>
          <a:p>
            <a:pPr marL="238125" indent="-238125">
              <a:buFont typeface="Arial" charset="2"/>
              <a:buChar char="•"/>
              <a:defRPr/>
            </a:pPr>
            <a:r>
              <a:rPr lang="pt" kern="0" err="1">
                <a:ea typeface="ＭＳ Ｐゴシック"/>
                <a:cs typeface="+mn-cs"/>
              </a:rPr>
              <a:t>t</a:t>
            </a:r>
            <a:r>
              <a:rPr lang="pt" kern="0" baseline="-25000" err="1">
                <a:ea typeface="ＭＳ Ｐゴシック"/>
                <a:cs typeface="+mn-cs"/>
              </a:rPr>
              <a:t>trans</a:t>
            </a:r>
            <a:r>
              <a:rPr lang="pt" kern="0">
                <a:ea typeface="ＭＳ Ｐゴシック"/>
                <a:cs typeface="+mn-cs"/>
              </a:rPr>
              <a:t> = tempo para transmitir o quadro de tamanho máximo</a:t>
            </a:r>
            <a:endParaRPr lang="en-US" sz="3200" kern="0">
              <a:ea typeface="ＭＳ Ｐゴシック"/>
              <a:cs typeface="Calibri" panose="020F0502020204030204"/>
            </a:endParaRPr>
          </a:p>
          <a:p>
            <a:pPr>
              <a:buFont typeface="Arial" charset="2"/>
              <a:buChar char="•"/>
              <a:defRPr/>
            </a:pPr>
            <a:endParaRPr lang="en-US" sz="3200" kern="0">
              <a:cs typeface="Calibri" panose="020F0502020204030204"/>
            </a:endParaRPr>
          </a:p>
          <a:p>
            <a:pPr>
              <a:buFont typeface="Arial" charset="2"/>
              <a:buChar char="•"/>
              <a:defRPr/>
            </a:pPr>
            <a:endParaRPr lang="en-US" sz="3200" kern="0">
              <a:cs typeface="Calibri" panose="020F0502020204030204"/>
            </a:endParaRPr>
          </a:p>
          <a:p>
            <a:pPr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eficiência vai para 1 </a:t>
            </a:r>
            <a:endParaRPr lang="pt" kern="0">
              <a:cs typeface="Calibri" panose="020F0502020204030204"/>
            </a:endParaRPr>
          </a:p>
          <a:p>
            <a:pPr marL="695325" lvl="1" indent="-238125">
              <a:defRPr/>
            </a:pPr>
            <a:r>
              <a:rPr lang="pt" sz="2800" kern="0">
                <a:ea typeface="ＭＳ Ｐゴシック"/>
              </a:rPr>
              <a:t>como </a:t>
            </a:r>
            <a:r>
              <a:rPr lang="pt" sz="2800" i="1" kern="0">
                <a:ea typeface="ＭＳ Ｐゴシック"/>
              </a:rPr>
              <a:t>t</a:t>
            </a:r>
            <a:r>
              <a:rPr lang="pt" sz="2800" i="1" kern="0" baseline="-25000">
                <a:ea typeface="ＭＳ Ｐゴシック"/>
              </a:rPr>
              <a:t>prop</a:t>
            </a:r>
            <a:r>
              <a:rPr lang="pt" sz="2800" kern="0">
                <a:ea typeface="ＭＳ Ｐゴシック"/>
              </a:rPr>
              <a:t>  vai para 0</a:t>
            </a:r>
            <a:endParaRPr lang="pt" sz="2800" kern="0">
              <a:ea typeface="ＭＳ Ｐゴシック"/>
              <a:cs typeface="Calibri"/>
            </a:endParaRPr>
          </a:p>
          <a:p>
            <a:pPr marL="695325" lvl="1" indent="-238125">
              <a:defRPr/>
            </a:pPr>
            <a:r>
              <a:rPr lang="pt" sz="2800" kern="0">
                <a:ea typeface="ＭＳ Ｐゴシック"/>
              </a:rPr>
              <a:t>como </a:t>
            </a:r>
            <a:r>
              <a:rPr lang="pt" sz="2800" i="1" kern="0">
                <a:ea typeface="ＭＳ Ｐゴシック"/>
              </a:rPr>
              <a:t>t</a:t>
            </a:r>
            <a:r>
              <a:rPr lang="pt" sz="2800" i="1" kern="0" baseline="-25000">
                <a:ea typeface="ＭＳ Ｐゴシック"/>
              </a:rPr>
              <a:t>trans</a:t>
            </a:r>
            <a:r>
              <a:rPr lang="pt" sz="2800" kern="0">
                <a:ea typeface="ＭＳ Ｐゴシック"/>
              </a:rPr>
              <a:t>  vai para o infinito</a:t>
            </a:r>
            <a:endParaRPr lang="pt" sz="2800" kern="0">
              <a:ea typeface="ＭＳ Ｐゴシック"/>
              <a:cs typeface="Calibri"/>
            </a:endParaRPr>
          </a:p>
          <a:p>
            <a:pPr marL="277495" indent="-277495"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melhor desempenho do que o ALOHA: e simples, barato, descentralizado</a:t>
            </a:r>
            <a:r>
              <a:rPr lang="pt" sz="3200" kern="0">
                <a:cs typeface="+mn-cs"/>
              </a:rPr>
              <a:t>!</a:t>
            </a:r>
            <a:endParaRPr lang="en-US" kern="0">
              <a:cs typeface="Calibri" panose="020F0502020204030204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D18DDED1-1FBF-6E4E-BD7D-37437660C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434639"/>
              </p:ext>
            </p:extLst>
          </p:nvPr>
        </p:nvGraphicFramePr>
        <p:xfrm>
          <a:off x="4037979" y="2514531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393700" progId="Equation.3">
                  <p:embed/>
                </p:oleObj>
              </mc:Choice>
              <mc:Fallback>
                <p:oleObj name="Equation" r:id="rId3" imgW="1422400" imgH="393700" progId="Equation.3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D18DDED1-1FBF-6E4E-BD7D-37437660C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979" y="2514531"/>
                        <a:ext cx="35702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6="http://schemas.microsoft.com/office/drawing/2014/main" xmlns:ma14="http://schemas.microsoft.com/office/mac/drawingml/2011/main" xmlns:p14="http://schemas.microsoft.com/office/powerpoint/2010/main" xmlns:v="urn:schemas-microsoft-com:vml"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6="http://schemas.microsoft.com/office/drawing/2014/main" xmlns:ma14="http://schemas.microsoft.com/office/mac/drawingml/2011/main" xmlns:p14="http://schemas.microsoft.com/office/powerpoint/2010/main" xmlns:v="urn:schemas-microsoft-com:vml"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6="http://schemas.microsoft.com/office/drawing/2014/main" xmlns:ma14="http://schemas.microsoft.com/office/mac/drawingml/2011/main" xmlns:p14="http://schemas.microsoft.com/office/powerpoint/2010/main" xmlns:v="urn:schemas-microsoft-com:vml"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737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"Revezando" protocolos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DEC012-599D-2741-982A-1E63B069D2CE}"/>
              </a:ext>
            </a:extLst>
          </p:cNvPr>
          <p:cNvSpPr txBox="1">
            <a:spLocks noChangeArrowheads="1"/>
          </p:cNvSpPr>
          <p:nvPr/>
        </p:nvSpPr>
        <p:spPr>
          <a:xfrm>
            <a:off x="997225" y="1454426"/>
            <a:ext cx="10598426" cy="48207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>
                <a:solidFill>
                  <a:srgbClr val="000099"/>
                </a:solidFill>
              </a:rPr>
              <a:t>protocolos MAC de particionamento de canal:</a:t>
            </a:r>
          </a:p>
          <a:p>
            <a:pPr lvl="1">
              <a:buFont typeface="Arial" charset="2"/>
              <a:buChar char="•"/>
              <a:defRPr/>
            </a:pPr>
            <a:r>
              <a:rPr lang="pt" sz="2800"/>
              <a:t>Compartilhe o canal </a:t>
            </a:r>
            <a:r>
              <a:rPr lang="pt" sz="2800" i="1"/>
              <a:t>de forma eficiente</a:t>
            </a:r>
            <a:r>
              <a:rPr lang="pt" sz="2800"/>
              <a:t> e </a:t>
            </a:r>
            <a:r>
              <a:rPr lang="pt" sz="2800" i="1"/>
              <a:t>justa</a:t>
            </a:r>
            <a:r>
              <a:rPr lang="pt" sz="2800"/>
              <a:t> em alta carga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lvl="1">
              <a:buFont typeface="Arial" charset="2"/>
              <a:buChar char="•"/>
              <a:defRPr/>
            </a:pPr>
            <a:r>
              <a:rPr lang="pt" sz="2800"/>
              <a:t>ineficiente em baixa carga: atraso no acesso ao canal, largura de banda 1/N alocada mesmo que apenas 1 nó ativo! 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>
              <a:buFont typeface="Wingdings" charset="0"/>
              <a:buNone/>
              <a:defRPr/>
            </a:pPr>
            <a:r>
              <a:rPr lang="pt" sz="3200">
                <a:solidFill>
                  <a:srgbClr val="000099"/>
                </a:solidFill>
              </a:rPr>
              <a:t>protocolos MAC de acesso aleatório</a:t>
            </a:r>
          </a:p>
          <a:p>
            <a:pPr lvl="1">
              <a:buFont typeface="Arial" charset="2"/>
              <a:buChar char="•"/>
              <a:defRPr/>
            </a:pPr>
            <a:r>
              <a:rPr lang="pt" sz="2800"/>
              <a:t>Eficiente em baixa carga: um único nó pode utilizar totalmente o canal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lvl="1">
              <a:buFont typeface="Arial" charset="2"/>
              <a:buChar char="•"/>
              <a:defRPr/>
            </a:pPr>
            <a:r>
              <a:rPr lang="pt" sz="2800"/>
              <a:t>Carga elevada: Sobrecarga de colisão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>
              <a:buFont typeface="Wingdings" charset="0"/>
              <a:buNone/>
              <a:defRPr/>
            </a:pPr>
            <a:r>
              <a:rPr lang="pt" altLang="ja-JP" sz="3200">
                <a:solidFill>
                  <a:srgbClr val="C00000"/>
                </a:solidFill>
              </a:rPr>
              <a:t>Protocolos de "revezamento"</a:t>
            </a:r>
          </a:p>
          <a:p>
            <a:pPr lvl="1">
              <a:buFont typeface="Arial" pitchFamily="2" charset="2"/>
              <a:buChar char="•"/>
              <a:defRPr/>
            </a:pPr>
            <a:r>
              <a:rPr lang="pt" sz="2800"/>
              <a:t>Procure o melhor dos dois mundos!</a:t>
            </a:r>
            <a:endParaRPr lang="pt" sz="2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9216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"Revezando" protocolos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40" name="Group 55">
            <a:extLst>
              <a:ext uri="{FF2B5EF4-FFF2-40B4-BE49-F238E27FC236}">
                <a16:creationId xmlns:a16="http://schemas.microsoft.com/office/drawing/2014/main" id="{3B6275CE-B441-9649-8D52-433B50F279F8}"/>
              </a:ext>
            </a:extLst>
          </p:cNvPr>
          <p:cNvGrpSpPr>
            <a:grpSpLocks/>
          </p:cNvGrpSpPr>
          <p:nvPr/>
        </p:nvGrpSpPr>
        <p:grpSpPr bwMode="auto"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id="41" name="Picture 56" descr="desktop_computer_stylized_medium">
              <a:extLst>
                <a:ext uri="{FF2B5EF4-FFF2-40B4-BE49-F238E27FC236}">
                  <a16:creationId xmlns:a16="http://schemas.microsoft.com/office/drawing/2014/main" id="{AD5B23A8-9028-7946-A69F-6108F8C1F7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7F6A05D1-B834-4E4F-A5F1-659DEF211B6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" name="Group 58">
            <a:extLst>
              <a:ext uri="{FF2B5EF4-FFF2-40B4-BE49-F238E27FC236}">
                <a16:creationId xmlns:a16="http://schemas.microsoft.com/office/drawing/2014/main" id="{188477DB-D708-704E-BA08-92555FFAD3B4}"/>
              </a:ext>
            </a:extLst>
          </p:cNvPr>
          <p:cNvGrpSpPr>
            <a:grpSpLocks/>
          </p:cNvGrpSpPr>
          <p:nvPr/>
        </p:nvGrpSpPr>
        <p:grpSpPr bwMode="auto"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id="44" name="Picture 59" descr="desktop_computer_stylized_medium">
              <a:extLst>
                <a:ext uri="{FF2B5EF4-FFF2-40B4-BE49-F238E27FC236}">
                  <a16:creationId xmlns:a16="http://schemas.microsoft.com/office/drawing/2014/main" id="{C2F8AA46-92BF-A546-B4A7-AE313733B9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60">
              <a:extLst>
                <a:ext uri="{FF2B5EF4-FFF2-40B4-BE49-F238E27FC236}">
                  <a16:creationId xmlns:a16="http://schemas.microsoft.com/office/drawing/2014/main" id="{9065835A-60BC-BD49-825D-D0AFA11391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" name="Group 61">
            <a:extLst>
              <a:ext uri="{FF2B5EF4-FFF2-40B4-BE49-F238E27FC236}">
                <a16:creationId xmlns:a16="http://schemas.microsoft.com/office/drawing/2014/main" id="{52722999-8FB6-144D-9185-CA88A310212E}"/>
              </a:ext>
            </a:extLst>
          </p:cNvPr>
          <p:cNvGrpSpPr>
            <a:grpSpLocks/>
          </p:cNvGrpSpPr>
          <p:nvPr/>
        </p:nvGrpSpPr>
        <p:grpSpPr bwMode="auto"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id="47" name="Picture 62" descr="desktop_computer_stylized_medium">
              <a:extLst>
                <a:ext uri="{FF2B5EF4-FFF2-40B4-BE49-F238E27FC236}">
                  <a16:creationId xmlns:a16="http://schemas.microsoft.com/office/drawing/2014/main" id="{9A60243E-B953-C143-941F-989137B348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3">
              <a:extLst>
                <a:ext uri="{FF2B5EF4-FFF2-40B4-BE49-F238E27FC236}">
                  <a16:creationId xmlns:a16="http://schemas.microsoft.com/office/drawing/2014/main" id="{F9F8C73E-59BC-D44F-819C-84F05543B21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" name="Group 64">
            <a:extLst>
              <a:ext uri="{FF2B5EF4-FFF2-40B4-BE49-F238E27FC236}">
                <a16:creationId xmlns:a16="http://schemas.microsoft.com/office/drawing/2014/main" id="{F6093AD7-1BBF-0741-A28D-954BF1EE75A9}"/>
              </a:ext>
            </a:extLst>
          </p:cNvPr>
          <p:cNvGrpSpPr>
            <a:grpSpLocks/>
          </p:cNvGrpSpPr>
          <p:nvPr/>
        </p:nvGrpSpPr>
        <p:grpSpPr bwMode="auto"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id="50" name="Picture 65" descr="desktop_computer_stylized_medium">
              <a:extLst>
                <a:ext uri="{FF2B5EF4-FFF2-40B4-BE49-F238E27FC236}">
                  <a16:creationId xmlns:a16="http://schemas.microsoft.com/office/drawing/2014/main" id="{C75E769A-797A-AD45-9E53-778E5328D9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F31ED49C-06C8-664E-A401-F2F8FC75AC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2" name="Group 67">
            <a:extLst>
              <a:ext uri="{FF2B5EF4-FFF2-40B4-BE49-F238E27FC236}">
                <a16:creationId xmlns:a16="http://schemas.microsoft.com/office/drawing/2014/main" id="{289CD935-911A-2049-99E7-9636A57AD11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id="53" name="Picture 68" descr="desktop_computer_stylized_medium">
              <a:extLst>
                <a:ext uri="{FF2B5EF4-FFF2-40B4-BE49-F238E27FC236}">
                  <a16:creationId xmlns:a16="http://schemas.microsoft.com/office/drawing/2014/main" id="{35A608C8-F6A3-CE45-8D68-148C52325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0AFF8366-6773-E840-A98C-F53B7E61436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" name="Rectangle 3">
            <a:extLst>
              <a:ext uri="{FF2B5EF4-FFF2-40B4-BE49-F238E27FC236}">
                <a16:creationId xmlns:a16="http://schemas.microsoft.com/office/drawing/2014/main" id="{8CE0F95B-BCD3-FD4A-826E-885CC3FD6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 kern="0">
                <a:solidFill>
                  <a:srgbClr val="C00000"/>
                </a:solidFill>
                <a:cs typeface="+mn-cs"/>
              </a:rPr>
              <a:t>votação:</a:t>
            </a:r>
            <a:r>
              <a:rPr lang="pt" sz="3200" b="1" kern="0">
                <a:solidFill>
                  <a:srgbClr val="C00000"/>
                </a:solidFill>
                <a:cs typeface="+mn-cs"/>
              </a:rPr>
              <a:t> </a:t>
            </a:r>
            <a:endParaRPr lang="en-US" sz="3200" kern="0">
              <a:solidFill>
                <a:srgbClr val="C00000"/>
              </a:solidFill>
              <a:cs typeface="+mn-cs"/>
            </a:endParaRPr>
          </a:p>
          <a:p>
            <a:pPr marL="508000" indent="-457200"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O nó mestre "convida" outros nós a transmitir por sua vez</a:t>
            </a:r>
            <a:endParaRPr lang="pt" kern="0">
              <a:cs typeface="Calibri" panose="020F0502020204030204"/>
            </a:endParaRPr>
          </a:p>
          <a:p>
            <a:pPr marL="279400" indent="-228600"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Normalmente usado com dispositivos "burros"</a:t>
            </a:r>
            <a:endParaRPr lang="pt" kern="0">
              <a:cs typeface="Calibri" panose="020F0502020204030204"/>
            </a:endParaRPr>
          </a:p>
          <a:p>
            <a:pPr marL="279400" indent="-228600">
              <a:buFont typeface="Arial" charset="2"/>
              <a:buChar char="•"/>
              <a:defRPr/>
            </a:pPr>
            <a:r>
              <a:rPr lang="pt" kern="0">
                <a:cs typeface="+mn-cs"/>
              </a:rPr>
              <a:t>Preocupações:</a:t>
            </a:r>
            <a:endParaRPr lang="pt" kern="0">
              <a:cs typeface="Calibri" panose="020F0502020204030204"/>
            </a:endParaRPr>
          </a:p>
          <a:p>
            <a:pPr lvl="1">
              <a:defRPr/>
            </a:pPr>
            <a:r>
              <a:rPr lang="pt" sz="2800" kern="0"/>
              <a:t>Sobrecarga de sondagem </a:t>
            </a:r>
          </a:p>
          <a:p>
            <a:pPr lvl="1">
              <a:defRPr/>
            </a:pPr>
            <a:r>
              <a:rPr lang="pt" sz="2800" kern="0"/>
              <a:t>latência</a:t>
            </a:r>
          </a:p>
          <a:p>
            <a:pPr lvl="1">
              <a:defRPr/>
            </a:pPr>
            <a:r>
              <a:rPr lang="pt" sz="2800" kern="0"/>
              <a:t>Ponto único de falha (mestre)</a:t>
            </a:r>
          </a:p>
        </p:txBody>
      </p:sp>
      <p:sp>
        <p:nvSpPr>
          <p:cNvPr id="57" name="Line 25">
            <a:extLst>
              <a:ext uri="{FF2B5EF4-FFF2-40B4-BE49-F238E27FC236}">
                <a16:creationId xmlns:a16="http://schemas.microsoft.com/office/drawing/2014/main" id="{60DD75F2-9C28-4F4A-A443-C13B58CBB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9464" y="2675834"/>
            <a:ext cx="25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Text Box 40">
            <a:extLst>
              <a:ext uri="{FF2B5EF4-FFF2-40B4-BE49-F238E27FC236}">
                <a16:creationId xmlns:a16="http://schemas.microsoft.com/office/drawing/2014/main" id="{FC29DBC1-B823-7945-9F89-5B7142960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1237" y="3129859"/>
            <a:ext cx="9669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000" i="0">
                <a:solidFill>
                  <a:srgbClr val="000000"/>
                </a:solidFill>
                <a:latin typeface="Arial" charset="0"/>
              </a:rPr>
              <a:t>mestre</a:t>
            </a:r>
          </a:p>
        </p:txBody>
      </p:sp>
      <p:sp>
        <p:nvSpPr>
          <p:cNvPr id="63" name="Text Box 41">
            <a:extLst>
              <a:ext uri="{FF2B5EF4-FFF2-40B4-BE49-F238E27FC236}">
                <a16:creationId xmlns:a16="http://schemas.microsoft.com/office/drawing/2014/main" id="{869514AF-D631-4E46-9113-AC5D4A63A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789" y="4715772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000" i="0">
                <a:solidFill>
                  <a:srgbClr val="000000"/>
                </a:solidFill>
                <a:latin typeface="Arial" charset="0"/>
              </a:rPr>
              <a:t>Escravos</a:t>
            </a:r>
          </a:p>
        </p:txBody>
      </p:sp>
      <p:grpSp>
        <p:nvGrpSpPr>
          <p:cNvPr id="64" name="Group 44">
            <a:extLst>
              <a:ext uri="{FF2B5EF4-FFF2-40B4-BE49-F238E27FC236}">
                <a16:creationId xmlns:a16="http://schemas.microsoft.com/office/drawing/2014/main" id="{FE26AEED-6E71-8E40-930D-84DD30E921C6}"/>
              </a:ext>
            </a:extLst>
          </p:cNvPr>
          <p:cNvGrpSpPr>
            <a:grpSpLocks/>
          </p:cNvGrpSpPr>
          <p:nvPr/>
        </p:nvGrpSpPr>
        <p:grpSpPr bwMode="auto">
          <a:xfrm>
            <a:off x="9804823" y="2529702"/>
            <a:ext cx="1559705" cy="338138"/>
            <a:chOff x="4212" y="2864"/>
            <a:chExt cx="584" cy="213"/>
          </a:xfrm>
        </p:grpSpPr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F8D43025-2512-314A-A510-1F4FB06B0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" name="Text Box 43">
              <a:extLst>
                <a:ext uri="{FF2B5EF4-FFF2-40B4-BE49-F238E27FC236}">
                  <a16:creationId xmlns:a16="http://schemas.microsoft.com/office/drawing/2014/main" id="{4C05FF3D-8B8E-004C-994F-0F93A71E4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864"/>
              <a:ext cx="56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1600" i="0" kern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votação</a:t>
              </a:r>
              <a:endPara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7" name="Group 48">
            <a:extLst>
              <a:ext uri="{FF2B5EF4-FFF2-40B4-BE49-F238E27FC236}">
                <a16:creationId xmlns:a16="http://schemas.microsoft.com/office/drawing/2014/main" id="{FBABE685-758D-8542-8F8A-B860741BB12D}"/>
              </a:ext>
            </a:extLst>
          </p:cNvPr>
          <p:cNvGrpSpPr>
            <a:grpSpLocks/>
          </p:cNvGrpSpPr>
          <p:nvPr/>
        </p:nvGrpSpPr>
        <p:grpSpPr bwMode="auto">
          <a:xfrm>
            <a:off x="7853778" y="3466409"/>
            <a:ext cx="671512" cy="307975"/>
            <a:chOff x="4415" y="2364"/>
            <a:chExt cx="423" cy="194"/>
          </a:xfrm>
        </p:grpSpPr>
        <p:sp>
          <p:nvSpPr>
            <p:cNvPr id="68" name="Rectangle 46">
              <a:extLst>
                <a:ext uri="{FF2B5EF4-FFF2-40B4-BE49-F238E27FC236}">
                  <a16:creationId xmlns:a16="http://schemas.microsoft.com/office/drawing/2014/main" id="{BC4AD792-1ADD-6C44-BAB4-C92901F5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" name="Text Box 47">
              <a:extLst>
                <a:ext uri="{FF2B5EF4-FFF2-40B4-BE49-F238E27FC236}">
                  <a16:creationId xmlns:a16="http://schemas.microsoft.com/office/drawing/2014/main" id="{1F65274E-CD85-AC43-BFD4-1FA46A64C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42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dados</a:t>
              </a:r>
            </a:p>
          </p:txBody>
        </p:sp>
      </p:grpSp>
      <p:grpSp>
        <p:nvGrpSpPr>
          <p:cNvPr id="70" name="Group 49">
            <a:extLst>
              <a:ext uri="{FF2B5EF4-FFF2-40B4-BE49-F238E27FC236}">
                <a16:creationId xmlns:a16="http://schemas.microsoft.com/office/drawing/2014/main" id="{2EDB6C70-4A25-4D44-B1FD-20768EAD1E7B}"/>
              </a:ext>
            </a:extLst>
          </p:cNvPr>
          <p:cNvGrpSpPr>
            <a:grpSpLocks/>
          </p:cNvGrpSpPr>
          <p:nvPr/>
        </p:nvGrpSpPr>
        <p:grpSpPr bwMode="auto">
          <a:xfrm>
            <a:off x="8360188" y="2348809"/>
            <a:ext cx="671513" cy="307975"/>
            <a:chOff x="4415" y="2364"/>
            <a:chExt cx="423" cy="194"/>
          </a:xfrm>
        </p:grpSpPr>
        <p:sp>
          <p:nvSpPr>
            <p:cNvPr id="71" name="Rectangle 50">
              <a:extLst>
                <a:ext uri="{FF2B5EF4-FFF2-40B4-BE49-F238E27FC236}">
                  <a16:creationId xmlns:a16="http://schemas.microsoft.com/office/drawing/2014/main" id="{20480C82-EB8A-5240-8BAD-98AA24965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" name="Text Box 51">
              <a:extLst>
                <a:ext uri="{FF2B5EF4-FFF2-40B4-BE49-F238E27FC236}">
                  <a16:creationId xmlns:a16="http://schemas.microsoft.com/office/drawing/2014/main" id="{D988106A-1869-B541-BA6D-CFB733C1B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42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dados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E6D07A-A0BF-C74B-BB2B-A59B972B318B}"/>
              </a:ext>
            </a:extLst>
          </p:cNvPr>
          <p:cNvCxnSpPr>
            <a:cxnSpLocks/>
          </p:cNvCxnSpPr>
          <p:nvPr/>
        </p:nvCxnSpPr>
        <p:spPr>
          <a:xfrm>
            <a:off x="9003957" y="3002692"/>
            <a:ext cx="12933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2BE971-AA12-664E-93FB-DBB1931433BD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8896147" y="2675835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A478E79-5AC5-614B-8297-DD23BBE28695}"/>
              </a:ext>
            </a:extLst>
          </p:cNvPr>
          <p:cNvCxnSpPr>
            <a:cxnSpLocks/>
          </p:cNvCxnSpPr>
          <p:nvPr/>
        </p:nvCxnSpPr>
        <p:spPr>
          <a:xfrm flipV="1">
            <a:off x="8311979" y="2673178"/>
            <a:ext cx="848497" cy="17752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69464FC-DF27-7B49-8A28-F58EF7D050CC}"/>
              </a:ext>
            </a:extLst>
          </p:cNvPr>
          <p:cNvCxnSpPr>
            <a:cxnSpLocks/>
          </p:cNvCxnSpPr>
          <p:nvPr/>
        </p:nvCxnSpPr>
        <p:spPr>
          <a:xfrm flipV="1">
            <a:off x="8607823" y="3240127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C038B1A-EC48-DF49-BAF8-AAB10C7A0469}"/>
              </a:ext>
            </a:extLst>
          </p:cNvPr>
          <p:cNvCxnSpPr>
            <a:cxnSpLocks/>
          </p:cNvCxnSpPr>
          <p:nvPr/>
        </p:nvCxnSpPr>
        <p:spPr>
          <a:xfrm flipV="1">
            <a:off x="8327736" y="3862084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D0EF837-C726-B14A-ACB8-A7DF9B1CD803}"/>
              </a:ext>
            </a:extLst>
          </p:cNvPr>
          <p:cNvCxnSpPr>
            <a:cxnSpLocks/>
          </p:cNvCxnSpPr>
          <p:nvPr/>
        </p:nvCxnSpPr>
        <p:spPr>
          <a:xfrm flipV="1">
            <a:off x="8051769" y="4446971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72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7 L -0.09192 0.0007 L -0.07812 -0.03426 L -0.15195 -0.0342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-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06119 -2.96296E-6 C 0.0582 0.00996 0.0552 0.02014 0.05234 0.0301 C 0.08268 0.0294 0.12057 0.03148 0.15117 0.03102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2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12 0.00116 L -0.05351 0.00069 L -0.08984 0.14306 L -0.15338 0.14306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0.06706 -0.00185 L 0.10156 -0.13379 C 0.13294 -0.13426 0.17982 -0.1331 0.21133 -0.13356 " pathEditMode="relative" rAng="0" ptsTypes="AAAA">
                                      <p:cBhvr>
                                        <p:cTn id="3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6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"Revezando" protocolos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7ABC6A0D-B10D-5A4E-940B-72970522E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1490663"/>
            <a:ext cx="51943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pt" sz="3200">
                <a:solidFill>
                  <a:srgbClr val="C00000"/>
                </a:solidFill>
                <a:cs typeface="+mn-cs"/>
              </a:rPr>
              <a:t>Passagem de token:</a:t>
            </a:r>
            <a:endParaRPr lang="en-US" sz="3200" b="1">
              <a:solidFill>
                <a:srgbClr val="C00000"/>
              </a:solidFill>
              <a:cs typeface="+mn-cs"/>
            </a:endParaRPr>
          </a:p>
          <a:p>
            <a:pPr marL="5715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800" b="1" i="0">
                <a:cs typeface="+mn-cs"/>
              </a:rPr>
              <a:t> </a:t>
            </a:r>
            <a:r>
              <a:rPr lang="pt" sz="2800" i="0">
                <a:cs typeface="+mn-cs"/>
              </a:rPr>
              <a:t>token de controle passado de um nó para o próximo sequencialmente.</a:t>
            </a:r>
            <a:endParaRPr lang="pt" sz="2800" i="0">
              <a:ea typeface="Calibri" panose="020F0502020204030204"/>
              <a:cs typeface="Calibri" panose="020F0502020204030204"/>
            </a:endParaRPr>
          </a:p>
          <a:p>
            <a:pPr marL="3937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800" i="0">
                <a:cs typeface="+mn-cs"/>
              </a:rPr>
              <a:t>mensagem de token</a:t>
            </a:r>
            <a:endParaRPr lang="pt" sz="2800" i="0">
              <a:ea typeface="Calibri" panose="020F0502020204030204"/>
              <a:cs typeface="Calibri" panose="020F0502020204030204"/>
            </a:endParaRPr>
          </a:p>
          <a:p>
            <a:pPr marL="3937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800" i="0">
                <a:cs typeface="+mn-cs"/>
              </a:rPr>
              <a:t>Preocupações:</a:t>
            </a:r>
            <a:endParaRPr lang="pt" sz="2800" i="0">
              <a:ea typeface="Calibri" panose="020F0502020204030204"/>
              <a:cs typeface="Calibri" panose="020F0502020204030204"/>
            </a:endParaRP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pt" sz="2800" i="0">
                <a:cs typeface="+mn-cs"/>
              </a:rPr>
              <a:t>Sobrecarga de token </a:t>
            </a: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pt" sz="2800" i="0">
                <a:cs typeface="+mn-cs"/>
              </a:rPr>
              <a:t>latência</a:t>
            </a: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pt" sz="2800" i="0">
                <a:cs typeface="+mn-cs"/>
              </a:rPr>
              <a:t>Ponto único de falha (token)</a:t>
            </a:r>
          </a:p>
        </p:txBody>
      </p:sp>
      <p:grpSp>
        <p:nvGrpSpPr>
          <p:cNvPr id="90" name="Group 21">
            <a:extLst>
              <a:ext uri="{FF2B5EF4-FFF2-40B4-BE49-F238E27FC236}">
                <a16:creationId xmlns:a16="http://schemas.microsoft.com/office/drawing/2014/main" id="{F79F0332-2A39-5D4D-809F-42104668D479}"/>
              </a:ext>
            </a:extLst>
          </p:cNvPr>
          <p:cNvGrpSpPr>
            <a:grpSpLocks/>
          </p:cNvGrpSpPr>
          <p:nvPr/>
        </p:nvGrpSpPr>
        <p:grpSpPr bwMode="auto">
          <a:xfrm>
            <a:off x="9718675" y="3262312"/>
            <a:ext cx="781050" cy="681038"/>
            <a:chOff x="-44" y="1473"/>
            <a:chExt cx="981" cy="1105"/>
          </a:xfrm>
        </p:grpSpPr>
        <p:pic>
          <p:nvPicPr>
            <p:cNvPr id="91" name="Picture 22" descr="desktop_computer_stylized_medium">
              <a:extLst>
                <a:ext uri="{FF2B5EF4-FFF2-40B4-BE49-F238E27FC236}">
                  <a16:creationId xmlns:a16="http://schemas.microsoft.com/office/drawing/2014/main" id="{AA301A88-DFF1-7246-96EB-05C4256C8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AAB1F938-F1F7-DD4B-A772-4AFC392D92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3" name="Group 24">
            <a:extLst>
              <a:ext uri="{FF2B5EF4-FFF2-40B4-BE49-F238E27FC236}">
                <a16:creationId xmlns:a16="http://schemas.microsoft.com/office/drawing/2014/main" id="{6AA03958-EE62-044B-BF1C-41B2BCCE691A}"/>
              </a:ext>
            </a:extLst>
          </p:cNvPr>
          <p:cNvGrpSpPr>
            <a:grpSpLocks/>
          </p:cNvGrpSpPr>
          <p:nvPr/>
        </p:nvGrpSpPr>
        <p:grpSpPr bwMode="auto">
          <a:xfrm>
            <a:off x="7004050" y="3219450"/>
            <a:ext cx="781050" cy="681037"/>
            <a:chOff x="-44" y="1473"/>
            <a:chExt cx="981" cy="1105"/>
          </a:xfrm>
        </p:grpSpPr>
        <p:pic>
          <p:nvPicPr>
            <p:cNvPr id="94" name="Picture 25" descr="desktop_computer_stylized_medium">
              <a:extLst>
                <a:ext uri="{FF2B5EF4-FFF2-40B4-BE49-F238E27FC236}">
                  <a16:creationId xmlns:a16="http://schemas.microsoft.com/office/drawing/2014/main" id="{077F0454-E719-4041-9268-E18204D1F3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6FB8E7BB-59E7-CA4F-BB91-53C073626F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" name="Group 27">
            <a:extLst>
              <a:ext uri="{FF2B5EF4-FFF2-40B4-BE49-F238E27FC236}">
                <a16:creationId xmlns:a16="http://schemas.microsoft.com/office/drawing/2014/main" id="{70A0741A-F761-3D4A-B7B8-6775DC2EDAA6}"/>
              </a:ext>
            </a:extLst>
          </p:cNvPr>
          <p:cNvGrpSpPr>
            <a:grpSpLocks/>
          </p:cNvGrpSpPr>
          <p:nvPr/>
        </p:nvGrpSpPr>
        <p:grpSpPr bwMode="auto">
          <a:xfrm>
            <a:off x="8321675" y="1555750"/>
            <a:ext cx="781050" cy="681037"/>
            <a:chOff x="-44" y="1473"/>
            <a:chExt cx="981" cy="1105"/>
          </a:xfrm>
        </p:grpSpPr>
        <p:pic>
          <p:nvPicPr>
            <p:cNvPr id="97" name="Picture 28" descr="desktop_computer_stylized_medium">
              <a:extLst>
                <a:ext uri="{FF2B5EF4-FFF2-40B4-BE49-F238E27FC236}">
                  <a16:creationId xmlns:a16="http://schemas.microsoft.com/office/drawing/2014/main" id="{0DCB9A69-88E8-EF42-BA62-8E91745EA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77549C09-8E2F-B34B-A7BD-DE20ADB3FB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9" name="Group 30">
            <a:extLst>
              <a:ext uri="{FF2B5EF4-FFF2-40B4-BE49-F238E27FC236}">
                <a16:creationId xmlns:a16="http://schemas.microsoft.com/office/drawing/2014/main" id="{A7706246-9BB2-2644-8142-F34F4D57B77F}"/>
              </a:ext>
            </a:extLst>
          </p:cNvPr>
          <p:cNvGrpSpPr>
            <a:grpSpLocks/>
          </p:cNvGrpSpPr>
          <p:nvPr/>
        </p:nvGrpSpPr>
        <p:grpSpPr bwMode="auto">
          <a:xfrm>
            <a:off x="8375650" y="5003800"/>
            <a:ext cx="781050" cy="681037"/>
            <a:chOff x="-44" y="1473"/>
            <a:chExt cx="981" cy="1105"/>
          </a:xfrm>
        </p:grpSpPr>
        <p:pic>
          <p:nvPicPr>
            <p:cNvPr id="100" name="Picture 31" descr="desktop_computer_stylized_medium">
              <a:extLst>
                <a:ext uri="{FF2B5EF4-FFF2-40B4-BE49-F238E27FC236}">
                  <a16:creationId xmlns:a16="http://schemas.microsoft.com/office/drawing/2014/main" id="{A1D9607F-7083-0E4A-A8CA-5863479A1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462AFBE0-4717-E74E-AB56-D544737FA80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2" name="Oval 8">
            <a:extLst>
              <a:ext uri="{FF2B5EF4-FFF2-40B4-BE49-F238E27FC236}">
                <a16:creationId xmlns:a16="http://schemas.microsoft.com/office/drawing/2014/main" id="{A041F791-B432-CF4C-AACC-8AFE57D1D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2212975"/>
            <a:ext cx="2046287" cy="277812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Rectangle 12">
            <a:extLst>
              <a:ext uri="{FF2B5EF4-FFF2-40B4-BE49-F238E27FC236}">
                <a16:creationId xmlns:a16="http://schemas.microsoft.com/office/drawing/2014/main" id="{6AC22150-8F46-3041-AAEA-474DE6E3C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738" y="1320800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</a:t>
            </a:r>
          </a:p>
        </p:txBody>
      </p:sp>
      <p:sp>
        <p:nvSpPr>
          <p:cNvPr id="104" name="Rectangle 15">
            <a:extLst>
              <a:ext uri="{FF2B5EF4-FFF2-40B4-BE49-F238E27FC236}">
                <a16:creationId xmlns:a16="http://schemas.microsoft.com/office/drawing/2014/main" id="{3468BED1-087C-6944-8F78-7663707B6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5603875"/>
            <a:ext cx="811213" cy="32067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dados</a:t>
            </a:r>
          </a:p>
        </p:txBody>
      </p:sp>
      <p:sp>
        <p:nvSpPr>
          <p:cNvPr id="105" name="Text Box 16">
            <a:extLst>
              <a:ext uri="{FF2B5EF4-FFF2-40B4-BE49-F238E27FC236}">
                <a16:creationId xmlns:a16="http://schemas.microsoft.com/office/drawing/2014/main" id="{334C38E1-E62C-0649-87D5-B690850A1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156" y="2674937"/>
            <a:ext cx="13003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(nada para</a:t>
            </a:r>
            <a:endParaRPr lang="pt" i="0">
              <a:solidFill>
                <a:srgbClr val="000000"/>
              </a:solidFill>
              <a:latin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</a:rPr>
              <a:t>enviar)</a:t>
            </a:r>
          </a:p>
        </p:txBody>
      </p:sp>
      <p:sp>
        <p:nvSpPr>
          <p:cNvPr id="106" name="Rectangle 17">
            <a:extLst>
              <a:ext uri="{FF2B5EF4-FFF2-40B4-BE49-F238E27FC236}">
                <a16:creationId xmlns:a16="http://schemas.microsoft.com/office/drawing/2014/main" id="{729551C3-F670-FC4F-8E80-793BFE22C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0" y="3338512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95530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3658 C 0.0069 0.06435 0.00117 0.09283 0.00143 0.10509 C 0.00156 0.11736 0.00664 0.10695 0.00013 0.10996 C -0.00625 0.11297 -0.02357 0.11273 -0.03737 0.12338 C -0.05104 0.13403 -0.0694 0.14445 -0.08229 0.17338 C -0.09518 0.20232 -0.10326 0.27847 -0.11471 0.29676 C -0.12617 0.31505 -0.14336 0.28611 -0.15104 0.28334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79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81481E-6 C 0.01354 -0.0044 0.02708 -0.0088 0.03503 0.00671 C 0.0431 0.02222 0.04232 0.06875 0.04753 0.09328 C 0.05273 0.11782 0.05534 0.13402 0.06628 0.15347 C 0.07721 0.17291 0.09987 0.19861 0.11367 0.20995 C 0.1276 0.22129 0.14336 0.20925 0.15 0.22175 C 0.15664 0.23425 0.15521 0.25949 0.15378 0.28495 " pathEditMode="relative" rAng="0" ptsTypes="AAAAAAA">
                                      <p:cBhvr>
                                        <p:cTn id="19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47" y="1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5 -0.0581 0.00768 -0.09167 0.01367 -0.10926 C 0.01979 -0.12685 0.04115 -0.11273 0.05508 -0.1294 C 0.06888 -0.14607 0.0875 -0.1794 0.09753 -0.20926 C 0.10768 -0.23912 0.11367 -0.27824 0.1151 -0.30926 C 0.11654 -0.34028 0.11367 -0.36782 0.10625 -0.39607 C 0.09883 -0.42431 0.08451 -0.45949 0.06992 -0.4794 C 0.05534 -0.49931 0.03138 -0.50995 0.01875 -0.51597 C 0.00612 -0.52199 0.00521 -0.51875 -0.00625 -0.51597 C -0.01771 -0.5132 -0.03698 -0.51134 -0.05 -0.49931 C -0.06302 -0.48727 -0.07604 -0.46343 -0.0849 -0.44421 C -0.09375 -0.425 -0.10013 -0.4044 -0.10365 -0.38426 C -0.10716 -0.36412 -0.1056 -0.34375 -0.10625 -0.32269 C -0.1069 -0.30162 -0.11029 -0.27801 -0.10742 -0.25764 C -0.10469 -0.23727 -0.097 -0.21852 -0.08997 -0.20093 C -0.08281 -0.18333 -0.07552 -0.1669 -0.06497 -0.15255 C -0.0543 -0.1382 -0.03763 -0.12107 -0.02617 -0.11435 C -0.01471 -0.10764 -0.00169 -0.11806 0.00378 -0.11273 C 0.00938 -0.10741 0.00677 -0.09931 0.00742 -0.08264 C 0.0082 -0.06597 0.00781 -0.03935 0.00742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" y="-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3" grpId="1" animBg="1"/>
      <p:bldP spid="104" grpId="0" animBg="1"/>
      <p:bldP spid="104" grpId="1" animBg="1"/>
      <p:bldP spid="105" grpId="0"/>
      <p:bldP spid="106" grpId="0" animBg="1"/>
      <p:bldP spid="106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7645-9B74-0447-A19A-F4146836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41" y="412065"/>
            <a:ext cx="11552583" cy="894622"/>
          </a:xfrm>
        </p:spPr>
        <p:txBody>
          <a:bodyPr>
            <a:normAutofit fontScale="90000"/>
          </a:bodyPr>
          <a:lstStyle/>
          <a:p>
            <a:r>
              <a:rPr lang="pt"/>
              <a:t>Rede de acesso a cabo: FDM, TDM </a:t>
            </a:r>
            <a:r>
              <a:rPr lang="pt" i="1"/>
              <a:t>e</a:t>
            </a:r>
            <a:r>
              <a:rPr lang="pt"/>
              <a:t> acesso aleatório!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996E3-B7FC-2B49-8611-D2528F10A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81" name="Rectangle 44">
            <a:extLst>
              <a:ext uri="{FF2B5EF4-FFF2-40B4-BE49-F238E27FC236}">
                <a16:creationId xmlns:a16="http://schemas.microsoft.com/office/drawing/2014/main" id="{33089392-903E-834F-9306-E31FD7451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2823821"/>
            <a:ext cx="955675" cy="700087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82" name="Text Box 45">
            <a:extLst>
              <a:ext uri="{FF2B5EF4-FFF2-40B4-BE49-F238E27FC236}">
                <a16:creationId xmlns:a16="http://schemas.microsoft.com/office/drawing/2014/main" id="{D50FA1A7-360E-1940-9D5D-3CE15A23A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8" y="2282483"/>
            <a:ext cx="1925637" cy="29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600" i="0">
                <a:solidFill>
                  <a:srgbClr val="000000"/>
                </a:solidFill>
                <a:latin typeface="+mn-lt"/>
                <a:ea typeface="ＭＳ Ｐゴシック"/>
              </a:rPr>
              <a:t>Entrada de cabos</a:t>
            </a:r>
          </a:p>
        </p:txBody>
      </p:sp>
      <p:sp>
        <p:nvSpPr>
          <p:cNvPr id="183" name="Text Box 126">
            <a:extLst>
              <a:ext uri="{FF2B5EF4-FFF2-40B4-BE49-F238E27FC236}">
                <a16:creationId xmlns:a16="http://schemas.microsoft.com/office/drawing/2014/main" id="{165D120C-8C73-4A46-8205-AE4E9FED8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2793658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CMTS</a:t>
            </a:r>
          </a:p>
        </p:txBody>
      </p:sp>
      <p:sp>
        <p:nvSpPr>
          <p:cNvPr id="184" name="AutoShape 127">
            <a:extLst>
              <a:ext uri="{FF2B5EF4-FFF2-40B4-BE49-F238E27FC236}">
                <a16:creationId xmlns:a16="http://schemas.microsoft.com/office/drawing/2014/main" id="{7C5B547A-2B42-E448-B4FE-7884A1083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2560296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186" name="Freeform 129">
            <a:extLst>
              <a:ext uri="{FF2B5EF4-FFF2-40B4-BE49-F238E27FC236}">
                <a16:creationId xmlns:a16="http://schemas.microsoft.com/office/drawing/2014/main" id="{1930FB8A-6B24-374A-99A9-2600EAA9B416}"/>
              </a:ext>
            </a:extLst>
          </p:cNvPr>
          <p:cNvSpPr>
            <a:spLocks/>
          </p:cNvSpPr>
          <p:nvPr/>
        </p:nvSpPr>
        <p:spPr bwMode="auto">
          <a:xfrm rot="10800000">
            <a:off x="1477624" y="3076351"/>
            <a:ext cx="1846681" cy="851585"/>
          </a:xfrm>
          <a:custGeom>
            <a:avLst/>
            <a:gdLst>
              <a:gd name="T0" fmla="*/ 145855 w 765"/>
              <a:gd name="T1" fmla="*/ 931 h 459"/>
              <a:gd name="T2" fmla="*/ 99268 w 765"/>
              <a:gd name="T3" fmla="*/ 6562 h 459"/>
              <a:gd name="T4" fmla="*/ 32950 w 765"/>
              <a:gd name="T5" fmla="*/ 9426 h 459"/>
              <a:gd name="T6" fmla="*/ 4821 w 765"/>
              <a:gd name="T7" fmla="*/ 31576 h 459"/>
              <a:gd name="T8" fmla="*/ 61950 w 765"/>
              <a:gd name="T9" fmla="*/ 41713 h 459"/>
              <a:gd name="T10" fmla="*/ 119240 w 765"/>
              <a:gd name="T11" fmla="*/ 40071 h 459"/>
              <a:gd name="T12" fmla="*/ 201010 w 765"/>
              <a:gd name="T13" fmla="*/ 41713 h 459"/>
              <a:gd name="T14" fmla="*/ 240274 w 765"/>
              <a:gd name="T15" fmla="*/ 40797 h 459"/>
              <a:gd name="T16" fmla="*/ 258901 w 765"/>
              <a:gd name="T17" fmla="*/ 34980 h 459"/>
              <a:gd name="T18" fmla="*/ 258196 w 765"/>
              <a:gd name="T19" fmla="*/ 14847 h 459"/>
              <a:gd name="T20" fmla="*/ 227858 w 765"/>
              <a:gd name="T21" fmla="*/ 3221 h 459"/>
              <a:gd name="T22" fmla="*/ 145855 w 765"/>
              <a:gd name="T23" fmla="*/ 931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5390 w 9782"/>
              <a:gd name="connsiteY0" fmla="*/ 84 h 9624"/>
              <a:gd name="connsiteX1" fmla="*/ 3456 w 9782"/>
              <a:gd name="connsiteY1" fmla="*/ 838 h 9624"/>
              <a:gd name="connsiteX2" fmla="*/ 1103 w 9782"/>
              <a:gd name="connsiteY2" fmla="*/ 2045 h 9624"/>
              <a:gd name="connsiteX3" fmla="*/ 31 w 9782"/>
              <a:gd name="connsiteY3" fmla="*/ 7186 h 9624"/>
              <a:gd name="connsiteX4" fmla="*/ 2201 w 9782"/>
              <a:gd name="connsiteY4" fmla="*/ 9539 h 9624"/>
              <a:gd name="connsiteX5" fmla="*/ 4371 w 9782"/>
              <a:gd name="connsiteY5" fmla="*/ 9147 h 9624"/>
              <a:gd name="connsiteX6" fmla="*/ 7482 w 9782"/>
              <a:gd name="connsiteY6" fmla="*/ 9539 h 9624"/>
              <a:gd name="connsiteX7" fmla="*/ 8972 w 9782"/>
              <a:gd name="connsiteY7" fmla="*/ 9321 h 9624"/>
              <a:gd name="connsiteX8" fmla="*/ 9678 w 9782"/>
              <a:gd name="connsiteY8" fmla="*/ 7971 h 9624"/>
              <a:gd name="connsiteX9" fmla="*/ 9652 w 9782"/>
              <a:gd name="connsiteY9" fmla="*/ 3308 h 9624"/>
              <a:gd name="connsiteX10" fmla="*/ 8502 w 9782"/>
              <a:gd name="connsiteY10" fmla="*/ 607 h 9624"/>
              <a:gd name="connsiteX11" fmla="*/ 5390 w 9782"/>
              <a:gd name="connsiteY11" fmla="*/ 84 h 9624"/>
              <a:gd name="connsiteX0" fmla="*/ 5519 w 10009"/>
              <a:gd name="connsiteY0" fmla="*/ 87 h 10936"/>
              <a:gd name="connsiteX1" fmla="*/ 3542 w 10009"/>
              <a:gd name="connsiteY1" fmla="*/ 871 h 10936"/>
              <a:gd name="connsiteX2" fmla="*/ 1137 w 10009"/>
              <a:gd name="connsiteY2" fmla="*/ 2125 h 10936"/>
              <a:gd name="connsiteX3" fmla="*/ 41 w 10009"/>
              <a:gd name="connsiteY3" fmla="*/ 7467 h 10936"/>
              <a:gd name="connsiteX4" fmla="*/ 2488 w 10009"/>
              <a:gd name="connsiteY4" fmla="*/ 10888 h 10936"/>
              <a:gd name="connsiteX5" fmla="*/ 4477 w 10009"/>
              <a:gd name="connsiteY5" fmla="*/ 9504 h 10936"/>
              <a:gd name="connsiteX6" fmla="*/ 7658 w 10009"/>
              <a:gd name="connsiteY6" fmla="*/ 9912 h 10936"/>
              <a:gd name="connsiteX7" fmla="*/ 9181 w 10009"/>
              <a:gd name="connsiteY7" fmla="*/ 9685 h 10936"/>
              <a:gd name="connsiteX8" fmla="*/ 9903 w 10009"/>
              <a:gd name="connsiteY8" fmla="*/ 8282 h 10936"/>
              <a:gd name="connsiteX9" fmla="*/ 9876 w 10009"/>
              <a:gd name="connsiteY9" fmla="*/ 3437 h 10936"/>
              <a:gd name="connsiteX10" fmla="*/ 8700 w 10009"/>
              <a:gd name="connsiteY10" fmla="*/ 631 h 10936"/>
              <a:gd name="connsiteX11" fmla="*/ 5519 w 10009"/>
              <a:gd name="connsiteY11" fmla="*/ 87 h 10936"/>
              <a:gd name="connsiteX0" fmla="*/ 4948 w 9438"/>
              <a:gd name="connsiteY0" fmla="*/ 87 h 10945"/>
              <a:gd name="connsiteX1" fmla="*/ 2971 w 9438"/>
              <a:gd name="connsiteY1" fmla="*/ 871 h 10945"/>
              <a:gd name="connsiteX2" fmla="*/ 566 w 9438"/>
              <a:gd name="connsiteY2" fmla="*/ 2125 h 10945"/>
              <a:gd name="connsiteX3" fmla="*/ 89 w 9438"/>
              <a:gd name="connsiteY3" fmla="*/ 7237 h 10945"/>
              <a:gd name="connsiteX4" fmla="*/ 1917 w 9438"/>
              <a:gd name="connsiteY4" fmla="*/ 10888 h 10945"/>
              <a:gd name="connsiteX5" fmla="*/ 3906 w 9438"/>
              <a:gd name="connsiteY5" fmla="*/ 9504 h 10945"/>
              <a:gd name="connsiteX6" fmla="*/ 7087 w 9438"/>
              <a:gd name="connsiteY6" fmla="*/ 9912 h 10945"/>
              <a:gd name="connsiteX7" fmla="*/ 8610 w 9438"/>
              <a:gd name="connsiteY7" fmla="*/ 9685 h 10945"/>
              <a:gd name="connsiteX8" fmla="*/ 9332 w 9438"/>
              <a:gd name="connsiteY8" fmla="*/ 8282 h 10945"/>
              <a:gd name="connsiteX9" fmla="*/ 9305 w 9438"/>
              <a:gd name="connsiteY9" fmla="*/ 3437 h 10945"/>
              <a:gd name="connsiteX10" fmla="*/ 8129 w 9438"/>
              <a:gd name="connsiteY10" fmla="*/ 631 h 10945"/>
              <a:gd name="connsiteX11" fmla="*/ 4948 w 9438"/>
              <a:gd name="connsiteY11" fmla="*/ 87 h 10945"/>
              <a:gd name="connsiteX0" fmla="*/ 5243 w 10000"/>
              <a:gd name="connsiteY0" fmla="*/ 79 h 9966"/>
              <a:gd name="connsiteX1" fmla="*/ 3148 w 10000"/>
              <a:gd name="connsiteY1" fmla="*/ 796 h 9966"/>
              <a:gd name="connsiteX2" fmla="*/ 600 w 10000"/>
              <a:gd name="connsiteY2" fmla="*/ 1942 h 9966"/>
              <a:gd name="connsiteX3" fmla="*/ 94 w 10000"/>
              <a:gd name="connsiteY3" fmla="*/ 6612 h 9966"/>
              <a:gd name="connsiteX4" fmla="*/ 2031 w 10000"/>
              <a:gd name="connsiteY4" fmla="*/ 9948 h 9966"/>
              <a:gd name="connsiteX5" fmla="*/ 4139 w 10000"/>
              <a:gd name="connsiteY5" fmla="*/ 8683 h 9966"/>
              <a:gd name="connsiteX6" fmla="*/ 7509 w 10000"/>
              <a:gd name="connsiteY6" fmla="*/ 9056 h 9966"/>
              <a:gd name="connsiteX7" fmla="*/ 9123 w 10000"/>
              <a:gd name="connsiteY7" fmla="*/ 8849 h 9966"/>
              <a:gd name="connsiteX8" fmla="*/ 9888 w 10000"/>
              <a:gd name="connsiteY8" fmla="*/ 7567 h 9966"/>
              <a:gd name="connsiteX9" fmla="*/ 9859 w 10000"/>
              <a:gd name="connsiteY9" fmla="*/ 3140 h 9966"/>
              <a:gd name="connsiteX10" fmla="*/ 8613 w 10000"/>
              <a:gd name="connsiteY10" fmla="*/ 577 h 9966"/>
              <a:gd name="connsiteX11" fmla="*/ 5243 w 10000"/>
              <a:gd name="connsiteY11" fmla="*/ 79 h 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00" h="9966">
                <a:moveTo>
                  <a:pt x="5243" y="79"/>
                </a:moveTo>
                <a:cubicBezTo>
                  <a:pt x="4365" y="204"/>
                  <a:pt x="3927" y="485"/>
                  <a:pt x="3148" y="796"/>
                </a:cubicBezTo>
                <a:cubicBezTo>
                  <a:pt x="2369" y="1106"/>
                  <a:pt x="1108" y="972"/>
                  <a:pt x="600" y="1942"/>
                </a:cubicBezTo>
                <a:cubicBezTo>
                  <a:pt x="91" y="2911"/>
                  <a:pt x="-144" y="5278"/>
                  <a:pt x="94" y="6612"/>
                </a:cubicBezTo>
                <a:cubicBezTo>
                  <a:pt x="333" y="7946"/>
                  <a:pt x="1163" y="9760"/>
                  <a:pt x="2031" y="9948"/>
                </a:cubicBezTo>
                <a:cubicBezTo>
                  <a:pt x="2899" y="10136"/>
                  <a:pt x="3225" y="8832"/>
                  <a:pt x="4139" y="8683"/>
                </a:cubicBezTo>
                <a:cubicBezTo>
                  <a:pt x="5052" y="8534"/>
                  <a:pt x="6674" y="9035"/>
                  <a:pt x="7509" y="9056"/>
                </a:cubicBezTo>
                <a:cubicBezTo>
                  <a:pt x="8344" y="9077"/>
                  <a:pt x="8726" y="9097"/>
                  <a:pt x="9123" y="8849"/>
                </a:cubicBezTo>
                <a:cubicBezTo>
                  <a:pt x="9519" y="8601"/>
                  <a:pt x="9759" y="8519"/>
                  <a:pt x="9888" y="7567"/>
                </a:cubicBezTo>
                <a:cubicBezTo>
                  <a:pt x="10015" y="6615"/>
                  <a:pt x="10071" y="4299"/>
                  <a:pt x="9859" y="3140"/>
                </a:cubicBezTo>
                <a:cubicBezTo>
                  <a:pt x="9647" y="1983"/>
                  <a:pt x="9377" y="1073"/>
                  <a:pt x="8613" y="577"/>
                </a:cubicBezTo>
                <a:cubicBezTo>
                  <a:pt x="7849" y="79"/>
                  <a:pt x="6390" y="-127"/>
                  <a:pt x="5243" y="79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87" name="Line 130">
            <a:extLst>
              <a:ext uri="{FF2B5EF4-FFF2-40B4-BE49-F238E27FC236}">
                <a16:creationId xmlns:a16="http://schemas.microsoft.com/office/drawing/2014/main" id="{BA049FB3-9F2D-F84D-9473-BB8AF615D3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2061" y="3311688"/>
            <a:ext cx="157454" cy="8415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188" name="Line 131">
            <a:extLst>
              <a:ext uri="{FF2B5EF4-FFF2-40B4-BE49-F238E27FC236}">
                <a16:creationId xmlns:a16="http://schemas.microsoft.com/office/drawing/2014/main" id="{C810FEE7-0839-4946-853F-3D2AB6E06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7748" y="3479990"/>
            <a:ext cx="0" cy="8078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189" name="Line 132">
            <a:extLst>
              <a:ext uri="{FF2B5EF4-FFF2-40B4-BE49-F238E27FC236}">
                <a16:creationId xmlns:a16="http://schemas.microsoft.com/office/drawing/2014/main" id="{7A367922-E410-7840-A773-2D732D40D1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2061" y="3379009"/>
            <a:ext cx="329487" cy="282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190" name="Line 133">
            <a:extLst>
              <a:ext uri="{FF2B5EF4-FFF2-40B4-BE49-F238E27FC236}">
                <a16:creationId xmlns:a16="http://schemas.microsoft.com/office/drawing/2014/main" id="{E2674585-BA78-A443-97BB-E5255E5F4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386" y="3377887"/>
            <a:ext cx="0" cy="19186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191" name="Line 134">
            <a:extLst>
              <a:ext uri="{FF2B5EF4-FFF2-40B4-BE49-F238E27FC236}">
                <a16:creationId xmlns:a16="http://schemas.microsoft.com/office/drawing/2014/main" id="{A1D94A21-56CF-A24A-83D0-85C94A7B2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5387" y="3677463"/>
            <a:ext cx="2361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5BE09AEA-8140-5E4C-BC2E-45351450D4BA}"/>
              </a:ext>
            </a:extLst>
          </p:cNvPr>
          <p:cNvGrpSpPr/>
          <p:nvPr/>
        </p:nvGrpSpPr>
        <p:grpSpPr>
          <a:xfrm flipH="1">
            <a:off x="1559152" y="3670725"/>
            <a:ext cx="466530" cy="2244"/>
            <a:chOff x="3159352" y="3666243"/>
            <a:chExt cx="466530" cy="2244"/>
          </a:xfrm>
        </p:grpSpPr>
        <p:sp>
          <p:nvSpPr>
            <p:cNvPr id="192" name="Line 135">
              <a:extLst>
                <a:ext uri="{FF2B5EF4-FFF2-40B4-BE49-F238E27FC236}">
                  <a16:creationId xmlns:a16="http://schemas.microsoft.com/office/drawing/2014/main" id="{534722DD-8C97-364D-97D3-E8C372CE4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9352" y="3668487"/>
              <a:ext cx="2216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197" name="Line 172">
              <a:extLst>
                <a:ext uri="{FF2B5EF4-FFF2-40B4-BE49-F238E27FC236}">
                  <a16:creationId xmlns:a16="http://schemas.microsoft.com/office/drawing/2014/main" id="{6A5F222A-F320-8A4D-A101-AD8611F73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280" y="3666243"/>
              <a:ext cx="221602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198" name="Text Box 580">
            <a:extLst>
              <a:ext uri="{FF2B5EF4-FFF2-40B4-BE49-F238E27FC236}">
                <a16:creationId xmlns:a16="http://schemas.microsoft.com/office/drawing/2014/main" id="{05C27FCC-FFC4-1A42-9305-E713469E7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995" y="3806255"/>
            <a:ext cx="22738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pt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/>
              </a:rPr>
              <a:t>Provedor de serviços </a:t>
            </a:r>
            <a:endParaRPr lang="pt-BR">
              <a:ea typeface="ＭＳ Ｐゴシック"/>
            </a:endParaRPr>
          </a:p>
          <a:p>
            <a:pPr marL="0" marR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/>
              </a:rPr>
              <a:t>de Internet</a:t>
            </a:r>
            <a:endParaRPr lang="pt">
              <a:ea typeface="ＭＳ Ｐゴシック"/>
            </a:endParaRPr>
          </a:p>
        </p:txBody>
      </p:sp>
      <p:sp>
        <p:nvSpPr>
          <p:cNvPr id="232" name="Line 176">
            <a:extLst>
              <a:ext uri="{FF2B5EF4-FFF2-40B4-BE49-F238E27FC236}">
                <a16:creationId xmlns:a16="http://schemas.microsoft.com/office/drawing/2014/main" id="{77367670-A7FE-DA42-B5CB-53C3AD6C87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5813" y="3373096"/>
            <a:ext cx="452437" cy="381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ea typeface="ＭＳ Ｐゴシック" charset="0"/>
              <a:cs typeface="Arial" charset="0"/>
            </a:endParaRPr>
          </a:p>
        </p:txBody>
      </p:sp>
      <p:sp>
        <p:nvSpPr>
          <p:cNvPr id="233" name="Text Box 177">
            <a:extLst>
              <a:ext uri="{FF2B5EF4-FFF2-40B4-BE49-F238E27FC236}">
                <a16:creationId xmlns:a16="http://schemas.microsoft.com/office/drawing/2014/main" id="{982F024F-66F2-D547-9A68-4E45A8380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310" y="3615330"/>
            <a:ext cx="1611339" cy="46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modem a cabo</a:t>
            </a:r>
          </a:p>
          <a:p>
            <a:pPr marL="0" marR="0" lvl="0" indent="0" algn="r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Sistema de terminação</a:t>
            </a:r>
          </a:p>
        </p:txBody>
      </p:sp>
      <p:grpSp>
        <p:nvGrpSpPr>
          <p:cNvPr id="234" name="Group 2">
            <a:extLst>
              <a:ext uri="{FF2B5EF4-FFF2-40B4-BE49-F238E27FC236}">
                <a16:creationId xmlns:a16="http://schemas.microsoft.com/office/drawing/2014/main" id="{EB20829C-C2C8-044E-8B94-CD986EBB0283}"/>
              </a:ext>
            </a:extLst>
          </p:cNvPr>
          <p:cNvGrpSpPr>
            <a:grpSpLocks/>
          </p:cNvGrpSpPr>
          <p:nvPr/>
        </p:nvGrpSpPr>
        <p:grpSpPr bwMode="auto">
          <a:xfrm>
            <a:off x="9146140" y="2298358"/>
            <a:ext cx="2498818" cy="1466537"/>
            <a:chOff x="467224" y="1239838"/>
            <a:chExt cx="2268538" cy="1465643"/>
          </a:xfrm>
        </p:grpSpPr>
        <p:sp>
          <p:nvSpPr>
            <p:cNvPr id="235" name="Rectangle 9">
              <a:extLst>
                <a:ext uri="{FF2B5EF4-FFF2-40B4-BE49-F238E27FC236}">
                  <a16:creationId xmlns:a16="http://schemas.microsoft.com/office/drawing/2014/main" id="{DD540BB4-19DF-8849-B206-BD6B1408B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379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36" name="Line 7">
              <a:extLst>
                <a:ext uri="{FF2B5EF4-FFF2-40B4-BE49-F238E27FC236}">
                  <a16:creationId xmlns:a16="http://schemas.microsoft.com/office/drawing/2014/main" id="{FB71DB5B-A160-3A48-AE99-90B9FF3BA5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8850" y="2201863"/>
              <a:ext cx="365125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37" name="Text Box 39">
              <a:extLst>
                <a:ext uri="{FF2B5EF4-FFF2-40B4-BE49-F238E27FC236}">
                  <a16:creationId xmlns:a16="http://schemas.microsoft.com/office/drawing/2014/main" id="{EB1348A4-24CD-1E44-88F8-7830C3AFD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087" y="2264475"/>
              <a:ext cx="748923" cy="441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cabo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modem</a:t>
              </a:r>
            </a:p>
          </p:txBody>
        </p:sp>
        <p:sp>
          <p:nvSpPr>
            <p:cNvPr id="238" name="Text Box 41">
              <a:extLst>
                <a:ext uri="{FF2B5EF4-FFF2-40B4-BE49-F238E27FC236}">
                  <a16:creationId xmlns:a16="http://schemas.microsoft.com/office/drawing/2014/main" id="{8349886E-58FF-B046-80BF-ECA0B3CB5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799" y="2331583"/>
              <a:ext cx="707245" cy="26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Divisor</a:t>
              </a:r>
            </a:p>
          </p:txBody>
        </p:sp>
        <p:grpSp>
          <p:nvGrpSpPr>
            <p:cNvPr id="239" name="Group 13">
              <a:extLst>
                <a:ext uri="{FF2B5EF4-FFF2-40B4-BE49-F238E27FC236}">
                  <a16:creationId xmlns:a16="http://schemas.microsoft.com/office/drawing/2014/main" id="{30E87D95-D7AC-5346-9120-9E6EC57CD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925" y="2078038"/>
              <a:ext cx="614363" cy="220662"/>
              <a:chOff x="322" y="890"/>
              <a:chExt cx="872" cy="339"/>
            </a:xfrm>
          </p:grpSpPr>
          <p:sp>
            <p:nvSpPr>
              <p:cNvPr id="248" name="Rectangle 14">
                <a:extLst>
                  <a:ext uri="{FF2B5EF4-FFF2-40B4-BE49-F238E27FC236}">
                    <a16:creationId xmlns:a16="http://schemas.microsoft.com/office/drawing/2014/main" id="{A9BAD309-D5C5-614D-B693-C67071C10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9" name="Rectangle 15">
                <a:extLst>
                  <a:ext uri="{FF2B5EF4-FFF2-40B4-BE49-F238E27FC236}">
                    <a16:creationId xmlns:a16="http://schemas.microsoft.com/office/drawing/2014/main" id="{0220B554-E7D3-F548-BC5D-91C2D1818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0" name="Rectangle 16">
                <a:extLst>
                  <a:ext uri="{FF2B5EF4-FFF2-40B4-BE49-F238E27FC236}">
                    <a16:creationId xmlns:a16="http://schemas.microsoft.com/office/drawing/2014/main" id="{9EA0D1A9-01E8-8B4A-B60C-6BC291712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1" name="Rectangle 17">
                <a:extLst>
                  <a:ext uri="{FF2B5EF4-FFF2-40B4-BE49-F238E27FC236}">
                    <a16:creationId xmlns:a16="http://schemas.microsoft.com/office/drawing/2014/main" id="{98A797A7-008D-354C-96ED-D81C6B571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2" name="Rectangle 18">
                <a:extLst>
                  <a:ext uri="{FF2B5EF4-FFF2-40B4-BE49-F238E27FC236}">
                    <a16:creationId xmlns:a16="http://schemas.microsoft.com/office/drawing/2014/main" id="{67D0B14D-EED2-C149-BDE9-6BA7A5147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3" name="AutoShape 19">
                <a:extLst>
                  <a:ext uri="{FF2B5EF4-FFF2-40B4-BE49-F238E27FC236}">
                    <a16:creationId xmlns:a16="http://schemas.microsoft.com/office/drawing/2014/main" id="{E034E9AE-9B8D-3D42-B2F3-0ADCD2E5C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240" name="AutoShape 21">
              <a:extLst>
                <a:ext uri="{FF2B5EF4-FFF2-40B4-BE49-F238E27FC236}">
                  <a16:creationId xmlns:a16="http://schemas.microsoft.com/office/drawing/2014/main" id="{82B9E5FE-6BF1-F649-BE4A-9DE0EE33D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24" y="1239838"/>
              <a:ext cx="2268538" cy="468028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41" name="Rectangle 22">
              <a:extLst>
                <a:ext uri="{FF2B5EF4-FFF2-40B4-BE49-F238E27FC236}">
                  <a16:creationId xmlns:a16="http://schemas.microsoft.com/office/drawing/2014/main" id="{A10F90D2-AA03-214F-88E6-81C65C8F3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42" name="Freeform 23">
              <a:extLst>
                <a:ext uri="{FF2B5EF4-FFF2-40B4-BE49-F238E27FC236}">
                  <a16:creationId xmlns:a16="http://schemas.microsoft.com/office/drawing/2014/main" id="{44F75FB3-7AD9-664F-B0D1-CFACEDC08A5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0845" y="1691922"/>
              <a:ext cx="479425" cy="434975"/>
            </a:xfrm>
            <a:custGeom>
              <a:avLst/>
              <a:gdLst>
                <a:gd name="T0" fmla="*/ 2147483647 w 381"/>
                <a:gd name="T1" fmla="*/ 2147483647 h 274"/>
                <a:gd name="T2" fmla="*/ 2147483647 w 381"/>
                <a:gd name="T3" fmla="*/ 2147483647 h 274"/>
                <a:gd name="T4" fmla="*/ 0 w 381"/>
                <a:gd name="T5" fmla="*/ 0 h 2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1" h="274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3" name="Line 24">
              <a:extLst>
                <a:ext uri="{FF2B5EF4-FFF2-40B4-BE49-F238E27FC236}">
                  <a16:creationId xmlns:a16="http://schemas.microsoft.com/office/drawing/2014/main" id="{F2B915F6-A2A3-B34C-A375-8EFD324B3F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701" y="2215556"/>
              <a:ext cx="2397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pic>
          <p:nvPicPr>
            <p:cNvPr id="244" name="Picture 25" descr="tevê">
              <a:extLst>
                <a:ext uri="{FF2B5EF4-FFF2-40B4-BE49-F238E27FC236}">
                  <a16:creationId xmlns:a16="http://schemas.microsoft.com/office/drawing/2014/main" id="{477C9371-ACC2-724A-B0A8-361D1C6FD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5" name="Group 181">
              <a:extLst>
                <a:ext uri="{FF2B5EF4-FFF2-40B4-BE49-F238E27FC236}">
                  <a16:creationId xmlns:a16="http://schemas.microsoft.com/office/drawing/2014/main" id="{AA33DC69-DFD9-8845-B93A-D4AB8AA2D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id="246" name="Picture 182" descr="desktop_computer_stylized_medium">
                <a:extLst>
                  <a:ext uri="{FF2B5EF4-FFF2-40B4-BE49-F238E27FC236}">
                    <a16:creationId xmlns:a16="http://schemas.microsoft.com/office/drawing/2014/main" id="{D2729833-534C-6443-A1A7-9247867BD6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183">
                <a:extLst>
                  <a:ext uri="{FF2B5EF4-FFF2-40B4-BE49-F238E27FC236}">
                    <a16:creationId xmlns:a16="http://schemas.microsoft.com/office/drawing/2014/main" id="{F7F57EE2-12F0-584B-A870-9B2DC5367E6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grpSp>
        <p:nvGrpSpPr>
          <p:cNvPr id="254" name="Group 8">
            <a:extLst>
              <a:ext uri="{FF2B5EF4-FFF2-40B4-BE49-F238E27FC236}">
                <a16:creationId xmlns:a16="http://schemas.microsoft.com/office/drawing/2014/main" id="{A6124704-7265-E246-8B8F-A1899A14DC0E}"/>
              </a:ext>
            </a:extLst>
          </p:cNvPr>
          <p:cNvGrpSpPr>
            <a:grpSpLocks/>
          </p:cNvGrpSpPr>
          <p:nvPr/>
        </p:nvGrpSpPr>
        <p:grpSpPr bwMode="auto">
          <a:xfrm>
            <a:off x="4691063" y="2507908"/>
            <a:ext cx="4938712" cy="1389063"/>
            <a:chOff x="4327270" y="1745934"/>
            <a:chExt cx="4938730" cy="1388847"/>
          </a:xfrm>
        </p:grpSpPr>
        <p:sp>
          <p:nvSpPr>
            <p:cNvPr id="255" name="Line 94">
              <a:extLst>
                <a:ext uri="{FF2B5EF4-FFF2-40B4-BE49-F238E27FC236}">
                  <a16:creationId xmlns:a16="http://schemas.microsoft.com/office/drawing/2014/main" id="{7F4BC0F0-CF12-544A-BB11-6132B2CB1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270" y="2504641"/>
              <a:ext cx="49387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56" name="Group 7">
              <a:extLst>
                <a:ext uri="{FF2B5EF4-FFF2-40B4-BE49-F238E27FC236}">
                  <a16:creationId xmlns:a16="http://schemas.microsoft.com/office/drawing/2014/main" id="{CE28F841-1006-2D42-AD3B-E8BEB4883A2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34163" y="1745934"/>
              <a:ext cx="2894013" cy="752358"/>
              <a:chOff x="5534163" y="1745934"/>
              <a:chExt cx="2894013" cy="752358"/>
            </a:xfrm>
          </p:grpSpPr>
          <p:grpSp>
            <p:nvGrpSpPr>
              <p:cNvPr id="296" name="Group 26">
                <a:extLst>
                  <a:ext uri="{FF2B5EF4-FFF2-40B4-BE49-F238E27FC236}">
                    <a16:creationId xmlns:a16="http://schemas.microsoft.com/office/drawing/2014/main" id="{085DD102-ADD6-3341-90FC-C93595FF07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34163" y="1752284"/>
                <a:ext cx="850900" cy="527050"/>
                <a:chOff x="-490" y="1664"/>
                <a:chExt cx="1429" cy="842"/>
              </a:xfrm>
            </p:grpSpPr>
            <p:sp>
              <p:nvSpPr>
                <p:cNvPr id="335" name="AutoShape 27">
                  <a:extLst>
                    <a:ext uri="{FF2B5EF4-FFF2-40B4-BE49-F238E27FC236}">
                      <a16:creationId xmlns:a16="http://schemas.microsoft.com/office/drawing/2014/main" id="{6A97A305-05F0-A641-B6D6-A929DBC29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336" name="Group 28">
                  <a:extLst>
                    <a:ext uri="{FF2B5EF4-FFF2-40B4-BE49-F238E27FC236}">
                      <a16:creationId xmlns:a16="http://schemas.microsoft.com/office/drawing/2014/main" id="{DD90E225-31C2-954C-8DEC-7BD3AFBA89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37" name="Rectangle 29">
                    <a:extLst>
                      <a:ext uri="{FF2B5EF4-FFF2-40B4-BE49-F238E27FC236}">
                        <a16:creationId xmlns:a16="http://schemas.microsoft.com/office/drawing/2014/main" id="{A9903755-27D9-704C-BB66-3C4D76AB10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38" name="Line 7">
                    <a:extLst>
                      <a:ext uri="{FF2B5EF4-FFF2-40B4-BE49-F238E27FC236}">
                        <a16:creationId xmlns:a16="http://schemas.microsoft.com/office/drawing/2014/main" id="{9385E579-9CD6-2F44-975A-C036D95409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grpSp>
                <p:nvGrpSpPr>
                  <p:cNvPr id="339" name="Group 31">
                    <a:extLst>
                      <a:ext uri="{FF2B5EF4-FFF2-40B4-BE49-F238E27FC236}">
                        <a16:creationId xmlns:a16="http://schemas.microsoft.com/office/drawing/2014/main" id="{3C6A471F-A4F3-9340-8F7A-3124858BDD3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45" name="Rectangle 32">
                      <a:extLst>
                        <a:ext uri="{FF2B5EF4-FFF2-40B4-BE49-F238E27FC236}">
                          <a16:creationId xmlns:a16="http://schemas.microsoft.com/office/drawing/2014/main" id="{E1C1B86B-F83B-4E49-8436-FCE71C16CB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46" name="Rectangle 33">
                      <a:extLst>
                        <a:ext uri="{FF2B5EF4-FFF2-40B4-BE49-F238E27FC236}">
                          <a16:creationId xmlns:a16="http://schemas.microsoft.com/office/drawing/2014/main" id="{72C2A603-D736-E74C-8F62-E12A4A34A4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47" name="Rectangle 34">
                      <a:extLst>
                        <a:ext uri="{FF2B5EF4-FFF2-40B4-BE49-F238E27FC236}">
                          <a16:creationId xmlns:a16="http://schemas.microsoft.com/office/drawing/2014/main" id="{DEA7D0BC-36BB-A942-9E39-90CB307912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48" name="Rectangle 35">
                      <a:extLst>
                        <a:ext uri="{FF2B5EF4-FFF2-40B4-BE49-F238E27FC236}">
                          <a16:creationId xmlns:a16="http://schemas.microsoft.com/office/drawing/2014/main" id="{CD3E3109-5BF8-BC49-A4FD-701B1209F7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49" name="Rectangle 36">
                      <a:extLst>
                        <a:ext uri="{FF2B5EF4-FFF2-40B4-BE49-F238E27FC236}">
                          <a16:creationId xmlns:a16="http://schemas.microsoft.com/office/drawing/2014/main" id="{8DB6809C-1A6C-1848-86D3-AC336F5256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50" name="AutoShape 37">
                      <a:extLst>
                        <a:ext uri="{FF2B5EF4-FFF2-40B4-BE49-F238E27FC236}">
                          <a16:creationId xmlns:a16="http://schemas.microsoft.com/office/drawing/2014/main" id="{238B90F3-F8D7-7E44-B808-BD74D911CF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</a:endParaRPr>
                    </a:p>
                  </p:txBody>
                </p:sp>
              </p:grpSp>
              <p:pic>
                <p:nvPicPr>
                  <p:cNvPr id="340" name="Picture 38" descr="desktop_computer_stylized_small">
                    <a:extLst>
                      <a:ext uri="{FF2B5EF4-FFF2-40B4-BE49-F238E27FC236}">
                        <a16:creationId xmlns:a16="http://schemas.microsoft.com/office/drawing/2014/main" id="{A66823E0-C61E-0242-A088-77165F889C0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41" name="Rectangle 39">
                    <a:extLst>
                      <a:ext uri="{FF2B5EF4-FFF2-40B4-BE49-F238E27FC236}">
                        <a16:creationId xmlns:a16="http://schemas.microsoft.com/office/drawing/2014/main" id="{C2363609-BFD5-134B-8E59-BB238A20C9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42" name="Freeform 40">
                    <a:extLst>
                      <a:ext uri="{FF2B5EF4-FFF2-40B4-BE49-F238E27FC236}">
                        <a16:creationId xmlns:a16="http://schemas.microsoft.com/office/drawing/2014/main" id="{73B464D1-49E3-9245-93EB-9907439E2D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Line 41">
                    <a:extLst>
                      <a:ext uri="{FF2B5EF4-FFF2-40B4-BE49-F238E27FC236}">
                        <a16:creationId xmlns:a16="http://schemas.microsoft.com/office/drawing/2014/main" id="{F1E7F941-7FB1-CF4A-A86E-4745E87FA5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pic>
                <p:nvPicPr>
                  <p:cNvPr id="344" name="Picture 42" descr="tevê">
                    <a:extLst>
                      <a:ext uri="{FF2B5EF4-FFF2-40B4-BE49-F238E27FC236}">
                        <a16:creationId xmlns:a16="http://schemas.microsoft.com/office/drawing/2014/main" id="{5C8F3C6D-D835-7840-82EE-69730EA6CA4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297" name="Group 43">
                <a:extLst>
                  <a:ext uri="{FF2B5EF4-FFF2-40B4-BE49-F238E27FC236}">
                    <a16:creationId xmlns:a16="http://schemas.microsoft.com/office/drawing/2014/main" id="{67079048-1948-974E-A614-943FD2E761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35863" y="1745934"/>
                <a:ext cx="850900" cy="527050"/>
                <a:chOff x="-490" y="1664"/>
                <a:chExt cx="1429" cy="842"/>
              </a:xfrm>
            </p:grpSpPr>
            <p:sp>
              <p:nvSpPr>
                <p:cNvPr id="319" name="AutoShape 44">
                  <a:extLst>
                    <a:ext uri="{FF2B5EF4-FFF2-40B4-BE49-F238E27FC236}">
                      <a16:creationId xmlns:a16="http://schemas.microsoft.com/office/drawing/2014/main" id="{456E65D0-645B-CE4F-B30E-AF2FC63CC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320" name="Group 45">
                  <a:extLst>
                    <a:ext uri="{FF2B5EF4-FFF2-40B4-BE49-F238E27FC236}">
                      <a16:creationId xmlns:a16="http://schemas.microsoft.com/office/drawing/2014/main" id="{E3E2C60A-617F-744F-81D5-30BB67D53B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21" name="Rectangle 46">
                    <a:extLst>
                      <a:ext uri="{FF2B5EF4-FFF2-40B4-BE49-F238E27FC236}">
                        <a16:creationId xmlns:a16="http://schemas.microsoft.com/office/drawing/2014/main" id="{002E7FEA-35B8-F94E-AE8D-E87EA41569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22" name="Line 7">
                    <a:extLst>
                      <a:ext uri="{FF2B5EF4-FFF2-40B4-BE49-F238E27FC236}">
                        <a16:creationId xmlns:a16="http://schemas.microsoft.com/office/drawing/2014/main" id="{B69B1E6A-61F6-6848-A082-E7712464DF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grpSp>
                <p:nvGrpSpPr>
                  <p:cNvPr id="323" name="Group 48">
                    <a:extLst>
                      <a:ext uri="{FF2B5EF4-FFF2-40B4-BE49-F238E27FC236}">
                        <a16:creationId xmlns:a16="http://schemas.microsoft.com/office/drawing/2014/main" id="{82871A84-AE0A-984A-BC23-B1C94CC6BA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29" name="Rectangle 49">
                      <a:extLst>
                        <a:ext uri="{FF2B5EF4-FFF2-40B4-BE49-F238E27FC236}">
                          <a16:creationId xmlns:a16="http://schemas.microsoft.com/office/drawing/2014/main" id="{D056BEE1-4B05-F54C-81EC-370750ED99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30" name="Rectangle 50">
                      <a:extLst>
                        <a:ext uri="{FF2B5EF4-FFF2-40B4-BE49-F238E27FC236}">
                          <a16:creationId xmlns:a16="http://schemas.microsoft.com/office/drawing/2014/main" id="{E244CA29-71A6-EC47-ACFB-87F7789143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31" name="Rectangle 51">
                      <a:extLst>
                        <a:ext uri="{FF2B5EF4-FFF2-40B4-BE49-F238E27FC236}">
                          <a16:creationId xmlns:a16="http://schemas.microsoft.com/office/drawing/2014/main" id="{7B42A43F-637B-9142-969B-01468F67251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32" name="Rectangle 52">
                      <a:extLst>
                        <a:ext uri="{FF2B5EF4-FFF2-40B4-BE49-F238E27FC236}">
                          <a16:creationId xmlns:a16="http://schemas.microsoft.com/office/drawing/2014/main" id="{23B87611-7608-CC43-A967-AEE4B8BB85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33" name="Rectangle 53">
                      <a:extLst>
                        <a:ext uri="{FF2B5EF4-FFF2-40B4-BE49-F238E27FC236}">
                          <a16:creationId xmlns:a16="http://schemas.microsoft.com/office/drawing/2014/main" id="{AE5DFE7E-43E3-0F42-A0FE-E6AD63E149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34" name="AutoShape 54">
                      <a:extLst>
                        <a:ext uri="{FF2B5EF4-FFF2-40B4-BE49-F238E27FC236}">
                          <a16:creationId xmlns:a16="http://schemas.microsoft.com/office/drawing/2014/main" id="{079E5BE1-85B6-3747-AA3F-D2688B378F4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</a:endParaRPr>
                    </a:p>
                  </p:txBody>
                </p:sp>
              </p:grpSp>
              <p:pic>
                <p:nvPicPr>
                  <p:cNvPr id="324" name="Picture 55" descr="desktop_computer_stylized_small">
                    <a:extLst>
                      <a:ext uri="{FF2B5EF4-FFF2-40B4-BE49-F238E27FC236}">
                        <a16:creationId xmlns:a16="http://schemas.microsoft.com/office/drawing/2014/main" id="{07D61FCA-DAAF-AD44-9EC9-CA49616D35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5" name="Rectangle 56">
                    <a:extLst>
                      <a:ext uri="{FF2B5EF4-FFF2-40B4-BE49-F238E27FC236}">
                        <a16:creationId xmlns:a16="http://schemas.microsoft.com/office/drawing/2014/main" id="{1001F98C-ED6F-D948-99EF-322AC120DD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26" name="Freeform 57">
                    <a:extLst>
                      <a:ext uri="{FF2B5EF4-FFF2-40B4-BE49-F238E27FC236}">
                        <a16:creationId xmlns:a16="http://schemas.microsoft.com/office/drawing/2014/main" id="{92EA9D03-931E-C347-82FA-D160F604F4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sp>
                <p:nvSpPr>
                  <p:cNvPr id="327" name="Line 58">
                    <a:extLst>
                      <a:ext uri="{FF2B5EF4-FFF2-40B4-BE49-F238E27FC236}">
                        <a16:creationId xmlns:a16="http://schemas.microsoft.com/office/drawing/2014/main" id="{7AABC235-4ADE-CB40-BB43-1D33F57E8C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pic>
                <p:nvPicPr>
                  <p:cNvPr id="328" name="Picture 59" descr="tevê">
                    <a:extLst>
                      <a:ext uri="{FF2B5EF4-FFF2-40B4-BE49-F238E27FC236}">
                        <a16:creationId xmlns:a16="http://schemas.microsoft.com/office/drawing/2014/main" id="{9654A268-82FE-4245-B25A-3A124BC4308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298" name="Group 95">
                <a:extLst>
                  <a:ext uri="{FF2B5EF4-FFF2-40B4-BE49-F238E27FC236}">
                    <a16:creationId xmlns:a16="http://schemas.microsoft.com/office/drawing/2014/main" id="{FD849A36-3DCA-4848-84EE-49CDE7D3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77276" y="1753872"/>
                <a:ext cx="850900" cy="527050"/>
                <a:chOff x="-490" y="1664"/>
                <a:chExt cx="1429" cy="842"/>
              </a:xfrm>
            </p:grpSpPr>
            <p:sp>
              <p:nvSpPr>
                <p:cNvPr id="303" name="AutoShape 96">
                  <a:extLst>
                    <a:ext uri="{FF2B5EF4-FFF2-40B4-BE49-F238E27FC236}">
                      <a16:creationId xmlns:a16="http://schemas.microsoft.com/office/drawing/2014/main" id="{2134D4E9-8248-CE44-9AAB-057757A4B9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304" name="Group 97">
                  <a:extLst>
                    <a:ext uri="{FF2B5EF4-FFF2-40B4-BE49-F238E27FC236}">
                      <a16:creationId xmlns:a16="http://schemas.microsoft.com/office/drawing/2014/main" id="{5467ECCE-4A4E-A64E-85D9-0663675678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05" name="Rectangle 98">
                    <a:extLst>
                      <a:ext uri="{FF2B5EF4-FFF2-40B4-BE49-F238E27FC236}">
                        <a16:creationId xmlns:a16="http://schemas.microsoft.com/office/drawing/2014/main" id="{49829436-0D5F-004B-AEFC-A5B3EFF126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06" name="Line 7">
                    <a:extLst>
                      <a:ext uri="{FF2B5EF4-FFF2-40B4-BE49-F238E27FC236}">
                        <a16:creationId xmlns:a16="http://schemas.microsoft.com/office/drawing/2014/main" id="{297A059F-49AA-5B45-A6BF-AE3B9EFA95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grpSp>
                <p:nvGrpSpPr>
                  <p:cNvPr id="307" name="Group 100">
                    <a:extLst>
                      <a:ext uri="{FF2B5EF4-FFF2-40B4-BE49-F238E27FC236}">
                        <a16:creationId xmlns:a16="http://schemas.microsoft.com/office/drawing/2014/main" id="{26F51CA6-CBA9-BB44-A274-61BE894B26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13" name="Rectangle 101">
                      <a:extLst>
                        <a:ext uri="{FF2B5EF4-FFF2-40B4-BE49-F238E27FC236}">
                          <a16:creationId xmlns:a16="http://schemas.microsoft.com/office/drawing/2014/main" id="{7875F5E9-821A-0B41-84DA-59FA2188A4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14" name="Rectangle 102">
                      <a:extLst>
                        <a:ext uri="{FF2B5EF4-FFF2-40B4-BE49-F238E27FC236}">
                          <a16:creationId xmlns:a16="http://schemas.microsoft.com/office/drawing/2014/main" id="{E632E424-0BBD-1643-908C-709C6232D47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15" name="Rectangle 103">
                      <a:extLst>
                        <a:ext uri="{FF2B5EF4-FFF2-40B4-BE49-F238E27FC236}">
                          <a16:creationId xmlns:a16="http://schemas.microsoft.com/office/drawing/2014/main" id="{8B81DAEF-25EA-8348-99B9-5386288651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16" name="Rectangle 104">
                      <a:extLst>
                        <a:ext uri="{FF2B5EF4-FFF2-40B4-BE49-F238E27FC236}">
                          <a16:creationId xmlns:a16="http://schemas.microsoft.com/office/drawing/2014/main" id="{7BAB38B7-A3F3-CB49-B51F-DC1F9670CF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17" name="Rectangle 105">
                      <a:extLst>
                        <a:ext uri="{FF2B5EF4-FFF2-40B4-BE49-F238E27FC236}">
                          <a16:creationId xmlns:a16="http://schemas.microsoft.com/office/drawing/2014/main" id="{0CDBE914-F84E-7D4E-B3B2-D8F9DE98A8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318" name="AutoShape 106">
                      <a:extLst>
                        <a:ext uri="{FF2B5EF4-FFF2-40B4-BE49-F238E27FC236}">
                          <a16:creationId xmlns:a16="http://schemas.microsoft.com/office/drawing/2014/main" id="{021DD6DC-DF6F-6F4A-85BD-FADA0DD51B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</a:endParaRPr>
                    </a:p>
                  </p:txBody>
                </p:sp>
              </p:grpSp>
              <p:pic>
                <p:nvPicPr>
                  <p:cNvPr id="308" name="Picture 107" descr="desktop_computer_stylized_small">
                    <a:extLst>
                      <a:ext uri="{FF2B5EF4-FFF2-40B4-BE49-F238E27FC236}">
                        <a16:creationId xmlns:a16="http://schemas.microsoft.com/office/drawing/2014/main" id="{A9B48AEA-369A-ED41-8FEC-F20EFBC33B8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09" name="Rectangle 108">
                    <a:extLst>
                      <a:ext uri="{FF2B5EF4-FFF2-40B4-BE49-F238E27FC236}">
                        <a16:creationId xmlns:a16="http://schemas.microsoft.com/office/drawing/2014/main" id="{E99A4E83-8C3B-804F-B09B-776F804CA9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310" name="Freeform 109">
                    <a:extLst>
                      <a:ext uri="{FF2B5EF4-FFF2-40B4-BE49-F238E27FC236}">
                        <a16:creationId xmlns:a16="http://schemas.microsoft.com/office/drawing/2014/main" id="{BC91D9E2-0A1B-3B42-9C7F-ECD4B0D1B2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110">
                    <a:extLst>
                      <a:ext uri="{FF2B5EF4-FFF2-40B4-BE49-F238E27FC236}">
                        <a16:creationId xmlns:a16="http://schemas.microsoft.com/office/drawing/2014/main" id="{7033F15B-5083-064E-8DA3-D925A29A43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pic>
                <p:nvPicPr>
                  <p:cNvPr id="312" name="Picture 111" descr="tevê">
                    <a:extLst>
                      <a:ext uri="{FF2B5EF4-FFF2-40B4-BE49-F238E27FC236}">
                        <a16:creationId xmlns:a16="http://schemas.microsoft.com/office/drawing/2014/main" id="{E6ACCA90-C189-5C46-B6A3-BB68EF5AC5A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299" name="Text Box 112">
                <a:extLst>
                  <a:ext uri="{FF2B5EF4-FFF2-40B4-BE49-F238E27FC236}">
                    <a16:creationId xmlns:a16="http://schemas.microsoft.com/office/drawing/2014/main" id="{BF0F7862-2B93-8D4E-8DE9-1D1D28C36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9808" y="1823710"/>
                <a:ext cx="397868" cy="4615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…</a:t>
                </a:r>
              </a:p>
            </p:txBody>
          </p:sp>
          <p:sp>
            <p:nvSpPr>
              <p:cNvPr id="300" name="Line 113">
                <a:extLst>
                  <a:ext uri="{FF2B5EF4-FFF2-40B4-BE49-F238E27FC236}">
                    <a16:creationId xmlns:a16="http://schemas.microsoft.com/office/drawing/2014/main" id="{E1CD1932-974E-6946-B4E6-8C6990D34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69544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01" name="Line 114">
                <a:extLst>
                  <a:ext uri="{FF2B5EF4-FFF2-40B4-BE49-F238E27FC236}">
                    <a16:creationId xmlns:a16="http://schemas.microsoft.com/office/drawing/2014/main" id="{26697457-3ACA-B84C-A50C-83DEF80C9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74423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02" name="Line 115">
                <a:extLst>
                  <a:ext uri="{FF2B5EF4-FFF2-40B4-BE49-F238E27FC236}">
                    <a16:creationId xmlns:a16="http://schemas.microsoft.com/office/drawing/2014/main" id="{0D8D793E-91EB-F741-BB52-5FDEB56CF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1077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257" name="Group 5">
              <a:extLst>
                <a:ext uri="{FF2B5EF4-FFF2-40B4-BE49-F238E27FC236}">
                  <a16:creationId xmlns:a16="http://schemas.microsoft.com/office/drawing/2014/main" id="{DE861C37-8A06-864D-B9A4-27252E961CB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298039" y="2490881"/>
              <a:ext cx="850900" cy="627063"/>
              <a:chOff x="6488251" y="2501584"/>
              <a:chExt cx="850900" cy="627063"/>
            </a:xfrm>
          </p:grpSpPr>
          <p:grpSp>
            <p:nvGrpSpPr>
              <p:cNvPr id="278" name="Group 77">
                <a:extLst>
                  <a:ext uri="{FF2B5EF4-FFF2-40B4-BE49-F238E27FC236}">
                    <a16:creationId xmlns:a16="http://schemas.microsoft.com/office/drawing/2014/main" id="{EFE4B320-2D18-0548-9546-499C02132F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280" name="AutoShape 78">
                  <a:extLst>
                    <a:ext uri="{FF2B5EF4-FFF2-40B4-BE49-F238E27FC236}">
                      <a16:creationId xmlns:a16="http://schemas.microsoft.com/office/drawing/2014/main" id="{79A4A823-9D81-AD47-B418-203FDA51A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89" y="1663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81" name="Group 79">
                  <a:extLst>
                    <a:ext uri="{FF2B5EF4-FFF2-40B4-BE49-F238E27FC236}">
                      <a16:creationId xmlns:a16="http://schemas.microsoft.com/office/drawing/2014/main" id="{F844C0D3-5A34-714F-B8AD-CCC8CD4A8E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82" name="Rectangle 80">
                    <a:extLst>
                      <a:ext uri="{FF2B5EF4-FFF2-40B4-BE49-F238E27FC236}">
                        <a16:creationId xmlns:a16="http://schemas.microsoft.com/office/drawing/2014/main" id="{50412332-25A0-0E4D-A3EC-1F11110203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83" name="Line 7">
                    <a:extLst>
                      <a:ext uri="{FF2B5EF4-FFF2-40B4-BE49-F238E27FC236}">
                        <a16:creationId xmlns:a16="http://schemas.microsoft.com/office/drawing/2014/main" id="{913FB20A-42A8-3B47-942A-C08EC3175D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grpSp>
                <p:nvGrpSpPr>
                  <p:cNvPr id="284" name="Group 82">
                    <a:extLst>
                      <a:ext uri="{FF2B5EF4-FFF2-40B4-BE49-F238E27FC236}">
                        <a16:creationId xmlns:a16="http://schemas.microsoft.com/office/drawing/2014/main" id="{6AE7A535-20D2-7845-906B-57B285A8069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90" name="Rectangle 83">
                      <a:extLst>
                        <a:ext uri="{FF2B5EF4-FFF2-40B4-BE49-F238E27FC236}">
                          <a16:creationId xmlns:a16="http://schemas.microsoft.com/office/drawing/2014/main" id="{4DAB170B-872C-AC48-8EB1-7AEA4707CA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91" name="Rectangle 84">
                      <a:extLst>
                        <a:ext uri="{FF2B5EF4-FFF2-40B4-BE49-F238E27FC236}">
                          <a16:creationId xmlns:a16="http://schemas.microsoft.com/office/drawing/2014/main" id="{0AFA26B4-968C-5C4A-A558-6F55DED874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92" name="Rectangle 85">
                      <a:extLst>
                        <a:ext uri="{FF2B5EF4-FFF2-40B4-BE49-F238E27FC236}">
                          <a16:creationId xmlns:a16="http://schemas.microsoft.com/office/drawing/2014/main" id="{06BD0766-DE7D-7C4B-BE12-E496331D41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93" name="Rectangle 86">
                      <a:extLst>
                        <a:ext uri="{FF2B5EF4-FFF2-40B4-BE49-F238E27FC236}">
                          <a16:creationId xmlns:a16="http://schemas.microsoft.com/office/drawing/2014/main" id="{C84C5A24-A69E-3949-A04F-18EBA27F94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94" name="Rectangle 87">
                      <a:extLst>
                        <a:ext uri="{FF2B5EF4-FFF2-40B4-BE49-F238E27FC236}">
                          <a16:creationId xmlns:a16="http://schemas.microsoft.com/office/drawing/2014/main" id="{3A0EE1B9-BC91-B046-A9CD-F67E0D19A2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95" name="AutoShape 88">
                      <a:extLst>
                        <a:ext uri="{FF2B5EF4-FFF2-40B4-BE49-F238E27FC236}">
                          <a16:creationId xmlns:a16="http://schemas.microsoft.com/office/drawing/2014/main" id="{CBCA0129-7B22-AA4F-B528-C23E49901D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</a:endParaRPr>
                    </a:p>
                  </p:txBody>
                </p:sp>
              </p:grpSp>
              <p:pic>
                <p:nvPicPr>
                  <p:cNvPr id="285" name="Picture 89" descr="desktop_computer_stylized_small">
                    <a:extLst>
                      <a:ext uri="{FF2B5EF4-FFF2-40B4-BE49-F238E27FC236}">
                        <a16:creationId xmlns:a16="http://schemas.microsoft.com/office/drawing/2014/main" id="{686390BB-FAC3-1449-A6CA-F02AD8F5F3B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86" name="Rectangle 90">
                    <a:extLst>
                      <a:ext uri="{FF2B5EF4-FFF2-40B4-BE49-F238E27FC236}">
                        <a16:creationId xmlns:a16="http://schemas.microsoft.com/office/drawing/2014/main" id="{31E1F360-ADB7-F54C-956B-A65BE831BC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87" name="Freeform 91">
                    <a:extLst>
                      <a:ext uri="{FF2B5EF4-FFF2-40B4-BE49-F238E27FC236}">
                        <a16:creationId xmlns:a16="http://schemas.microsoft.com/office/drawing/2014/main" id="{7F66C5B5-3F81-1943-B90B-9823940A13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sp>
                <p:nvSpPr>
                  <p:cNvPr id="288" name="Line 92">
                    <a:extLst>
                      <a:ext uri="{FF2B5EF4-FFF2-40B4-BE49-F238E27FC236}">
                        <a16:creationId xmlns:a16="http://schemas.microsoft.com/office/drawing/2014/main" id="{01F98E44-06DD-F74F-A19A-7DA908382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1" y="2269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pic>
                <p:nvPicPr>
                  <p:cNvPr id="289" name="Picture 93" descr="tevê">
                    <a:extLst>
                      <a:ext uri="{FF2B5EF4-FFF2-40B4-BE49-F238E27FC236}">
                        <a16:creationId xmlns:a16="http://schemas.microsoft.com/office/drawing/2014/main" id="{AF40B057-9970-1C45-9273-0ECE7FF5F36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279" name="Freeform 116">
                <a:extLst>
                  <a:ext uri="{FF2B5EF4-FFF2-40B4-BE49-F238E27FC236}">
                    <a16:creationId xmlns:a16="http://schemas.microsoft.com/office/drawing/2014/main" id="{7F938C16-8A8F-A844-AD81-A0C78CFFD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58" name="Group 186">
              <a:extLst>
                <a:ext uri="{FF2B5EF4-FFF2-40B4-BE49-F238E27FC236}">
                  <a16:creationId xmlns:a16="http://schemas.microsoft.com/office/drawing/2014/main" id="{70E8839F-CEE5-CB41-A06E-4CB0D3272F8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84260" y="2507718"/>
              <a:ext cx="850900" cy="627063"/>
              <a:chOff x="6488251" y="2501584"/>
              <a:chExt cx="850900" cy="627063"/>
            </a:xfrm>
          </p:grpSpPr>
          <p:grpSp>
            <p:nvGrpSpPr>
              <p:cNvPr id="260" name="Group 77">
                <a:extLst>
                  <a:ext uri="{FF2B5EF4-FFF2-40B4-BE49-F238E27FC236}">
                    <a16:creationId xmlns:a16="http://schemas.microsoft.com/office/drawing/2014/main" id="{0E7D840E-2707-394C-AE0D-30B10E3523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262" name="AutoShape 78">
                  <a:extLst>
                    <a:ext uri="{FF2B5EF4-FFF2-40B4-BE49-F238E27FC236}">
                      <a16:creationId xmlns:a16="http://schemas.microsoft.com/office/drawing/2014/main" id="{0F41449C-C9CB-7D44-8773-CE1DF79D8E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1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63" name="Group 79">
                  <a:extLst>
                    <a:ext uri="{FF2B5EF4-FFF2-40B4-BE49-F238E27FC236}">
                      <a16:creationId xmlns:a16="http://schemas.microsoft.com/office/drawing/2014/main" id="{B90C2A7D-EE14-3F42-95E4-1209FE49CB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64" name="Rectangle 80">
                    <a:extLst>
                      <a:ext uri="{FF2B5EF4-FFF2-40B4-BE49-F238E27FC236}">
                        <a16:creationId xmlns:a16="http://schemas.microsoft.com/office/drawing/2014/main" id="{71248F58-EEC6-EF41-9C7D-EAC2C4E841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65" name="Line 7">
                    <a:extLst>
                      <a:ext uri="{FF2B5EF4-FFF2-40B4-BE49-F238E27FC236}">
                        <a16:creationId xmlns:a16="http://schemas.microsoft.com/office/drawing/2014/main" id="{F7549C0E-3FEC-B045-BF52-5B60A5E653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grpSp>
                <p:nvGrpSpPr>
                  <p:cNvPr id="266" name="Group 82">
                    <a:extLst>
                      <a:ext uri="{FF2B5EF4-FFF2-40B4-BE49-F238E27FC236}">
                        <a16:creationId xmlns:a16="http://schemas.microsoft.com/office/drawing/2014/main" id="{A40A0AC4-0483-6D4F-B084-53AD0B584C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72" name="Rectangle 83">
                      <a:extLst>
                        <a:ext uri="{FF2B5EF4-FFF2-40B4-BE49-F238E27FC236}">
                          <a16:creationId xmlns:a16="http://schemas.microsoft.com/office/drawing/2014/main" id="{B30D25B7-E6DA-8E45-8513-2F74D66580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73" name="Rectangle 84">
                      <a:extLst>
                        <a:ext uri="{FF2B5EF4-FFF2-40B4-BE49-F238E27FC236}">
                          <a16:creationId xmlns:a16="http://schemas.microsoft.com/office/drawing/2014/main" id="{A35064C1-4527-644B-A09D-9F1DCAA50C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74" name="Rectangle 85">
                      <a:extLst>
                        <a:ext uri="{FF2B5EF4-FFF2-40B4-BE49-F238E27FC236}">
                          <a16:creationId xmlns:a16="http://schemas.microsoft.com/office/drawing/2014/main" id="{E79D8F2B-7AC8-B14A-BDA7-E0194B467B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75" name="Rectangle 86">
                      <a:extLst>
                        <a:ext uri="{FF2B5EF4-FFF2-40B4-BE49-F238E27FC236}">
                          <a16:creationId xmlns:a16="http://schemas.microsoft.com/office/drawing/2014/main" id="{4887E6B0-0A86-0345-B6AA-E45EA7EACC7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76" name="Rectangle 87">
                      <a:extLst>
                        <a:ext uri="{FF2B5EF4-FFF2-40B4-BE49-F238E27FC236}">
                          <a16:creationId xmlns:a16="http://schemas.microsoft.com/office/drawing/2014/main" id="{359841B3-BFFF-974A-AFE6-BF37DED86F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77" name="AutoShape 88">
                      <a:extLst>
                        <a:ext uri="{FF2B5EF4-FFF2-40B4-BE49-F238E27FC236}">
                          <a16:creationId xmlns:a16="http://schemas.microsoft.com/office/drawing/2014/main" id="{FE9B27CE-05B9-6845-9FDA-DBE30E5D65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ＭＳ Ｐゴシック" charset="0"/>
                      </a:endParaRPr>
                    </a:p>
                  </p:txBody>
                </p:sp>
              </p:grpSp>
              <p:pic>
                <p:nvPicPr>
                  <p:cNvPr id="267" name="Picture 89" descr="desktop_computer_stylized_small">
                    <a:extLst>
                      <a:ext uri="{FF2B5EF4-FFF2-40B4-BE49-F238E27FC236}">
                        <a16:creationId xmlns:a16="http://schemas.microsoft.com/office/drawing/2014/main" id="{0C3D06FA-8772-414E-A3E4-DB625290E30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8" name="Rectangle 90">
                    <a:extLst>
                      <a:ext uri="{FF2B5EF4-FFF2-40B4-BE49-F238E27FC236}">
                        <a16:creationId xmlns:a16="http://schemas.microsoft.com/office/drawing/2014/main" id="{40838EAD-5142-A941-8A31-4312DAC593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69" name="Freeform 91">
                    <a:extLst>
                      <a:ext uri="{FF2B5EF4-FFF2-40B4-BE49-F238E27FC236}">
                        <a16:creationId xmlns:a16="http://schemas.microsoft.com/office/drawing/2014/main" id="{E32D1201-A30F-3844-95F3-01C63B1244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  <p:sp>
                <p:nvSpPr>
                  <p:cNvPr id="270" name="Line 92">
                    <a:extLst>
                      <a:ext uri="{FF2B5EF4-FFF2-40B4-BE49-F238E27FC236}">
                        <a16:creationId xmlns:a16="http://schemas.microsoft.com/office/drawing/2014/main" id="{748C608C-9066-7D45-88DF-ABDD354976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9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 charset="0"/>
                    </a:endParaRPr>
                  </a:p>
                </p:txBody>
              </p:sp>
              <p:pic>
                <p:nvPicPr>
                  <p:cNvPr id="271" name="Picture 93" descr="tevê">
                    <a:extLst>
                      <a:ext uri="{FF2B5EF4-FFF2-40B4-BE49-F238E27FC236}">
                        <a16:creationId xmlns:a16="http://schemas.microsoft.com/office/drawing/2014/main" id="{350E5CCD-C371-C149-976C-2EAB5CEA17E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261" name="Freeform 116">
                <a:extLst>
                  <a:ext uri="{FF2B5EF4-FFF2-40B4-BE49-F238E27FC236}">
                    <a16:creationId xmlns:a16="http://schemas.microsoft.com/office/drawing/2014/main" id="{521CABCE-FFFC-2B40-A68E-4BD8076C1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259" name="Text Box 112">
              <a:extLst>
                <a:ext uri="{FF2B5EF4-FFF2-40B4-BE49-F238E27FC236}">
                  <a16:creationId xmlns:a16="http://schemas.microsoft.com/office/drawing/2014/main" id="{E31F2E6C-7AAB-AD49-96E7-1928C7B76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7904" y="2596702"/>
              <a:ext cx="397867" cy="4615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…</a:t>
              </a:r>
            </a:p>
          </p:txBody>
        </p: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51BEFBE-BCA3-2F4B-BDD1-5ECFCAA475F5}"/>
              </a:ext>
            </a:extLst>
          </p:cNvPr>
          <p:cNvGrpSpPr>
            <a:grpSpLocks/>
          </p:cNvGrpSpPr>
          <p:nvPr/>
        </p:nvGrpSpPr>
        <p:grpSpPr bwMode="auto">
          <a:xfrm>
            <a:off x="4167188" y="1614147"/>
            <a:ext cx="6373812" cy="773112"/>
            <a:chOff x="1912787" y="1498311"/>
            <a:chExt cx="5338532" cy="773565"/>
          </a:xfrm>
        </p:grpSpPr>
        <p:sp>
          <p:nvSpPr>
            <p:cNvPr id="352" name="Text Box 6">
              <a:extLst>
                <a:ext uri="{FF2B5EF4-FFF2-40B4-BE49-F238E27FC236}">
                  <a16:creationId xmlns:a16="http://schemas.microsoft.com/office/drawing/2014/main" id="{E1DCA51E-F340-6745-86C7-DA42ADFFA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787" y="1498311"/>
              <a:ext cx="5338532" cy="517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Quadros de Internet, canais de TV, controle transmitido </a:t>
              </a:r>
            </a:p>
            <a:p>
              <a:pPr marL="0" marR="0" lvl="0" indent="0" algn="ctr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 jusante em diferentes frequências</a:t>
              </a:r>
            </a:p>
          </p:txBody>
        </p:sp>
        <p:sp>
          <p:nvSpPr>
            <p:cNvPr id="353" name="Right Arrow 9">
              <a:extLst>
                <a:ext uri="{FF2B5EF4-FFF2-40B4-BE49-F238E27FC236}">
                  <a16:creationId xmlns:a16="http://schemas.microsoft.com/office/drawing/2014/main" id="{3AA45F91-3051-A342-9D9D-1888A8C84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110" y="1929117"/>
              <a:ext cx="2387053" cy="342759"/>
            </a:xfrm>
            <a:prstGeom prst="righ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</p:grpSp>
      <p:pic>
        <p:nvPicPr>
          <p:cNvPr id="354" name="Picture 6">
            <a:extLst>
              <a:ext uri="{FF2B5EF4-FFF2-40B4-BE49-F238E27FC236}">
                <a16:creationId xmlns:a16="http://schemas.microsoft.com/office/drawing/2014/main" id="{58D6AD41-4378-564C-A41B-258894B59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3" y="2949233"/>
            <a:ext cx="2603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56" name="Rectangle 3">
            <a:extLst>
              <a:ext uri="{FF2B5EF4-FFF2-40B4-BE49-F238E27FC236}">
                <a16:creationId xmlns:a16="http://schemas.microsoft.com/office/drawing/2014/main" id="{F438DCA3-4E4A-9748-9529-7D06BA50B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457700"/>
            <a:ext cx="10377487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</a:pPr>
            <a:r>
              <a:rPr lang="pt" sz="2400">
                <a:solidFill>
                  <a:srgbClr val="C00000"/>
                </a:solidFill>
              </a:rPr>
              <a:t>vários</a:t>
            </a:r>
            <a:r>
              <a:rPr lang="pt" sz="2400" i="0">
                <a:solidFill>
                  <a:srgbClr val="CC0000"/>
                </a:solidFill>
              </a:rPr>
              <a:t> </a:t>
            </a:r>
            <a:r>
              <a:rPr lang="pt" sz="2400" i="0">
                <a:solidFill>
                  <a:srgbClr val="000000"/>
                </a:solidFill>
              </a:rPr>
              <a:t>canais FDM downstream (broadcast): até 1,6 Gbps/canal </a:t>
            </a:r>
            <a:endParaRPr lang="en-US" sz="2400" i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</a:pPr>
            <a:r>
              <a:rPr lang="pt" sz="2400" i="0">
                <a:solidFill>
                  <a:srgbClr val="000000"/>
                </a:solidFill>
              </a:rPr>
              <a:t>um único CMTS transmite para canais</a:t>
            </a:r>
            <a:endParaRPr lang="pt" sz="2400" i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</a:pPr>
            <a:r>
              <a:rPr lang="pt" sz="2400">
                <a:solidFill>
                  <a:srgbClr val="C00000"/>
                </a:solidFill>
              </a:rPr>
              <a:t>vários</a:t>
            </a:r>
            <a:r>
              <a:rPr lang="pt" sz="2400">
                <a:solidFill>
                  <a:srgbClr val="000099"/>
                </a:solidFill>
              </a:rPr>
              <a:t> </a:t>
            </a:r>
            <a:r>
              <a:rPr lang="pt" sz="2400" i="0">
                <a:solidFill>
                  <a:srgbClr val="000000"/>
                </a:solidFill>
              </a:rPr>
              <a:t>canais upstream (até 1 Gbps/canal)</a:t>
            </a:r>
            <a:endParaRPr lang="pt" sz="2400" i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</a:pPr>
            <a:r>
              <a:rPr lang="pt" sz="2400">
                <a:solidFill>
                  <a:srgbClr val="C00000"/>
                </a:solidFill>
              </a:rPr>
              <a:t>acesso múltiplo: </a:t>
            </a:r>
            <a:r>
              <a:rPr lang="pt" sz="2400">
                <a:solidFill>
                  <a:srgbClr val="000000"/>
                </a:solidFill>
              </a:rPr>
              <a:t>todos os usuários disputam (acesso aleatório) determinados intervalos de tempo do canal upstream; outros atribuídos ao TDM</a:t>
            </a:r>
            <a:endParaRPr lang="en-US" sz="2000" i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13D1BCCC-AB2A-9044-A1A0-1E8585251F0D}"/>
              </a:ext>
            </a:extLst>
          </p:cNvPr>
          <p:cNvGrpSpPr/>
          <p:nvPr/>
        </p:nvGrpSpPr>
        <p:grpSpPr>
          <a:xfrm>
            <a:off x="1996700" y="3278328"/>
            <a:ext cx="466491" cy="198344"/>
            <a:chOff x="7493876" y="2774731"/>
            <a:chExt cx="1481958" cy="894622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B990E23F-CCEF-174C-B3B9-03E0375F45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25379E7-9589-B84A-A32D-7F80B0F6BE5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7F49EFC4-DD6F-8E44-9F6A-19D4E0301BD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59B9FBE3-E3DF-1B48-9335-42430A05E7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42A7CCB5-2A19-904F-9394-EE441A2B2A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9CBE96BA-3B82-4F47-BE86-99F9C9C329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BB1D25A1-FD56-AB49-AA70-D58C92ABF5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899A8F9D-657A-004C-8F47-3039E6D80BF7}"/>
              </a:ext>
            </a:extLst>
          </p:cNvPr>
          <p:cNvGrpSpPr/>
          <p:nvPr/>
        </p:nvGrpSpPr>
        <p:grpSpPr>
          <a:xfrm>
            <a:off x="1995970" y="3548856"/>
            <a:ext cx="466491" cy="198344"/>
            <a:chOff x="7493876" y="2774731"/>
            <a:chExt cx="1481958" cy="894622"/>
          </a:xfrm>
        </p:grpSpPr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39ED702E-77C1-7140-9D6D-A4B8FA6D4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DC306447-14D6-7D4B-BAB9-F738BFC477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65F45794-D357-044A-941F-EE4DFF0845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030B1D3F-BF25-1B4B-BF02-FE7930423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1C62AACD-31F0-4A45-B8EC-703AEF39CC0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0B327D71-2E0E-9A4A-94F6-F4FC284DDB6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E2B1B66D-8CCD-7F48-A406-A2B34A246B3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02A94172-ADC7-7944-BAE4-D9E3B90A75B9}"/>
              </a:ext>
            </a:extLst>
          </p:cNvPr>
          <p:cNvGrpSpPr/>
          <p:nvPr/>
        </p:nvGrpSpPr>
        <p:grpSpPr>
          <a:xfrm>
            <a:off x="2560361" y="3211972"/>
            <a:ext cx="466491" cy="198344"/>
            <a:chOff x="7493876" y="2774731"/>
            <a:chExt cx="1481958" cy="894622"/>
          </a:xfrm>
        </p:grpSpPr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6B0E0549-99B8-9C40-9EB4-5C9E314D7D5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F6D98FF-3C56-B645-AD8F-99178F5ADA2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08EA1B06-2996-D84C-9ED4-6B708D553D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25DF6408-1B4D-C14A-B2FA-AC971CD322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11852680-3331-2049-A431-A4396CA2213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9941D3D9-5312-9D4A-9979-73051D64F1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D7BF4746-0E1C-E249-9E8A-1DC2C58F9C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A2D70DD2-1DCF-4A4A-9D19-509460C1B3E4}"/>
              </a:ext>
            </a:extLst>
          </p:cNvPr>
          <p:cNvGrpSpPr/>
          <p:nvPr/>
        </p:nvGrpSpPr>
        <p:grpSpPr>
          <a:xfrm>
            <a:off x="2699636" y="3556877"/>
            <a:ext cx="466491" cy="198344"/>
            <a:chOff x="7493876" y="2774731"/>
            <a:chExt cx="1481958" cy="894622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A6288576-CB20-1C40-BCEE-E51139E04A8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8BA949C7-400B-594F-94BB-4F9FB0DA9B0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274D30E0-CD07-494A-9D0F-11AFD0C7394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D105884E-4C1F-2F4F-A5C0-30E9F44866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215BF697-5FE8-C44F-A4E8-8C8546B7DDA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BFF91DEF-8B58-5544-B145-10802855DE3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4EEC82B6-B890-614F-AE52-66F327110B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95C96F8E-4651-6447-9D97-25D2694F7190}"/>
              </a:ext>
            </a:extLst>
          </p:cNvPr>
          <p:cNvCxnSpPr>
            <a:cxnSpLocks/>
          </p:cNvCxnSpPr>
          <p:nvPr/>
        </p:nvCxnSpPr>
        <p:spPr>
          <a:xfrm>
            <a:off x="3025589" y="3307976"/>
            <a:ext cx="14029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95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7645-9B74-0447-A19A-F4146836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41" y="412065"/>
            <a:ext cx="11552583" cy="894622"/>
          </a:xfrm>
        </p:spPr>
        <p:txBody>
          <a:bodyPr>
            <a:normAutofit/>
          </a:bodyPr>
          <a:lstStyle/>
          <a:p>
            <a:r>
              <a:rPr lang="pt"/>
              <a:t>Rede de acesso a cabo: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996E3-B7FC-2B49-8611-D2528F10A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68" name="Rectangle 4">
            <a:extLst>
              <a:ext uri="{FF2B5EF4-FFF2-40B4-BE49-F238E27FC236}">
                <a16:creationId xmlns:a16="http://schemas.microsoft.com/office/drawing/2014/main" id="{30F492A7-7038-0245-AFE3-4313112DD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982" y="4159320"/>
            <a:ext cx="9941408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pt" sz="3200">
                <a:solidFill>
                  <a:srgbClr val="C00000"/>
                </a:solidFill>
                <a:ea typeface="ＭＳ Ｐゴシック" charset="0"/>
              </a:rPr>
              <a:t>DOCSIS: 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dados sobre especificação da interface de serviço a cabo</a:t>
            </a:r>
            <a:endParaRPr lang="en-US" sz="2800" b="1">
              <a:solidFill>
                <a:srgbClr val="000000"/>
              </a:solidFill>
              <a:ea typeface="ＭＳ Ｐゴシック" charset="0"/>
            </a:endParaRPr>
          </a:p>
          <a:p>
            <a:pPr marL="40767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FDM sobre canais de frequência upstream e downstream</a:t>
            </a:r>
            <a:endParaRPr lang="pt" sz="2400">
              <a:solidFill>
                <a:srgbClr val="000000"/>
              </a:solidFill>
              <a:ea typeface="ＭＳ Ｐゴシック" charset="0"/>
              <a:cs typeface="Calibri" panose="020F0502020204030204"/>
            </a:endParaRPr>
          </a:p>
          <a:p>
            <a:pPr marL="40767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TDM upstream: alguns slots atribuídos, alguns têm contenção</a:t>
            </a:r>
            <a:endParaRPr lang="pt" sz="2400">
              <a:solidFill>
                <a:srgbClr val="000000"/>
              </a:solidFill>
              <a:ea typeface="ＭＳ Ｐゴシック" charset="0"/>
              <a:cs typeface="Calibri" panose="020F0502020204030204"/>
            </a:endParaRPr>
          </a:p>
          <a:p>
            <a:pPr marL="680720" lvl="1" indent="-22352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quadro MAP downstream: atribui slots upstream</a:t>
            </a:r>
            <a:endParaRPr lang="pt" sz="2400">
              <a:solidFill>
                <a:srgbClr val="000000"/>
              </a:solidFill>
              <a:ea typeface="ＭＳ Ｐゴシック" charset="0"/>
              <a:cs typeface="Calibri" panose="020F0502020204030204"/>
            </a:endParaRPr>
          </a:p>
          <a:p>
            <a:pPr marL="680720" lvl="1" indent="-22352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solicitação de slots upstream (e dados) transmitidos acesso aleatório (recuo binário) em slots selecionados</a:t>
            </a:r>
            <a:endParaRPr lang="pt" sz="2400">
              <a:solidFill>
                <a:srgbClr val="000000"/>
              </a:solidFill>
              <a:ea typeface="ＭＳ Ｐゴシック" charset="0"/>
              <a:cs typeface="Calibri" panose="020F0502020204030204"/>
            </a:endParaRP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>
                <a:solidFill>
                  <a:srgbClr val="000000"/>
                </a:solidFill>
                <a:latin typeface="Gill Sans MT"/>
                <a:ea typeface="ＭＳ Ｐゴシック"/>
              </a:rPr>
              <a:t> </a:t>
            </a:r>
          </a:p>
        </p:txBody>
      </p:sp>
      <p:sp>
        <p:nvSpPr>
          <p:cNvPr id="472" name="TextBox 28">
            <a:extLst>
              <a:ext uri="{FF2B5EF4-FFF2-40B4-BE49-F238E27FC236}">
                <a16:creationId xmlns:a16="http://schemas.microsoft.com/office/drawing/2014/main" id="{530C6BAF-798A-3145-979F-66B05916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939" y="2865737"/>
            <a:ext cx="24384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Residências com modems a cabo</a:t>
            </a:r>
          </a:p>
        </p:txBody>
      </p:sp>
      <p:sp>
        <p:nvSpPr>
          <p:cNvPr id="473" name="Down Arrow 472">
            <a:extLst>
              <a:ext uri="{FF2B5EF4-FFF2-40B4-BE49-F238E27FC236}">
                <a16:creationId xmlns:a16="http://schemas.microsoft.com/office/drawing/2014/main" id="{41F5308B-1E51-B24E-903A-33C0E62ECFE8}"/>
              </a:ext>
            </a:extLst>
          </p:cNvPr>
          <p:cNvSpPr/>
          <p:nvPr/>
        </p:nvSpPr>
        <p:spPr bwMode="auto">
          <a:xfrm rot="16200000">
            <a:off x="6023803" y="60121"/>
            <a:ext cx="390525" cy="3606800"/>
          </a:xfrm>
          <a:prstGeom prst="downArrow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/>
            </a:endParaRPr>
          </a:p>
        </p:txBody>
      </p:sp>
      <p:sp>
        <p:nvSpPr>
          <p:cNvPr id="474" name="Down Arrow 473">
            <a:extLst>
              <a:ext uri="{FF2B5EF4-FFF2-40B4-BE49-F238E27FC236}">
                <a16:creationId xmlns:a16="http://schemas.microsoft.com/office/drawing/2014/main" id="{12B11F36-BD83-C341-8DCF-55214CB52D9C}"/>
              </a:ext>
            </a:extLst>
          </p:cNvPr>
          <p:cNvSpPr/>
          <p:nvPr/>
        </p:nvSpPr>
        <p:spPr bwMode="auto">
          <a:xfrm rot="5400000">
            <a:off x="5965066" y="485571"/>
            <a:ext cx="374650" cy="3606800"/>
          </a:xfrm>
          <a:prstGeom prst="downArrow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/>
            </a:endParaRPr>
          </a:p>
        </p:txBody>
      </p:sp>
      <p:sp>
        <p:nvSpPr>
          <p:cNvPr id="475" name="TextBox 31">
            <a:extLst>
              <a:ext uri="{FF2B5EF4-FFF2-40B4-BE49-F238E27FC236}">
                <a16:creationId xmlns:a16="http://schemas.microsoft.com/office/drawing/2014/main" id="{8585C1C8-4054-7746-B998-AF80A36AA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549" y="1730144"/>
            <a:ext cx="15776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Canal a jusante i</a:t>
            </a:r>
          </a:p>
        </p:txBody>
      </p:sp>
      <p:sp>
        <p:nvSpPr>
          <p:cNvPr id="476" name="TextBox 32">
            <a:extLst>
              <a:ext uri="{FF2B5EF4-FFF2-40B4-BE49-F238E27FC236}">
                <a16:creationId xmlns:a16="http://schemas.microsoft.com/office/drawing/2014/main" id="{92F0FB51-4401-F34E-82BD-63AA7B84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15" y="2152334"/>
            <a:ext cx="13949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Canal a montante 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862240-C3FB-4544-80A1-F56D8290CD49}"/>
              </a:ext>
            </a:extLst>
          </p:cNvPr>
          <p:cNvGrpSpPr/>
          <p:nvPr/>
        </p:nvGrpSpPr>
        <p:grpSpPr>
          <a:xfrm>
            <a:off x="5916168" y="1303951"/>
            <a:ext cx="1907860" cy="400110"/>
            <a:chOff x="5916168" y="1476227"/>
            <a:chExt cx="1907860" cy="400110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A9CE8DDF-CB5B-7943-8577-39A7BF85AD91}"/>
                </a:ext>
              </a:extLst>
            </p:cNvPr>
            <p:cNvSpPr/>
            <p:nvPr/>
          </p:nvSpPr>
          <p:spPr bwMode="auto">
            <a:xfrm>
              <a:off x="5916168" y="1495043"/>
              <a:ext cx="1047435" cy="369303"/>
            </a:xfrm>
            <a:prstGeom prst="rect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/>
              </a:endParaRPr>
            </a:p>
          </p:txBody>
        </p:sp>
        <p:sp>
          <p:nvSpPr>
            <p:cNvPr id="471" name="TextBox 6">
              <a:extLst>
                <a:ext uri="{FF2B5EF4-FFF2-40B4-BE49-F238E27FC236}">
                  <a16:creationId xmlns:a16="http://schemas.microsoft.com/office/drawing/2014/main" id="{4ABD2E79-8A72-D34A-9B26-D12F96E69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0797" y="1476227"/>
              <a:ext cx="9701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ts val="1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 MAP para</a:t>
              </a:r>
            </a:p>
            <a:p>
              <a:pPr marL="0" marR="0" lvl="0" indent="0" defTabSz="914400" eaLnBrk="0" fontAlgn="base" latinLnBrk="0" hangingPunct="0">
                <a:lnSpc>
                  <a:spcPts val="1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Intervalo [t1, t2]</a:t>
              </a:r>
            </a:p>
          </p:txBody>
        </p:sp>
        <p:pic>
          <p:nvPicPr>
            <p:cNvPr id="477" name="Picture 4">
              <a:extLst>
                <a:ext uri="{FF2B5EF4-FFF2-40B4-BE49-F238E27FC236}">
                  <a16:creationId xmlns:a16="http://schemas.microsoft.com/office/drawing/2014/main" id="{F8A47328-A2C4-2844-B768-D48108CB1A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6466" y="1556372"/>
              <a:ext cx="817562" cy="242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39FDA-8285-3846-BE5F-A2F785CA4A5C}"/>
              </a:ext>
            </a:extLst>
          </p:cNvPr>
          <p:cNvGrpSpPr/>
          <p:nvPr/>
        </p:nvGrpSpPr>
        <p:grpSpPr>
          <a:xfrm>
            <a:off x="4346093" y="2631871"/>
            <a:ext cx="4792289" cy="1442059"/>
            <a:chOff x="4346093" y="2804147"/>
            <a:chExt cx="4792289" cy="1442059"/>
          </a:xfrm>
        </p:grpSpPr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FA1BE581-ED5E-614A-927B-07EC31567664}"/>
                </a:ext>
              </a:extLst>
            </p:cNvPr>
            <p:cNvCxnSpPr/>
            <p:nvPr/>
          </p:nvCxnSpPr>
          <p:spPr bwMode="auto">
            <a:xfrm>
              <a:off x="4826828" y="2997822"/>
              <a:ext cx="2755900" cy="4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F1A06E48-3C9B-7D45-810D-3E3E09162C43}"/>
                </a:ext>
              </a:extLst>
            </p:cNvPr>
            <p:cNvCxnSpPr/>
            <p:nvPr/>
          </p:nvCxnSpPr>
          <p:spPr bwMode="auto">
            <a:xfrm>
              <a:off x="4885566" y="2804147"/>
              <a:ext cx="0" cy="19050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7B226097-38DD-FB4D-A5E9-E4BBC25FEDBE}"/>
                </a:ext>
              </a:extLst>
            </p:cNvPr>
            <p:cNvCxnSpPr/>
            <p:nvPr/>
          </p:nvCxnSpPr>
          <p:spPr bwMode="auto">
            <a:xfrm flipH="1">
              <a:off x="4971291" y="2889872"/>
              <a:ext cx="3175" cy="1079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A9586AA7-595C-614C-8541-D06D10BFD410}"/>
                </a:ext>
              </a:extLst>
            </p:cNvPr>
            <p:cNvCxnSpPr/>
            <p:nvPr/>
          </p:nvCxnSpPr>
          <p:spPr bwMode="auto">
            <a:xfrm flipH="1">
              <a:off x="5052253" y="2889872"/>
              <a:ext cx="3175" cy="1079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570F8CA2-6BC6-F147-AB7C-6CED07FED5A4}"/>
                </a:ext>
              </a:extLst>
            </p:cNvPr>
            <p:cNvCxnSpPr/>
            <p:nvPr/>
          </p:nvCxnSpPr>
          <p:spPr bwMode="auto">
            <a:xfrm flipH="1">
              <a:off x="5133216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347303E-7C8F-244F-ABFB-928A722EF148}"/>
                </a:ext>
              </a:extLst>
            </p:cNvPr>
            <p:cNvCxnSpPr/>
            <p:nvPr/>
          </p:nvCxnSpPr>
          <p:spPr bwMode="auto">
            <a:xfrm flipH="1">
              <a:off x="5214178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1FD40148-3E13-5646-9236-A3CC480373DC}"/>
                </a:ext>
              </a:extLst>
            </p:cNvPr>
            <p:cNvCxnSpPr/>
            <p:nvPr/>
          </p:nvCxnSpPr>
          <p:spPr bwMode="auto">
            <a:xfrm flipH="1">
              <a:off x="5295141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51082217-8F48-B846-A7CD-2F1BE46B3E0C}"/>
                </a:ext>
              </a:extLst>
            </p:cNvPr>
            <p:cNvCxnSpPr/>
            <p:nvPr/>
          </p:nvCxnSpPr>
          <p:spPr bwMode="auto">
            <a:xfrm flipH="1">
              <a:off x="5374516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AB29E83A-1724-9C49-A4CD-A03257B83324}"/>
                </a:ext>
              </a:extLst>
            </p:cNvPr>
            <p:cNvCxnSpPr/>
            <p:nvPr/>
          </p:nvCxnSpPr>
          <p:spPr bwMode="auto">
            <a:xfrm flipH="1">
              <a:off x="5455478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8D533E29-DD9B-1F45-8407-8019B1DCE1D7}"/>
                </a:ext>
              </a:extLst>
            </p:cNvPr>
            <p:cNvCxnSpPr/>
            <p:nvPr/>
          </p:nvCxnSpPr>
          <p:spPr bwMode="auto">
            <a:xfrm flipH="1">
              <a:off x="5536441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03C4D510-E354-DC4C-B832-6CFC1ACA64A5}"/>
                </a:ext>
              </a:extLst>
            </p:cNvPr>
            <p:cNvCxnSpPr/>
            <p:nvPr/>
          </p:nvCxnSpPr>
          <p:spPr bwMode="auto">
            <a:xfrm flipH="1">
              <a:off x="5617403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7E33BA97-BDAB-D042-9A64-FE7BADD814D9}"/>
                </a:ext>
              </a:extLst>
            </p:cNvPr>
            <p:cNvCxnSpPr/>
            <p:nvPr/>
          </p:nvCxnSpPr>
          <p:spPr bwMode="auto">
            <a:xfrm flipH="1">
              <a:off x="5706303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4A2A7189-9E5A-C249-B0E5-AF7D76DF64AB}"/>
                </a:ext>
              </a:extLst>
            </p:cNvPr>
            <p:cNvCxnSpPr/>
            <p:nvPr/>
          </p:nvCxnSpPr>
          <p:spPr bwMode="auto">
            <a:xfrm flipH="1">
              <a:off x="5785678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5B7D291F-10B2-8049-A8BD-3D79198FBBDA}"/>
                </a:ext>
              </a:extLst>
            </p:cNvPr>
            <p:cNvCxnSpPr/>
            <p:nvPr/>
          </p:nvCxnSpPr>
          <p:spPr bwMode="auto">
            <a:xfrm flipH="1">
              <a:off x="5866641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1C317B8F-D212-8445-9A9C-A62060215159}"/>
                </a:ext>
              </a:extLst>
            </p:cNvPr>
            <p:cNvCxnSpPr/>
            <p:nvPr/>
          </p:nvCxnSpPr>
          <p:spPr bwMode="auto">
            <a:xfrm flipH="1">
              <a:off x="5947603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B1490094-9D24-994C-9658-AC0440EF9F04}"/>
                </a:ext>
              </a:extLst>
            </p:cNvPr>
            <p:cNvCxnSpPr/>
            <p:nvPr/>
          </p:nvCxnSpPr>
          <p:spPr bwMode="auto">
            <a:xfrm flipH="1">
              <a:off x="6028566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7BF5E7BB-379D-4846-A58B-3D4136BB8BA0}"/>
                </a:ext>
              </a:extLst>
            </p:cNvPr>
            <p:cNvCxnSpPr/>
            <p:nvPr/>
          </p:nvCxnSpPr>
          <p:spPr bwMode="auto">
            <a:xfrm flipH="1">
              <a:off x="6109528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291EF189-E423-AC45-A9A4-BA291E8FEC52}"/>
                </a:ext>
              </a:extLst>
            </p:cNvPr>
            <p:cNvCxnSpPr/>
            <p:nvPr/>
          </p:nvCxnSpPr>
          <p:spPr bwMode="auto">
            <a:xfrm flipH="1">
              <a:off x="6190491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C4EB3038-7D66-784D-A6CA-4B4C5D5A8163}"/>
                </a:ext>
              </a:extLst>
            </p:cNvPr>
            <p:cNvCxnSpPr/>
            <p:nvPr/>
          </p:nvCxnSpPr>
          <p:spPr bwMode="auto">
            <a:xfrm flipH="1">
              <a:off x="6271453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03482880-5F89-B940-828B-6168C93CD03C}"/>
                </a:ext>
              </a:extLst>
            </p:cNvPr>
            <p:cNvCxnSpPr/>
            <p:nvPr/>
          </p:nvCxnSpPr>
          <p:spPr bwMode="auto">
            <a:xfrm flipH="1">
              <a:off x="6350828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2C55B6F8-33DE-8D4C-83D8-670FDCDD6CC0}"/>
                </a:ext>
              </a:extLst>
            </p:cNvPr>
            <p:cNvCxnSpPr/>
            <p:nvPr/>
          </p:nvCxnSpPr>
          <p:spPr bwMode="auto">
            <a:xfrm flipH="1">
              <a:off x="6444491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CDA21830-E307-3B4F-A30D-FBA9C134D3AF}"/>
                </a:ext>
              </a:extLst>
            </p:cNvPr>
            <p:cNvCxnSpPr/>
            <p:nvPr/>
          </p:nvCxnSpPr>
          <p:spPr bwMode="auto">
            <a:xfrm flipH="1">
              <a:off x="6533391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7F6389F6-270F-B748-98C1-701175F616C1}"/>
                </a:ext>
              </a:extLst>
            </p:cNvPr>
            <p:cNvCxnSpPr/>
            <p:nvPr/>
          </p:nvCxnSpPr>
          <p:spPr bwMode="auto">
            <a:xfrm flipH="1">
              <a:off x="6614353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17BDF4AD-E042-8E4A-9CCD-8C4E40205157}"/>
                </a:ext>
              </a:extLst>
            </p:cNvPr>
            <p:cNvCxnSpPr/>
            <p:nvPr/>
          </p:nvCxnSpPr>
          <p:spPr bwMode="auto">
            <a:xfrm flipH="1">
              <a:off x="6695316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0E37C29B-C5C3-6449-89A3-09B01402DD17}"/>
                </a:ext>
              </a:extLst>
            </p:cNvPr>
            <p:cNvCxnSpPr/>
            <p:nvPr/>
          </p:nvCxnSpPr>
          <p:spPr bwMode="auto">
            <a:xfrm flipH="1">
              <a:off x="6774691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47671E23-2987-C94F-9A5C-80114F4CA1BA}"/>
                </a:ext>
              </a:extLst>
            </p:cNvPr>
            <p:cNvCxnSpPr/>
            <p:nvPr/>
          </p:nvCxnSpPr>
          <p:spPr bwMode="auto">
            <a:xfrm flipH="1">
              <a:off x="6855653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98D6F032-C25D-994B-899C-446B70321171}"/>
                </a:ext>
              </a:extLst>
            </p:cNvPr>
            <p:cNvCxnSpPr/>
            <p:nvPr/>
          </p:nvCxnSpPr>
          <p:spPr bwMode="auto">
            <a:xfrm flipH="1">
              <a:off x="6936616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8DE0F531-F400-484A-9FCF-26227DB56016}"/>
                </a:ext>
              </a:extLst>
            </p:cNvPr>
            <p:cNvCxnSpPr/>
            <p:nvPr/>
          </p:nvCxnSpPr>
          <p:spPr bwMode="auto">
            <a:xfrm flipH="1">
              <a:off x="7017578" y="2893047"/>
              <a:ext cx="3175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ADB6B9A5-7441-814F-85CA-C17DA13E9CF2}"/>
                </a:ext>
              </a:extLst>
            </p:cNvPr>
            <p:cNvCxnSpPr/>
            <p:nvPr/>
          </p:nvCxnSpPr>
          <p:spPr bwMode="auto">
            <a:xfrm flipH="1">
              <a:off x="7098541" y="2893047"/>
              <a:ext cx="1587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51DBE608-CE92-234E-AA58-852D682BFC71}"/>
                </a:ext>
              </a:extLst>
            </p:cNvPr>
            <p:cNvCxnSpPr/>
            <p:nvPr/>
          </p:nvCxnSpPr>
          <p:spPr bwMode="auto">
            <a:xfrm flipH="1">
              <a:off x="7179503" y="2893047"/>
              <a:ext cx="1588" cy="1063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C5704CE3-E8E0-7741-ABA8-0EAD4765139C}"/>
                </a:ext>
              </a:extLst>
            </p:cNvPr>
            <p:cNvCxnSpPr/>
            <p:nvPr/>
          </p:nvCxnSpPr>
          <p:spPr bwMode="auto">
            <a:xfrm>
              <a:off x="7274753" y="2808719"/>
              <a:ext cx="0" cy="19050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509" name="TextBox 65">
              <a:extLst>
                <a:ext uri="{FF2B5EF4-FFF2-40B4-BE49-F238E27FC236}">
                  <a16:creationId xmlns:a16="http://schemas.microsoft.com/office/drawing/2014/main" id="{29762E37-E0D2-9B4F-8787-019BC4410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5167" y="3049834"/>
              <a:ext cx="32252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t</a:t>
              </a:r>
              <a:r>
                <a:rPr kumimoji="0" lang="pt" sz="16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510" name="TextBox 66">
              <a:extLst>
                <a:ext uri="{FF2B5EF4-FFF2-40B4-BE49-F238E27FC236}">
                  <a16:creationId xmlns:a16="http://schemas.microsoft.com/office/drawing/2014/main" id="{672B81FF-05EB-A44E-99EC-CDEC2A267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0369" y="3047418"/>
              <a:ext cx="32252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t</a:t>
              </a:r>
              <a:r>
                <a:rPr kumimoji="0" lang="pt" sz="16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5EE4FD1E-648C-8E44-92AB-E87DCA4DABB5}"/>
                </a:ext>
              </a:extLst>
            </p:cNvPr>
            <p:cNvCxnSpPr/>
            <p:nvPr/>
          </p:nvCxnSpPr>
          <p:spPr bwMode="auto">
            <a:xfrm>
              <a:off x="4877628" y="3081959"/>
              <a:ext cx="577850" cy="317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F4CAE3E-ADB0-6F42-8B27-AADC5378C819}"/>
                </a:ext>
              </a:extLst>
            </p:cNvPr>
            <p:cNvCxnSpPr/>
            <p:nvPr/>
          </p:nvCxnSpPr>
          <p:spPr bwMode="auto">
            <a:xfrm>
              <a:off x="5445953" y="3088309"/>
              <a:ext cx="1870075" cy="158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39216253-29EB-B543-8583-10EDECE59C17}"/>
                </a:ext>
              </a:extLst>
            </p:cNvPr>
            <p:cNvCxnSpPr/>
            <p:nvPr/>
          </p:nvCxnSpPr>
          <p:spPr bwMode="auto">
            <a:xfrm>
              <a:off x="5166553" y="3135934"/>
              <a:ext cx="4763" cy="51276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550F8C2A-CFB1-B24B-8DE1-2AA6F6D91695}"/>
                </a:ext>
              </a:extLst>
            </p:cNvPr>
            <p:cNvCxnSpPr/>
            <p:nvPr/>
          </p:nvCxnSpPr>
          <p:spPr bwMode="auto">
            <a:xfrm>
              <a:off x="6339716" y="3143872"/>
              <a:ext cx="6350" cy="51435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sp>
          <p:nvSpPr>
            <p:cNvPr id="515" name="TextBox 71">
              <a:extLst>
                <a:ext uri="{FF2B5EF4-FFF2-40B4-BE49-F238E27FC236}">
                  <a16:creationId xmlns:a16="http://schemas.microsoft.com/office/drawing/2014/main" id="{5019C175-DB78-7C48-BB28-C76354C29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3039" y="3601462"/>
              <a:ext cx="28953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Minislots atribuídos contendo modem a cabo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quadros de dados upstream</a:t>
              </a:r>
            </a:p>
          </p:txBody>
        </p:sp>
        <p:sp>
          <p:nvSpPr>
            <p:cNvPr id="516" name="TextBox 72">
              <a:extLst>
                <a:ext uri="{FF2B5EF4-FFF2-40B4-BE49-F238E27FC236}">
                  <a16:creationId xmlns:a16="http://schemas.microsoft.com/office/drawing/2014/main" id="{60680827-C214-C140-BAFD-FAC72AD752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093" y="3599875"/>
              <a:ext cx="179408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200" kern="0">
                  <a:solidFill>
                    <a:srgbClr val="000000"/>
                  </a:solidFill>
                  <a:latin typeface="+mn-lt"/>
                  <a:ea typeface="ＭＳ Ｐゴシック"/>
                  <a:cs typeface="Arial"/>
                </a:rPr>
                <a:t>Mini slots</a:t>
              </a:r>
              <a:r>
                <a:rPr kumimoji="0" lang="pt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/>
                  <a:cs typeface="Arial"/>
                </a:rPr>
                <a:t> contendo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pt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/>
                  <a:cs typeface="Arial"/>
                </a:rPr>
                <a:t>quadros de solicitação de </a:t>
              </a:r>
              <a:endParaRPr lang="pt" sz="1200" kern="0">
                <a:solidFill>
                  <a:srgbClr val="000000"/>
                </a:solidFill>
                <a:latin typeface="+mn-lt"/>
                <a:ea typeface="ＭＳ Ｐゴシック"/>
                <a:cs typeface="Arial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200" kern="0">
                  <a:solidFill>
                    <a:srgbClr val="000000"/>
                  </a:solidFill>
                  <a:latin typeface="+mn-lt"/>
                  <a:ea typeface="ＭＳ Ｐゴシック"/>
                  <a:cs typeface="Arial"/>
                </a:rPr>
                <a:t>Mini slots</a:t>
              </a:r>
              <a:endParaRPr lang="pt">
                <a:ea typeface="ＭＳ Ｐゴシック"/>
                <a:cs typeface="Arial"/>
              </a:endParaRPr>
            </a:p>
          </p:txBody>
        </p:sp>
      </p:grpSp>
      <p:sp>
        <p:nvSpPr>
          <p:cNvPr id="517" name="Rectangle 44">
            <a:extLst>
              <a:ext uri="{FF2B5EF4-FFF2-40B4-BE49-F238E27FC236}">
                <a16:creationId xmlns:a16="http://schemas.microsoft.com/office/drawing/2014/main" id="{6C2C886A-C69A-164C-A254-9290730C2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880" y="1789944"/>
            <a:ext cx="955617" cy="699947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518" name="Text Box 45">
            <a:extLst>
              <a:ext uri="{FF2B5EF4-FFF2-40B4-BE49-F238E27FC236}">
                <a16:creationId xmlns:a16="http://schemas.microsoft.com/office/drawing/2014/main" id="{9D972BBE-001E-6B4E-BE85-D72ADFDEE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8153" y="2521231"/>
            <a:ext cx="1925520" cy="29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headend de cabo</a:t>
            </a:r>
          </a:p>
        </p:txBody>
      </p:sp>
      <p:sp>
        <p:nvSpPr>
          <p:cNvPr id="519" name="Text Box 126">
            <a:extLst>
              <a:ext uri="{FF2B5EF4-FFF2-40B4-BE49-F238E27FC236}">
                <a16:creationId xmlns:a16="http://schemas.microsoft.com/office/drawing/2014/main" id="{40C89C51-54CF-6149-BF3C-4AB4AE7EF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132" y="1758746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CMTS</a:t>
            </a:r>
          </a:p>
        </p:txBody>
      </p:sp>
      <p:sp>
        <p:nvSpPr>
          <p:cNvPr id="520" name="AutoShape 127">
            <a:extLst>
              <a:ext uri="{FF2B5EF4-FFF2-40B4-BE49-F238E27FC236}">
                <a16:creationId xmlns:a16="http://schemas.microsoft.com/office/drawing/2014/main" id="{1F07E4A1-CBDE-A744-8C41-C87B86318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803" y="1526971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pic>
        <p:nvPicPr>
          <p:cNvPr id="521" name="Picture 6">
            <a:extLst>
              <a:ext uri="{FF2B5EF4-FFF2-40B4-BE49-F238E27FC236}">
                <a16:creationId xmlns:a16="http://schemas.microsoft.com/office/drawing/2014/main" id="{4376DD4A-B734-5944-BE29-62E198B7D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91" y="1914321"/>
            <a:ext cx="258762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22" name="Group 77">
            <a:extLst>
              <a:ext uri="{FF2B5EF4-FFF2-40B4-BE49-F238E27FC236}">
                <a16:creationId xmlns:a16="http://schemas.microsoft.com/office/drawing/2014/main" id="{A40260AC-CA2F-2D44-AF02-AE55FA2A169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68939" y="1185658"/>
            <a:ext cx="1034751" cy="625054"/>
            <a:chOff x="-490" y="1664"/>
            <a:chExt cx="1429" cy="842"/>
          </a:xfrm>
        </p:grpSpPr>
        <p:sp>
          <p:nvSpPr>
            <p:cNvPr id="574" name="AutoShape 78">
              <a:extLst>
                <a:ext uri="{FF2B5EF4-FFF2-40B4-BE49-F238E27FC236}">
                  <a16:creationId xmlns:a16="http://schemas.microsoft.com/office/drawing/2014/main" id="{69B447BD-A5C5-3148-A5E8-F63E89B98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5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75" name="Group 79">
              <a:extLst>
                <a:ext uri="{FF2B5EF4-FFF2-40B4-BE49-F238E27FC236}">
                  <a16:creationId xmlns:a16="http://schemas.microsoft.com/office/drawing/2014/main" id="{49554019-867B-8F43-859C-650693EF1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76" name="Rectangle 80">
                <a:extLst>
                  <a:ext uri="{FF2B5EF4-FFF2-40B4-BE49-F238E27FC236}">
                    <a16:creationId xmlns:a16="http://schemas.microsoft.com/office/drawing/2014/main" id="{C6EE8CED-F565-914C-BBDB-D84F589F3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6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77" name="Line 7">
                <a:extLst>
                  <a:ext uri="{FF2B5EF4-FFF2-40B4-BE49-F238E27FC236}">
                    <a16:creationId xmlns:a16="http://schemas.microsoft.com/office/drawing/2014/main" id="{3CD80374-CE69-DF45-BC3F-16D87AED9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578" name="Group 82">
                <a:extLst>
                  <a:ext uri="{FF2B5EF4-FFF2-40B4-BE49-F238E27FC236}">
                    <a16:creationId xmlns:a16="http://schemas.microsoft.com/office/drawing/2014/main" id="{3D9E71BE-71E6-7945-A151-29E18B9069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84" name="Rectangle 83">
                  <a:extLst>
                    <a:ext uri="{FF2B5EF4-FFF2-40B4-BE49-F238E27FC236}">
                      <a16:creationId xmlns:a16="http://schemas.microsoft.com/office/drawing/2014/main" id="{5F2E06AA-2CF4-5F49-ABAA-4455C7CB2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1000"/>
                  <a:ext cx="850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85" name="Rectangle 84">
                  <a:extLst>
                    <a:ext uri="{FF2B5EF4-FFF2-40B4-BE49-F238E27FC236}">
                      <a16:creationId xmlns:a16="http://schemas.microsoft.com/office/drawing/2014/main" id="{910D8E1A-C35E-5848-BA99-FF0D9FD57B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" y="1073"/>
                  <a:ext cx="40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86" name="Rectangle 85">
                  <a:extLst>
                    <a:ext uri="{FF2B5EF4-FFF2-40B4-BE49-F238E27FC236}">
                      <a16:creationId xmlns:a16="http://schemas.microsoft.com/office/drawing/2014/main" id="{5B393F0C-CAE5-384E-8227-43F674401C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87" name="Rectangle 86">
                  <a:extLst>
                    <a:ext uri="{FF2B5EF4-FFF2-40B4-BE49-F238E27FC236}">
                      <a16:creationId xmlns:a16="http://schemas.microsoft.com/office/drawing/2014/main" id="{520EC3B0-5E20-6249-AE3B-DD1B7D380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7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88" name="Rectangle 87">
                  <a:extLst>
                    <a:ext uri="{FF2B5EF4-FFF2-40B4-BE49-F238E27FC236}">
                      <a16:creationId xmlns:a16="http://schemas.microsoft.com/office/drawing/2014/main" id="{586947F8-C2B3-F049-B4B8-90D5A1EAD6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89" name="AutoShape 88">
                  <a:extLst>
                    <a:ext uri="{FF2B5EF4-FFF2-40B4-BE49-F238E27FC236}">
                      <a16:creationId xmlns:a16="http://schemas.microsoft.com/office/drawing/2014/main" id="{5543A92C-5C91-A543-9BD0-82F864DC7E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579" name="Picture 89" descr="desktop_computer_stylized_small">
                <a:extLst>
                  <a:ext uri="{FF2B5EF4-FFF2-40B4-BE49-F238E27FC236}">
                    <a16:creationId xmlns:a16="http://schemas.microsoft.com/office/drawing/2014/main" id="{B906B6ED-402F-4449-BA66-BD87EB253B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0" name="Rectangle 90">
                <a:extLst>
                  <a:ext uri="{FF2B5EF4-FFF2-40B4-BE49-F238E27FC236}">
                    <a16:creationId xmlns:a16="http://schemas.microsoft.com/office/drawing/2014/main" id="{1A819698-C764-174E-8C3B-87DFB4BDE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1" name="Freeform 91">
                <a:extLst>
                  <a:ext uri="{FF2B5EF4-FFF2-40B4-BE49-F238E27FC236}">
                    <a16:creationId xmlns:a16="http://schemas.microsoft.com/office/drawing/2014/main" id="{A6837B9A-B4D5-9F43-B186-202DF5D05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582" name="Line 92">
                <a:extLst>
                  <a:ext uri="{FF2B5EF4-FFF2-40B4-BE49-F238E27FC236}">
                    <a16:creationId xmlns:a16="http://schemas.microsoft.com/office/drawing/2014/main" id="{F6BB46D7-B8BF-A846-AE8B-94D314002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1"/>
                <a:ext cx="1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pic>
            <p:nvPicPr>
              <p:cNvPr id="583" name="Picture 93" descr="tevê">
                <a:extLst>
                  <a:ext uri="{FF2B5EF4-FFF2-40B4-BE49-F238E27FC236}">
                    <a16:creationId xmlns:a16="http://schemas.microsoft.com/office/drawing/2014/main" id="{411DDBF4-1EEB-D440-87F4-9EB524511C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23" name="Group 77">
            <a:extLst>
              <a:ext uri="{FF2B5EF4-FFF2-40B4-BE49-F238E27FC236}">
                <a16:creationId xmlns:a16="http://schemas.microsoft.com/office/drawing/2014/main" id="{9777AC37-7438-7943-9796-8FA6C75347B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279564" y="1537877"/>
            <a:ext cx="1034751" cy="625054"/>
            <a:chOff x="-490" y="1664"/>
            <a:chExt cx="1429" cy="842"/>
          </a:xfrm>
        </p:grpSpPr>
        <p:sp>
          <p:nvSpPr>
            <p:cNvPr id="558" name="AutoShape 78">
              <a:extLst>
                <a:ext uri="{FF2B5EF4-FFF2-40B4-BE49-F238E27FC236}">
                  <a16:creationId xmlns:a16="http://schemas.microsoft.com/office/drawing/2014/main" id="{CDEEE819-6D55-324C-9335-BBBCCE74A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1" y="1664"/>
              <a:ext cx="1429" cy="295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59" name="Group 79">
              <a:extLst>
                <a:ext uri="{FF2B5EF4-FFF2-40B4-BE49-F238E27FC236}">
                  <a16:creationId xmlns:a16="http://schemas.microsoft.com/office/drawing/2014/main" id="{D9DFA845-D530-114E-B365-61415E5CFA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60" name="Rectangle 80">
                <a:extLst>
                  <a:ext uri="{FF2B5EF4-FFF2-40B4-BE49-F238E27FC236}">
                    <a16:creationId xmlns:a16="http://schemas.microsoft.com/office/drawing/2014/main" id="{288C3959-34C1-1F42-98F6-A7A19D18A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61" name="Line 7">
                <a:extLst>
                  <a:ext uri="{FF2B5EF4-FFF2-40B4-BE49-F238E27FC236}">
                    <a16:creationId xmlns:a16="http://schemas.microsoft.com/office/drawing/2014/main" id="{59263F6A-9E5F-974A-B2C4-9DFC6603E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562" name="Group 82">
                <a:extLst>
                  <a:ext uri="{FF2B5EF4-FFF2-40B4-BE49-F238E27FC236}">
                    <a16:creationId xmlns:a16="http://schemas.microsoft.com/office/drawing/2014/main" id="{115F1127-052F-C34B-8E1E-7CDC241C94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68" name="Rectangle 83">
                  <a:extLst>
                    <a:ext uri="{FF2B5EF4-FFF2-40B4-BE49-F238E27FC236}">
                      <a16:creationId xmlns:a16="http://schemas.microsoft.com/office/drawing/2014/main" id="{65881937-B3B1-1648-96FC-7B2FC1478B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" y="1001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69" name="Rectangle 84">
                  <a:extLst>
                    <a:ext uri="{FF2B5EF4-FFF2-40B4-BE49-F238E27FC236}">
                      <a16:creationId xmlns:a16="http://schemas.microsoft.com/office/drawing/2014/main" id="{AF45AE34-402A-A44B-8735-89F4D11DE4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70" name="Rectangle 85">
                  <a:extLst>
                    <a:ext uri="{FF2B5EF4-FFF2-40B4-BE49-F238E27FC236}">
                      <a16:creationId xmlns:a16="http://schemas.microsoft.com/office/drawing/2014/main" id="{63B08352-6366-C449-AFF8-74595CB31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" y="1074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71" name="Rectangle 86">
                  <a:extLst>
                    <a:ext uri="{FF2B5EF4-FFF2-40B4-BE49-F238E27FC236}">
                      <a16:creationId xmlns:a16="http://schemas.microsoft.com/office/drawing/2014/main" id="{3D297AFC-C66D-894E-AE47-F4E87BF71B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5" y="1069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72" name="Rectangle 87">
                  <a:extLst>
                    <a:ext uri="{FF2B5EF4-FFF2-40B4-BE49-F238E27FC236}">
                      <a16:creationId xmlns:a16="http://schemas.microsoft.com/office/drawing/2014/main" id="{CD786996-1025-0D4C-A604-A48BE78F1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1069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73" name="AutoShape 88">
                  <a:extLst>
                    <a:ext uri="{FF2B5EF4-FFF2-40B4-BE49-F238E27FC236}">
                      <a16:creationId xmlns:a16="http://schemas.microsoft.com/office/drawing/2014/main" id="{EBAF0E02-EDCC-BA40-B794-B4CEBED48A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563" name="Picture 89" descr="desktop_computer_stylized_small">
                <a:extLst>
                  <a:ext uri="{FF2B5EF4-FFF2-40B4-BE49-F238E27FC236}">
                    <a16:creationId xmlns:a16="http://schemas.microsoft.com/office/drawing/2014/main" id="{D01682A1-7198-AA48-B9F5-9B6F0D114E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" name="Rectangle 90">
                <a:extLst>
                  <a:ext uri="{FF2B5EF4-FFF2-40B4-BE49-F238E27FC236}">
                    <a16:creationId xmlns:a16="http://schemas.microsoft.com/office/drawing/2014/main" id="{647A01FF-63ED-C84E-8F0A-C5936FD27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65" name="Freeform 91">
                <a:extLst>
                  <a:ext uri="{FF2B5EF4-FFF2-40B4-BE49-F238E27FC236}">
                    <a16:creationId xmlns:a16="http://schemas.microsoft.com/office/drawing/2014/main" id="{6827B81D-6527-C248-9354-4DD1E6085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566" name="Line 92">
                <a:extLst>
                  <a:ext uri="{FF2B5EF4-FFF2-40B4-BE49-F238E27FC236}">
                    <a16:creationId xmlns:a16="http://schemas.microsoft.com/office/drawing/2014/main" id="{131F1B37-9804-2442-8CFE-712BB8CF3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2"/>
                <a:ext cx="1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pic>
            <p:nvPicPr>
              <p:cNvPr id="567" name="Picture 93" descr="tevê">
                <a:extLst>
                  <a:ext uri="{FF2B5EF4-FFF2-40B4-BE49-F238E27FC236}">
                    <a16:creationId xmlns:a16="http://schemas.microsoft.com/office/drawing/2014/main" id="{BDF1EFF0-80BA-974F-98D5-E4B286967F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24" name="Group 77">
            <a:extLst>
              <a:ext uri="{FF2B5EF4-FFF2-40B4-BE49-F238E27FC236}">
                <a16:creationId xmlns:a16="http://schemas.microsoft.com/office/drawing/2014/main" id="{FC3842BA-F6A1-A943-8BC3-429F35A5934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79676" y="2243231"/>
            <a:ext cx="1034751" cy="625054"/>
            <a:chOff x="-490" y="1664"/>
            <a:chExt cx="1429" cy="842"/>
          </a:xfrm>
        </p:grpSpPr>
        <p:sp>
          <p:nvSpPr>
            <p:cNvPr id="542" name="AutoShape 78">
              <a:extLst>
                <a:ext uri="{FF2B5EF4-FFF2-40B4-BE49-F238E27FC236}">
                  <a16:creationId xmlns:a16="http://schemas.microsoft.com/office/drawing/2014/main" id="{F4CF8682-97EE-BF49-B3C0-F173095F3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1" y="1664"/>
              <a:ext cx="1429" cy="295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43" name="Group 79">
              <a:extLst>
                <a:ext uri="{FF2B5EF4-FFF2-40B4-BE49-F238E27FC236}">
                  <a16:creationId xmlns:a16="http://schemas.microsoft.com/office/drawing/2014/main" id="{56B9DA88-CC8A-C74D-8040-0B141F083A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4" name="Rectangle 80">
                <a:extLst>
                  <a:ext uri="{FF2B5EF4-FFF2-40B4-BE49-F238E27FC236}">
                    <a16:creationId xmlns:a16="http://schemas.microsoft.com/office/drawing/2014/main" id="{A1556C4D-4925-5C40-B85B-150BD64C2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" y="1922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45" name="Line 7">
                <a:extLst>
                  <a:ext uri="{FF2B5EF4-FFF2-40B4-BE49-F238E27FC236}">
                    <a16:creationId xmlns:a16="http://schemas.microsoft.com/office/drawing/2014/main" id="{6D9A0B80-B994-8746-B864-F597C4DAD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546" name="Group 82">
                <a:extLst>
                  <a:ext uri="{FF2B5EF4-FFF2-40B4-BE49-F238E27FC236}">
                    <a16:creationId xmlns:a16="http://schemas.microsoft.com/office/drawing/2014/main" id="{7AB878AD-9002-254F-8CC0-1E24619299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2" name="Rectangle 83">
                  <a:extLst>
                    <a:ext uri="{FF2B5EF4-FFF2-40B4-BE49-F238E27FC236}">
                      <a16:creationId xmlns:a16="http://schemas.microsoft.com/office/drawing/2014/main" id="{58D02BC1-3896-6C48-AC39-2A17579D83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" y="999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53" name="Rectangle 84">
                  <a:extLst>
                    <a:ext uri="{FF2B5EF4-FFF2-40B4-BE49-F238E27FC236}">
                      <a16:creationId xmlns:a16="http://schemas.microsoft.com/office/drawing/2014/main" id="{0CB6E5E4-16FB-FF49-81B9-AB7424C63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2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54" name="Rectangle 85">
                  <a:extLst>
                    <a:ext uri="{FF2B5EF4-FFF2-40B4-BE49-F238E27FC236}">
                      <a16:creationId xmlns:a16="http://schemas.microsoft.com/office/drawing/2014/main" id="{D0C881FA-C4AA-C447-8DFC-9718590C38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" y="1072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55" name="Rectangle 86">
                  <a:extLst>
                    <a:ext uri="{FF2B5EF4-FFF2-40B4-BE49-F238E27FC236}">
                      <a16:creationId xmlns:a16="http://schemas.microsoft.com/office/drawing/2014/main" id="{F58E00EA-0D31-014A-89D2-9BACD30C5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7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56" name="Rectangle 87">
                  <a:extLst>
                    <a:ext uri="{FF2B5EF4-FFF2-40B4-BE49-F238E27FC236}">
                      <a16:creationId xmlns:a16="http://schemas.microsoft.com/office/drawing/2014/main" id="{E02E834F-5367-AE43-AE78-3E1D6F2998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7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57" name="AutoShape 88">
                  <a:extLst>
                    <a:ext uri="{FF2B5EF4-FFF2-40B4-BE49-F238E27FC236}">
                      <a16:creationId xmlns:a16="http://schemas.microsoft.com/office/drawing/2014/main" id="{F52E13E5-BFDC-9B48-AFD6-8BF4E2E34C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547" name="Picture 89" descr="desktop_computer_stylized_small">
                <a:extLst>
                  <a:ext uri="{FF2B5EF4-FFF2-40B4-BE49-F238E27FC236}">
                    <a16:creationId xmlns:a16="http://schemas.microsoft.com/office/drawing/2014/main" id="{46782061-070C-624F-ABB3-A650B38E5B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8" name="Rectangle 90">
                <a:extLst>
                  <a:ext uri="{FF2B5EF4-FFF2-40B4-BE49-F238E27FC236}">
                    <a16:creationId xmlns:a16="http://schemas.microsoft.com/office/drawing/2014/main" id="{813867D0-BBA4-D644-97B2-EAABDC500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2232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49" name="Freeform 91">
                <a:extLst>
                  <a:ext uri="{FF2B5EF4-FFF2-40B4-BE49-F238E27FC236}">
                    <a16:creationId xmlns:a16="http://schemas.microsoft.com/office/drawing/2014/main" id="{04C61F80-C797-2A43-9E07-8D36C1F0B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550" name="Line 92">
                <a:extLst>
                  <a:ext uri="{FF2B5EF4-FFF2-40B4-BE49-F238E27FC236}">
                    <a16:creationId xmlns:a16="http://schemas.microsoft.com/office/drawing/2014/main" id="{775B1909-4227-F444-97B1-F14F1FB52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1"/>
                <a:ext cx="1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pic>
            <p:nvPicPr>
              <p:cNvPr id="551" name="Picture 93" descr="tevê">
                <a:extLst>
                  <a:ext uri="{FF2B5EF4-FFF2-40B4-BE49-F238E27FC236}">
                    <a16:creationId xmlns:a16="http://schemas.microsoft.com/office/drawing/2014/main" id="{B1847795-731E-3940-B2A1-A2B226A674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25" name="Group 77">
            <a:extLst>
              <a:ext uri="{FF2B5EF4-FFF2-40B4-BE49-F238E27FC236}">
                <a16:creationId xmlns:a16="http://schemas.microsoft.com/office/drawing/2014/main" id="{287AA7E4-54CA-844E-AF87-E56264EE91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20975" y="1925365"/>
            <a:ext cx="1034751" cy="625054"/>
            <a:chOff x="-490" y="1664"/>
            <a:chExt cx="1429" cy="842"/>
          </a:xfrm>
        </p:grpSpPr>
        <p:sp>
          <p:nvSpPr>
            <p:cNvPr id="526" name="AutoShape 78">
              <a:extLst>
                <a:ext uri="{FF2B5EF4-FFF2-40B4-BE49-F238E27FC236}">
                  <a16:creationId xmlns:a16="http://schemas.microsoft.com/office/drawing/2014/main" id="{C41E7642-3290-4842-9222-3C6E96644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5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27" name="Group 79">
              <a:extLst>
                <a:ext uri="{FF2B5EF4-FFF2-40B4-BE49-F238E27FC236}">
                  <a16:creationId xmlns:a16="http://schemas.microsoft.com/office/drawing/2014/main" id="{3C5F0836-5CF2-E749-B3B4-C9164F510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28" name="Rectangle 80">
                <a:extLst>
                  <a:ext uri="{FF2B5EF4-FFF2-40B4-BE49-F238E27FC236}">
                    <a16:creationId xmlns:a16="http://schemas.microsoft.com/office/drawing/2014/main" id="{D376CDA2-F18B-3F49-AFE3-B0B10C189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9" name="Line 7">
                <a:extLst>
                  <a:ext uri="{FF2B5EF4-FFF2-40B4-BE49-F238E27FC236}">
                    <a16:creationId xmlns:a16="http://schemas.microsoft.com/office/drawing/2014/main" id="{37A59894-2741-4D4A-8CDF-F25E9701C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530" name="Group 82">
                <a:extLst>
                  <a:ext uri="{FF2B5EF4-FFF2-40B4-BE49-F238E27FC236}">
                    <a16:creationId xmlns:a16="http://schemas.microsoft.com/office/drawing/2014/main" id="{BE061A62-D964-DE40-B1F1-41FBA95709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36" name="Rectangle 83">
                  <a:extLst>
                    <a:ext uri="{FF2B5EF4-FFF2-40B4-BE49-F238E27FC236}">
                      <a16:creationId xmlns:a16="http://schemas.microsoft.com/office/drawing/2014/main" id="{FA602B06-9057-1D47-92F9-C0E6B376B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" y="1000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37" name="Rectangle 84">
                  <a:extLst>
                    <a:ext uri="{FF2B5EF4-FFF2-40B4-BE49-F238E27FC236}">
                      <a16:creationId xmlns:a16="http://schemas.microsoft.com/office/drawing/2014/main" id="{5BD3CCE4-36D5-1B46-A7FD-CB5B204A6F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" y="1073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38" name="Rectangle 85">
                  <a:extLst>
                    <a:ext uri="{FF2B5EF4-FFF2-40B4-BE49-F238E27FC236}">
                      <a16:creationId xmlns:a16="http://schemas.microsoft.com/office/drawing/2014/main" id="{1802B9B8-7627-3E49-8C86-BAB66D025E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39" name="Rectangle 86">
                  <a:extLst>
                    <a:ext uri="{FF2B5EF4-FFF2-40B4-BE49-F238E27FC236}">
                      <a16:creationId xmlns:a16="http://schemas.microsoft.com/office/drawing/2014/main" id="{83D7E963-6D7B-B44C-916F-650F75A71D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40" name="Rectangle 87">
                  <a:extLst>
                    <a:ext uri="{FF2B5EF4-FFF2-40B4-BE49-F238E27FC236}">
                      <a16:creationId xmlns:a16="http://schemas.microsoft.com/office/drawing/2014/main" id="{EA18CE1F-FE4F-7544-A37F-44D2310E0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41" name="AutoShape 88">
                  <a:extLst>
                    <a:ext uri="{FF2B5EF4-FFF2-40B4-BE49-F238E27FC236}">
                      <a16:creationId xmlns:a16="http://schemas.microsoft.com/office/drawing/2014/main" id="{231D8DF4-C9A7-8542-924A-6CF22A5AA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531" name="Picture 89" descr="desktop_computer_stylized_small">
                <a:extLst>
                  <a:ext uri="{FF2B5EF4-FFF2-40B4-BE49-F238E27FC236}">
                    <a16:creationId xmlns:a16="http://schemas.microsoft.com/office/drawing/2014/main" id="{2A67F404-25EF-E542-ABFE-5FD2F78D99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2" name="Rectangle 90">
                <a:extLst>
                  <a:ext uri="{FF2B5EF4-FFF2-40B4-BE49-F238E27FC236}">
                    <a16:creationId xmlns:a16="http://schemas.microsoft.com/office/drawing/2014/main" id="{91C1B0D7-2818-D946-BBD7-E30EF1880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33" name="Freeform 91">
                <a:extLst>
                  <a:ext uri="{FF2B5EF4-FFF2-40B4-BE49-F238E27FC236}">
                    <a16:creationId xmlns:a16="http://schemas.microsoft.com/office/drawing/2014/main" id="{3A4CC558-FE68-5042-98E3-4318501AF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534" name="Line 92">
                <a:extLst>
                  <a:ext uri="{FF2B5EF4-FFF2-40B4-BE49-F238E27FC236}">
                    <a16:creationId xmlns:a16="http://schemas.microsoft.com/office/drawing/2014/main" id="{ABAF1BEB-04CA-3B48-8C67-7DE8731FA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1"/>
                <a:ext cx="1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 charset="0"/>
                </a:endParaRPr>
              </a:p>
            </p:txBody>
          </p:sp>
          <p:pic>
            <p:nvPicPr>
              <p:cNvPr id="535" name="Picture 93" descr="tevê">
                <a:extLst>
                  <a:ext uri="{FF2B5EF4-FFF2-40B4-BE49-F238E27FC236}">
                    <a16:creationId xmlns:a16="http://schemas.microsoft.com/office/drawing/2014/main" id="{923D2FEA-B28C-CC4B-9A26-BE41579D5E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5963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 Resumo dos  protocolos</a:t>
            </a:r>
            <a:r>
              <a:rPr lang="pt" sz="4000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40E2AF9C-1A65-774D-917A-173687CEF53C}"/>
              </a:ext>
            </a:extLst>
          </p:cNvPr>
          <p:cNvSpPr txBox="1">
            <a:spLocks noChangeArrowheads="1"/>
          </p:cNvSpPr>
          <p:nvPr/>
        </p:nvSpPr>
        <p:spPr>
          <a:xfrm>
            <a:off x="1219199" y="1414670"/>
            <a:ext cx="10588487" cy="4906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particionamento de canais, </a:t>
            </a:r>
            <a:r>
              <a:rPr lang="pt"/>
              <a:t>por tempo, frequência ou código</a:t>
            </a:r>
            <a:endParaRPr lang="pt-BR"/>
          </a:p>
          <a:p>
            <a:pPr marL="800100" lvl="1" indent="-342900">
              <a:buFont typeface="Arial"/>
              <a:defRPr/>
            </a:pPr>
            <a:r>
              <a:rPr lang="pt"/>
              <a:t>Divisão de Tempo, Divisão de Frequência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acesso aleatório </a:t>
            </a:r>
            <a:r>
              <a:rPr lang="pt"/>
              <a:t>(dinâmico),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ALOHA, S-ALOHA, CSMA, CSMA/CD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Detecção da portadora: fácil em algumas tecnologias (fio), difícil em outras (sem fio)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CSMA/CD usado em Ethernet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CSMA/CA usado em 802.11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  <a:tabLst>
                <a:tab pos="279400" algn="l"/>
              </a:tabLst>
              <a:defRPr/>
            </a:pPr>
            <a:r>
              <a:rPr lang="pt">
                <a:solidFill>
                  <a:srgbClr val="C00000"/>
                </a:solidFill>
              </a:rPr>
              <a:t>revezamento</a:t>
            </a:r>
            <a:endParaRPr lang="pt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Sondagem do site central, passagem de token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Font typeface="Arial"/>
              <a:defRPr/>
            </a:pPr>
            <a:r>
              <a:rPr lang="pt" sz="2800"/>
              <a:t>Bluetooth, FDDI, anel simbólico </a:t>
            </a:r>
            <a:endParaRPr lang="pt" sz="2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0310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Camada de link, LANs: roteiro</a:t>
            </a:r>
            <a:endParaRPr lang="en-US" sz="4400"/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-457200"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  <a:defRPr/>
            </a:pPr>
            <a:r>
              <a:rPr lang="pt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  <a:endParaRPr lang="pt-BR"/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/>
                <a:cs typeface="Arial"/>
              </a:rPr>
              <a:t>Detecção de erros, correção 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 pitchFamily="2" charset="2"/>
              <a:buChar char="•"/>
            </a:pPr>
            <a:r>
              <a:rPr lang="pt" altLang="en-US" sz="3200" err="1">
                <a:solidFill>
                  <a:srgbClr val="C00000"/>
                </a:solidFill>
                <a:ea typeface="ＭＳ Ｐゴシック"/>
                <a:cs typeface="Arial"/>
              </a:rPr>
              <a:t>LANs</a:t>
            </a:r>
          </a:p>
          <a:p>
            <a:pPr marL="811530" lvl="1" indent="-457200">
              <a:spcBef>
                <a:spcPts val="600"/>
              </a:spcBef>
            </a:pPr>
            <a:r>
              <a:rPr lang="pt" altLang="en-US" sz="2800">
                <a:solidFill>
                  <a:srgbClr val="C00000"/>
                </a:solidFill>
                <a:ea typeface="ＭＳ Ｐゴシック"/>
                <a:cs typeface="Arial"/>
              </a:rPr>
              <a:t>Endereçamento, ARP</a:t>
            </a:r>
          </a:p>
          <a:p>
            <a:pPr marL="811530" lvl="1" indent="-457200">
              <a:spcBef>
                <a:spcPts val="600"/>
              </a:spcBef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811530" lvl="1" indent="-457200">
              <a:spcBef>
                <a:spcPts val="600"/>
              </a:spcBef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811530" lvl="1" indent="-457200">
              <a:spcBef>
                <a:spcPts val="600"/>
              </a:spcBef>
            </a:pPr>
            <a:r>
              <a:rPr lang="pt" altLang="en-US" sz="2800" err="1">
                <a:ea typeface="ＭＳ Ｐゴシック"/>
                <a:cs typeface="Arial"/>
              </a:rPr>
              <a:t>VLANs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virtualização de links: MPLS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468630" indent="-457200">
              <a:spcBef>
                <a:spcPts val="600"/>
              </a:spcBef>
              <a:buFont typeface="Arial" pitchFamily="2" charset="2"/>
              <a:buChar char="•"/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811530" lvl="1" indent="-457200">
              <a:spcBef>
                <a:spcPts val="600"/>
              </a:spcBef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Endereços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BB3351-6E63-CD4D-9FD2-D6498F65C79A}"/>
              </a:ext>
            </a:extLst>
          </p:cNvPr>
          <p:cNvSpPr txBox="1">
            <a:spLocks noChangeArrowheads="1"/>
          </p:cNvSpPr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buFont typeface="Arial" pitchFamily="2" charset="2"/>
              <a:buChar char="•"/>
              <a:defRPr/>
            </a:pPr>
            <a:r>
              <a:rPr lang="pt" sz="3200"/>
              <a:t>Endereço IP de 32 bits: </a:t>
            </a:r>
            <a:endParaRPr lang="pt-BR"/>
          </a:p>
          <a:p>
            <a:pPr lvl="1">
              <a:defRPr/>
            </a:pPr>
            <a:r>
              <a:rPr lang="pt" sz="2800" i="1"/>
              <a:t>endereço da camada de rede</a:t>
            </a:r>
            <a:r>
              <a:rPr lang="pt" sz="2800"/>
              <a:t> para interface</a:t>
            </a:r>
          </a:p>
          <a:p>
            <a:pPr lvl="1">
              <a:defRPr/>
            </a:pPr>
            <a:r>
              <a:rPr lang="pt" sz="2800"/>
              <a:t>Usado para encaminhamento de camada 3 (camada de rede)</a:t>
            </a:r>
          </a:p>
          <a:p>
            <a:pPr lvl="1">
              <a:defRPr/>
            </a:pPr>
            <a:r>
              <a:rPr lang="pt" sz="2800"/>
              <a:t>por exemplo: 128.119.40.136</a:t>
            </a:r>
          </a:p>
          <a:p>
            <a:pPr lvl="1">
              <a:defRPr/>
            </a:pPr>
            <a:endParaRPr lang="en-US">
              <a:latin typeface="Gill Sans M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51F861-D4AD-CD46-A67F-018CCE6A2B4D}"/>
              </a:ext>
            </a:extLst>
          </p:cNvPr>
          <p:cNvSpPr txBox="1">
            <a:spLocks noChangeArrowheads="1"/>
          </p:cNvSpPr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buFont typeface="Arial" pitchFamily="2" charset="2"/>
              <a:buChar char="•"/>
              <a:defRPr/>
            </a:pPr>
            <a:r>
              <a:rPr lang="pt" sz="3200"/>
              <a:t>Endereço MAC (ou LAN ou físico ou Ethernet):</a:t>
            </a:r>
            <a:r>
              <a:rPr lang="pt" sz="3200">
                <a:solidFill>
                  <a:srgbClr val="FF0000"/>
                </a:solidFill>
              </a:rPr>
              <a:t> </a:t>
            </a:r>
            <a:endParaRPr lang="pt-BR"/>
          </a:p>
          <a:p>
            <a:pPr lvl="1">
              <a:defRPr/>
            </a:pPr>
            <a:r>
              <a:rPr lang="pt" sz="2800"/>
              <a:t>função:</a:t>
            </a:r>
            <a:r>
              <a:rPr lang="pt" sz="2800">
                <a:solidFill>
                  <a:schemeClr val="accent2"/>
                </a:solidFill>
              </a:rPr>
              <a:t> </a:t>
            </a:r>
            <a:r>
              <a:rPr lang="pt" sz="2800">
                <a:solidFill>
                  <a:srgbClr val="0000A8"/>
                </a:solidFill>
              </a:rPr>
              <a:t>usado "localmente" para obter o quadro de uma interface para outra interface fisicamente conectada (mesma </a:t>
            </a:r>
            <a:r>
              <a:rPr lang="pt" sz="2800" err="1">
                <a:solidFill>
                  <a:srgbClr val="0000A8"/>
                </a:solidFill>
              </a:rPr>
              <a:t>sub-rede</a:t>
            </a:r>
            <a:r>
              <a:rPr lang="pt" sz="2800">
                <a:solidFill>
                  <a:srgbClr val="0000A8"/>
                </a:solidFill>
              </a:rPr>
              <a:t>, no sentido de endereçamento IP)</a:t>
            </a:r>
            <a:endParaRPr lang="pt" sz="2800">
              <a:solidFill>
                <a:srgbClr val="0000A8"/>
              </a:solidFill>
              <a:ea typeface="Calibri"/>
              <a:cs typeface="Calibri"/>
            </a:endParaRPr>
          </a:p>
          <a:p>
            <a:pPr lvl="1">
              <a:defRPr/>
            </a:pPr>
            <a:r>
              <a:rPr lang="pt" sz="2800"/>
              <a:t>Endereço MAC de 48 bits (para a maioria das </a:t>
            </a:r>
            <a:r>
              <a:rPr lang="pt" sz="2800" err="1"/>
              <a:t>LANs</a:t>
            </a:r>
            <a:r>
              <a:rPr lang="pt" sz="2800"/>
              <a:t>) gravado na NIC ROM, às vezes também configurável por software</a:t>
            </a:r>
            <a:endParaRPr lang="pt" sz="2800">
              <a:ea typeface="Calibri"/>
              <a:cs typeface="Calibri"/>
            </a:endParaRPr>
          </a:p>
          <a:p>
            <a:pPr lvl="1">
              <a:defRPr/>
            </a:pPr>
            <a:endParaRPr lang="en-US">
              <a:latin typeface="Gill Sans MT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3974C1-45B4-5341-A96C-26EFA0BC954B}"/>
              </a:ext>
            </a:extLst>
          </p:cNvPr>
          <p:cNvGrpSpPr/>
          <p:nvPr/>
        </p:nvGrpSpPr>
        <p:grpSpPr>
          <a:xfrm>
            <a:off x="796393" y="5789957"/>
            <a:ext cx="10903227" cy="1231465"/>
            <a:chOff x="796393" y="5789957"/>
            <a:chExt cx="10903227" cy="1231465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4108502E-90D7-684B-A7CF-A0EB238E3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>
                  <a:solidFill>
                    <a:srgbClr val="000099"/>
                  </a:solidFill>
                  <a:latin typeface="+mn-lt"/>
                  <a:cs typeface="+mn-cs"/>
                </a:rPr>
                <a:t>Notação hexadecimal (base 16)</a:t>
              </a:r>
            </a:p>
            <a:p>
              <a:pPr>
                <a:defRPr/>
              </a:pPr>
              <a:r>
                <a:rPr lang="pt">
                  <a:solidFill>
                    <a:srgbClr val="000099"/>
                  </a:solidFill>
                  <a:latin typeface="+mn-lt"/>
                  <a:cs typeface="+mn-cs"/>
                </a:rPr>
                <a:t>(cada "numeral" representa 4 bits)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3EB23B5-9722-524B-A947-6BAB90B5B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21744" y="5895906"/>
              <a:ext cx="623681" cy="2133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D04D30B9-A03D-3D4E-82B8-D739C54E39F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96393" y="6438707"/>
              <a:ext cx="10903227" cy="58271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defRPr/>
              </a:pPr>
              <a:r>
                <a:rPr lang="pt" sz="2800" u="sng"/>
                <a:t>por exemplo: 1A-2F-BB-76-09-AD</a:t>
              </a:r>
            </a:p>
            <a:p>
              <a:pPr lvl="1">
                <a:defRPr/>
              </a:pPr>
              <a:endParaRPr lang="en-US" u="sng">
                <a:latin typeface="Gill Sans M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51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8734" y="4271477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225" y="3351624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9594" y="5298866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Endereços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639A8D23-CDBF-2646-8186-B37431299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16922"/>
            <a:ext cx="83858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800" i="0">
                <a:solidFill>
                  <a:srgbClr val="000000"/>
                </a:solidFill>
                <a:latin typeface="+mn-lt"/>
              </a:rPr>
              <a:t>cada interface na LAN </a:t>
            </a:r>
          </a:p>
          <a:p>
            <a:pPr marL="64008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2800" i="0">
                <a:solidFill>
                  <a:srgbClr val="000000"/>
                </a:solidFill>
                <a:latin typeface="+mn-lt"/>
                <a:ea typeface="ＭＳ Ｐゴシック"/>
              </a:rPr>
              <a:t>tem  endereço </a:t>
            </a:r>
            <a:r>
              <a:rPr lang="pt" sz="2800" i="0">
                <a:solidFill>
                  <a:srgbClr val="0000A8"/>
                </a:solidFill>
                <a:latin typeface="+mn-lt"/>
                <a:ea typeface="ＭＳ Ｐゴシック"/>
              </a:rPr>
              <a:t>MAC </a:t>
            </a:r>
            <a:r>
              <a:rPr lang="pt" sz="2800" i="0">
                <a:solidFill>
                  <a:srgbClr val="000000"/>
                </a:solidFill>
                <a:latin typeface="+mn-lt"/>
                <a:ea typeface="ＭＳ Ｐゴシック"/>
              </a:rPr>
              <a:t>exclusivo de 48 bits </a:t>
            </a:r>
            <a:endParaRPr lang="pt" sz="2800" i="0">
              <a:solidFill>
                <a:srgbClr val="000000"/>
              </a:solidFill>
              <a:latin typeface="+mn-lt"/>
              <a:ea typeface="ＭＳ Ｐゴシック"/>
              <a:cs typeface="Calibri" panose="020F0502020204030204"/>
            </a:endParaRPr>
          </a:p>
          <a:p>
            <a:pPr marL="64008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2800" i="0">
                <a:solidFill>
                  <a:srgbClr val="000000"/>
                </a:solidFill>
                <a:latin typeface="+mn-lt"/>
              </a:rPr>
              <a:t>tem um endereço IP de 32 bits localmente exclusivo</a:t>
            </a:r>
            <a:endParaRPr lang="pt" sz="2800" i="0">
              <a:solidFill>
                <a:srgbClr val="000000"/>
              </a:solidFill>
              <a:latin typeface="+mn-lt"/>
              <a:cs typeface="Calibri" panose="020F0502020204030204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425937" y="3593615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6825" y="4320484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" name="Text Box 24">
            <a:extLst>
              <a:ext uri="{FF2B5EF4-FFF2-40B4-BE49-F238E27FC236}">
                <a16:creationId xmlns:a16="http://schemas.microsoft.com/office/drawing/2014/main" id="{0B96A29F-FA92-4046-A8C4-553BE3BB4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648" y="3308137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1A-2F-BB-76-09-AD</a:t>
            </a: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5327" y="4436502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9197" y="4779066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56" name="Line 28">
            <a:extLst>
              <a:ext uri="{FF2B5EF4-FFF2-40B4-BE49-F238E27FC236}">
                <a16:creationId xmlns:a16="http://schemas.microsoft.com/office/drawing/2014/main" id="{75320AB1-33FB-E441-96FA-8A3695961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2781" y="5733635"/>
            <a:ext cx="360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" name="Text Box 29">
            <a:extLst>
              <a:ext uri="{FF2B5EF4-FFF2-40B4-BE49-F238E27FC236}">
                <a16:creationId xmlns:a16="http://schemas.microsoft.com/office/drawing/2014/main" id="{5200AA6C-1F84-3F41-9A67-F6A4557B0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122" y="5577774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0C-C4-11-6F-E3-98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5234" y="4427052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659" y="4801702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60" name="Text Box 32">
            <a:extLst>
              <a:ext uri="{FF2B5EF4-FFF2-40B4-BE49-F238E27FC236}">
                <a16:creationId xmlns:a16="http://schemas.microsoft.com/office/drawing/2014/main" id="{4D80277F-6853-7C4B-8A3B-77BAE9A5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pt" i="0">
                <a:solidFill>
                  <a:srgbClr val="000000"/>
                </a:solidFill>
                <a:latin typeface="+mn-lt"/>
              </a:rPr>
              <a:t>LAN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+mn-lt"/>
              </a:rPr>
              <a:t>(com ou sem fio)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+mn-lt"/>
              </a:rPr>
              <a:t>137.196.7/24</a:t>
            </a:r>
            <a:endParaRPr lang="en-US" i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853" y="3353446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97155" y="4139781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678" y="5606756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31860" y="4201701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4DD163-DABA-C240-A6C6-E33234DB2F4D}"/>
              </a:ext>
            </a:extLst>
          </p:cNvPr>
          <p:cNvCxnSpPr/>
          <p:nvPr/>
        </p:nvCxnSpPr>
        <p:spPr>
          <a:xfrm flipH="1">
            <a:off x="6719722" y="3486836"/>
            <a:ext cx="25483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7" name="Text Box 33">
            <a:extLst>
              <a:ext uri="{FF2B5EF4-FFF2-40B4-BE49-F238E27FC236}">
                <a16:creationId xmlns:a16="http://schemas.microsoft.com/office/drawing/2014/main" id="{4D60F09C-EEAE-8949-89C9-70CE657C8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58" y="309369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3609" y="497784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89" name="Text Box 39">
            <a:extLst>
              <a:ext uri="{FF2B5EF4-FFF2-40B4-BE49-F238E27FC236}">
                <a16:creationId xmlns:a16="http://schemas.microsoft.com/office/drawing/2014/main" id="{2D84C91A-F7A7-644A-9323-5E12ED7E9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5795342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352" y="5017604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137.196.7.23</a:t>
            </a:r>
          </a:p>
        </p:txBody>
      </p:sp>
    </p:spTree>
    <p:extLst>
      <p:ext uri="{BB962C8B-B14F-4D97-AF65-F5344CB8AC3E}">
        <p14:creationId xmlns:p14="http://schemas.microsoft.com/office/powerpoint/2010/main" val="369097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Endereços MAC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B986A0BA-C01E-D148-B175-80505AC80C09}"/>
              </a:ext>
            </a:extLst>
          </p:cNvPr>
          <p:cNvSpPr txBox="1">
            <a:spLocks noChangeArrowheads="1"/>
          </p:cNvSpPr>
          <p:nvPr/>
        </p:nvSpPr>
        <p:spPr>
          <a:xfrm>
            <a:off x="1010477" y="1441173"/>
            <a:ext cx="10028583" cy="50126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 sz="3200"/>
              <a:t>Alocação de endereço MAC administrada pelo IEEE</a:t>
            </a:r>
            <a:endParaRPr lang="pt-BR"/>
          </a:p>
          <a:p>
            <a:pPr marL="404813" indent="-274638">
              <a:buFont typeface="Arial" pitchFamily="2" charset="2"/>
              <a:buChar char="•"/>
              <a:defRPr/>
            </a:pPr>
            <a:r>
              <a:rPr lang="pt" sz="3200"/>
              <a:t>fabricante compra parte do espaço de endereço MAC (para garantir exclusividade)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marL="404813" indent="-274638">
              <a:buFont typeface="Arial" pitchFamily="2" charset="2"/>
              <a:buChar char="•"/>
              <a:defRPr/>
            </a:pPr>
            <a:r>
              <a:rPr lang="pt" sz="3200"/>
              <a:t>analogia: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Endereço MAC: como o número do CPF</a:t>
            </a:r>
          </a:p>
          <a:p>
            <a:pPr lvl="1">
              <a:defRPr/>
            </a:pPr>
            <a:r>
              <a:rPr lang="pt" sz="2800"/>
              <a:t>Endereço IP: como endereço postal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 sz="3200"/>
              <a:t> Endereço plano MAC: portabilidade 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pode mover a interface de uma LAN para outra</a:t>
            </a:r>
          </a:p>
          <a:p>
            <a:pPr lvl="1">
              <a:defRPr/>
            </a:pPr>
            <a:r>
              <a:rPr lang="pt" sz="2800"/>
              <a:t>recuperar endereço IP </a:t>
            </a:r>
            <a:r>
              <a:rPr lang="pt" sz="2800" i="1"/>
              <a:t>não</a:t>
            </a:r>
            <a:r>
              <a:rPr lang="pt" sz="2800"/>
              <a:t> portátil: depende da </a:t>
            </a:r>
            <a:r>
              <a:rPr lang="pt" sz="2800" err="1"/>
              <a:t>sub-rede</a:t>
            </a:r>
            <a:r>
              <a:rPr lang="pt" sz="2800"/>
              <a:t> IP à qual o nó está conectado</a:t>
            </a:r>
          </a:p>
          <a:p>
            <a:pPr>
              <a:buFont typeface="Arial" pitchFamily="2" charset="2"/>
              <a:buChar char="•"/>
              <a:defRPr/>
            </a:pPr>
            <a:endParaRPr lang="en-US" sz="320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1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ARP: protocolo de resolução de endereços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1271A-DBC6-204B-8B80-84096104E623}"/>
              </a:ext>
            </a:extLst>
          </p:cNvPr>
          <p:cNvSpPr txBox="1">
            <a:spLocks noChangeArrowheads="1"/>
          </p:cNvSpPr>
          <p:nvPr/>
        </p:nvSpPr>
        <p:spPr>
          <a:xfrm>
            <a:off x="6082748" y="2344599"/>
            <a:ext cx="5193195" cy="953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  <a:defRPr/>
            </a:pPr>
            <a:r>
              <a:rPr lang="pt">
                <a:solidFill>
                  <a:srgbClr val="0000A8"/>
                </a:solidFill>
              </a:rPr>
              <a:t>Tabela ARP: </a:t>
            </a:r>
            <a:r>
              <a:rPr lang="pt"/>
              <a:t>cada nó IP (host, roteador) na LAN tem tabela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DB7D2E6-BC71-6342-8A7E-D3134900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800">
                <a:solidFill>
                  <a:srgbClr val="0000A8"/>
                </a:solidFill>
                <a:latin typeface="+mn-lt"/>
                <a:cs typeface="+mn-cs"/>
              </a:rPr>
              <a:t>Pergunta: </a:t>
            </a:r>
            <a:r>
              <a:rPr lang="pt" sz="2800" i="0">
                <a:latin typeface="+mn-lt"/>
                <a:cs typeface="+mn-cs"/>
              </a:rPr>
              <a:t>como determinar o endereço MAC da interface, sabendo seu endereço IP?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F90A8E-A97F-4B47-8617-1E0B801A3FBF}"/>
              </a:ext>
            </a:extLst>
          </p:cNvPr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EFCCF237-D462-A848-A2F9-0B5DDED1E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1134" y="4423877"/>
              <a:ext cx="901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26F73C0C-F34D-EB41-919F-BDF66A1E5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625" y="3504024"/>
              <a:ext cx="0" cy="655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F5CD6898-8663-6D43-BAA6-A8946A48A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94" y="5451266"/>
              <a:ext cx="0" cy="438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BC091F0C-CFB4-544C-B235-9FB23A12B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337" y="3746015"/>
              <a:ext cx="2046288" cy="2049462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ea typeface="ＭＳ Ｐゴシック" charset="0"/>
              </a:endParaRP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1F2D744C-309E-1748-8CEF-A191DA93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9225" y="4472884"/>
              <a:ext cx="7969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CBB39874-5BD1-5D4B-8E31-25BEBA292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400" i="0">
                  <a:solidFill>
                    <a:srgbClr val="000000"/>
                  </a:solidFill>
                  <a:latin typeface="+mn-lt"/>
                </a:rPr>
                <a:t>1A-2F-BB-76-09-AD</a:t>
              </a:r>
            </a:p>
          </p:txBody>
        </p:sp>
        <p:sp>
          <p:nvSpPr>
            <p:cNvPr id="57" name="Line 26">
              <a:extLst>
                <a:ext uri="{FF2B5EF4-FFF2-40B4-BE49-F238E27FC236}">
                  <a16:creationId xmlns:a16="http://schemas.microsoft.com/office/drawing/2014/main" id="{7C2882E3-6473-EB4E-9538-2CCE1D1E6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57727" y="458890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8" name="Text Box 27">
              <a:extLst>
                <a:ext uri="{FF2B5EF4-FFF2-40B4-BE49-F238E27FC236}">
                  <a16:creationId xmlns:a16="http://schemas.microsoft.com/office/drawing/2014/main" id="{5C7845EB-10F3-1149-A9A1-1A0A55753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400" i="0">
                  <a:solidFill>
                    <a:srgbClr val="000000"/>
                  </a:solidFill>
                  <a:latin typeface="+mn-lt"/>
                </a:rPr>
                <a:t>58-23-D7-FA-20-B0</a:t>
              </a:r>
            </a:p>
          </p:txBody>
        </p:sp>
        <p:sp>
          <p:nvSpPr>
            <p:cNvPr id="59" name="Line 28">
              <a:extLst>
                <a:ext uri="{FF2B5EF4-FFF2-40B4-BE49-F238E27FC236}">
                  <a16:creationId xmlns:a16="http://schemas.microsoft.com/office/drawing/2014/main" id="{8915AAD7-DFE8-3C4C-854D-2C0B5A246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5181" y="5886035"/>
              <a:ext cx="360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0" name="Text Box 29">
              <a:extLst>
                <a:ext uri="{FF2B5EF4-FFF2-40B4-BE49-F238E27FC236}">
                  <a16:creationId xmlns:a16="http://schemas.microsoft.com/office/drawing/2014/main" id="{07636FFE-5FCF-0A44-960C-F51BD2EC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400" i="0">
                  <a:solidFill>
                    <a:srgbClr val="000000"/>
                  </a:solidFill>
                  <a:latin typeface="+mn-lt"/>
                </a:rPr>
                <a:t>0C-C4-11-6F-E3-98</a:t>
              </a:r>
            </a:p>
          </p:txBody>
        </p:sp>
        <p:sp>
          <p:nvSpPr>
            <p:cNvPr id="61" name="Line 30">
              <a:extLst>
                <a:ext uri="{FF2B5EF4-FFF2-40B4-BE49-F238E27FC236}">
                  <a16:creationId xmlns:a16="http://schemas.microsoft.com/office/drawing/2014/main" id="{65842429-83E8-C843-8F18-759730DA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634" y="457945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2" name="Text Box 31">
              <a:extLst>
                <a:ext uri="{FF2B5EF4-FFF2-40B4-BE49-F238E27FC236}">
                  <a16:creationId xmlns:a16="http://schemas.microsoft.com/office/drawing/2014/main" id="{7472F3E3-B59C-CE45-A51F-F369BE06C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1400" i="0">
                  <a:solidFill>
                    <a:srgbClr val="000000"/>
                  </a:solidFill>
                  <a:latin typeface="+mn-lt"/>
                </a:rPr>
                <a:t>71-65-F7-2B-08-53</a:t>
              </a: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76E01186-F965-E044-8ADB-FE380CAFC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i="0">
                  <a:solidFill>
                    <a:srgbClr val="000000"/>
                  </a:solidFill>
                  <a:latin typeface="+mn-lt"/>
                </a:rPr>
                <a:t>   LAN</a:t>
              </a:r>
            </a:p>
          </p:txBody>
        </p:sp>
        <p:sp>
          <p:nvSpPr>
            <p:cNvPr id="64" name="Rectangle 37">
              <a:extLst>
                <a:ext uri="{FF2B5EF4-FFF2-40B4-BE49-F238E27FC236}">
                  <a16:creationId xmlns:a16="http://schemas.microsoft.com/office/drawing/2014/main" id="{54AF773F-51B4-F84F-A15B-941A3EE37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1253" y="350584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65" name="Group 44">
              <a:extLst>
                <a:ext uri="{FF2B5EF4-FFF2-40B4-BE49-F238E27FC236}">
                  <a16:creationId xmlns:a16="http://schemas.microsoft.com/office/drawing/2014/main" id="{85EE06A5-9204-7B4E-B07F-32BA1B5ED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id="83" name="Picture 45" descr="desktop_computer_stylized_medium">
                <a:extLst>
                  <a:ext uri="{FF2B5EF4-FFF2-40B4-BE49-F238E27FC236}">
                    <a16:creationId xmlns:a16="http://schemas.microsoft.com/office/drawing/2014/main" id="{23C296A6-6B32-A64A-9411-85507BE0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" name="Freeform 46">
                <a:extLst>
                  <a:ext uri="{FF2B5EF4-FFF2-40B4-BE49-F238E27FC236}">
                    <a16:creationId xmlns:a16="http://schemas.microsoft.com/office/drawing/2014/main" id="{42ECB958-418E-FB44-BE70-E256C588C7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BAB24AC1-02B1-BF40-BED4-B66E7B0C5E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49555" y="429218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6A5793AF-4220-9B4D-8408-5F7BDDF4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078" y="575915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D089618-C037-1B4F-A97C-2B85FEF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184260" y="435410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69" name="Group 38">
              <a:extLst>
                <a:ext uri="{FF2B5EF4-FFF2-40B4-BE49-F238E27FC236}">
                  <a16:creationId xmlns:a16="http://schemas.microsoft.com/office/drawing/2014/main" id="{4EFC04DC-8B24-2C45-BBD0-44DC6D0A3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id="81" name="Picture 39" descr="desktop_computer_stylized_medium">
                <a:extLst>
                  <a:ext uri="{FF2B5EF4-FFF2-40B4-BE49-F238E27FC236}">
                    <a16:creationId xmlns:a16="http://schemas.microsoft.com/office/drawing/2014/main" id="{39121052-FCC5-AA42-AFDF-F25E678CE1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" name="Freeform 40">
                <a:extLst>
                  <a:ext uri="{FF2B5EF4-FFF2-40B4-BE49-F238E27FC236}">
                    <a16:creationId xmlns:a16="http://schemas.microsoft.com/office/drawing/2014/main" id="{24F752F7-3499-2C4B-A0BA-F2D78B1142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0" name="Group 47">
              <a:extLst>
                <a:ext uri="{FF2B5EF4-FFF2-40B4-BE49-F238E27FC236}">
                  <a16:creationId xmlns:a16="http://schemas.microsoft.com/office/drawing/2014/main" id="{5EBEAAB9-CDB4-CE49-8310-6B2AA6304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id="79" name="Picture 48" descr="desktop_computer_stylized_medium">
                <a:extLst>
                  <a:ext uri="{FF2B5EF4-FFF2-40B4-BE49-F238E27FC236}">
                    <a16:creationId xmlns:a16="http://schemas.microsoft.com/office/drawing/2014/main" id="{A09AFECC-5A0F-0A4B-892C-44745CBEA3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Freeform 49">
                <a:extLst>
                  <a:ext uri="{FF2B5EF4-FFF2-40B4-BE49-F238E27FC236}">
                    <a16:creationId xmlns:a16="http://schemas.microsoft.com/office/drawing/2014/main" id="{787BFF11-9679-4D43-96E9-7D4B1E9F39C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F83B3ED-014E-C54B-8E5B-330331DC8FB4}"/>
                </a:ext>
              </a:extLst>
            </p:cNvPr>
            <p:cNvCxnSpPr/>
            <p:nvPr/>
          </p:nvCxnSpPr>
          <p:spPr>
            <a:xfrm flipH="1">
              <a:off x="6872122" y="3639236"/>
              <a:ext cx="254833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41">
              <a:extLst>
                <a:ext uri="{FF2B5EF4-FFF2-40B4-BE49-F238E27FC236}">
                  <a16:creationId xmlns:a16="http://schemas.microsoft.com/office/drawing/2014/main" id="{D892522E-B65A-3B4E-B03F-858DF69A7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id="77" name="Picture 42" descr="desktop_computer_stylized_medium">
                <a:extLst>
                  <a:ext uri="{FF2B5EF4-FFF2-40B4-BE49-F238E27FC236}">
                    <a16:creationId xmlns:a16="http://schemas.microsoft.com/office/drawing/2014/main" id="{87EA0D93-21F4-2F41-BC21-3244E9F9E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" name="Freeform 43">
                <a:extLst>
                  <a:ext uri="{FF2B5EF4-FFF2-40B4-BE49-F238E27FC236}">
                    <a16:creationId xmlns:a16="http://schemas.microsoft.com/office/drawing/2014/main" id="{AC4ED98E-24ED-7845-948B-F37EC77BBA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73" name="Text Box 33">
              <a:extLst>
                <a:ext uri="{FF2B5EF4-FFF2-40B4-BE49-F238E27FC236}">
                  <a16:creationId xmlns:a16="http://schemas.microsoft.com/office/drawing/2014/main" id="{AD56C76B-D256-BA45-B5C6-9C69CF312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137.196.7.78</a:t>
              </a:r>
            </a:p>
          </p:txBody>
        </p: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9FE2DD02-437B-BD40-B8BC-D8F1E3FD1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137.196.7.14</a:t>
              </a:r>
            </a:p>
          </p:txBody>
        </p:sp>
        <p:sp>
          <p:nvSpPr>
            <p:cNvPr id="75" name="Text Box 39">
              <a:extLst>
                <a:ext uri="{FF2B5EF4-FFF2-40B4-BE49-F238E27FC236}">
                  <a16:creationId xmlns:a16="http://schemas.microsoft.com/office/drawing/2014/main" id="{EC007CEB-B2AD-9C40-859B-963764C16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137.196.7.88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BAA1C6E0-33E8-604C-BF4C-E7F8EED04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137.196.7.23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46546A-4C05-6448-B20D-C122FF754D91}"/>
              </a:ext>
            </a:extLst>
          </p:cNvPr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BA5E9CA-3EEB-3D4C-94D2-116047F3B04D}"/>
                </a:ext>
              </a:extLst>
            </p:cNvPr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F027A-1BC4-FF42-ABAF-326F9EBCDE7B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CF5883-3135-F546-978F-2F1DF5A5FEDF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1400"/>
                  <a:t>ARP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9241A8B-79A4-9A44-84FC-DDD5D1C7E66D}"/>
                </a:ext>
              </a:extLst>
            </p:cNvPr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AA52BDC-E20B-CD42-92BD-D934D34CDE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004BA43-DD92-2D48-A37B-B5AB88E8275D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1400"/>
                  <a:t>ARP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0B40655-D207-4B43-BDBC-5A8A359EB4BE}"/>
                </a:ext>
              </a:extLst>
            </p:cNvPr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09CB092-EC49-C748-9C60-C6C7BE5D23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10B648-0A48-B341-982E-67DBE3BC8F8C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1400"/>
                  <a:t>ARP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91EF928-0B96-E94A-9865-02E6EC100722}"/>
                </a:ext>
              </a:extLst>
            </p:cNvPr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271BF07-D4F0-984E-AF46-10383E6D9CCD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023F87F-F1C6-B24D-8EDA-F5FC3A9ACD24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1400"/>
                  <a:t>ARP</a:t>
                </a:r>
              </a:p>
            </p:txBody>
          </p:sp>
        </p:grpSp>
      </p:grpSp>
      <p:sp>
        <p:nvSpPr>
          <p:cNvPr id="97" name="Rectangle 4">
            <a:extLst>
              <a:ext uri="{FF2B5EF4-FFF2-40B4-BE49-F238E27FC236}">
                <a16:creationId xmlns:a16="http://schemas.microsoft.com/office/drawing/2014/main" id="{4A83C14A-4461-9346-A5E9-676E90D4631D}"/>
              </a:ext>
            </a:extLst>
          </p:cNvPr>
          <p:cNvSpPr txBox="1">
            <a:spLocks noChangeArrowheads="1"/>
          </p:cNvSpPr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pt" sz="2800"/>
              <a:t>Mapeamentos de endereço IP/MAC para alguns nós de LAN:</a:t>
            </a:r>
          </a:p>
          <a:p>
            <a:pPr>
              <a:buFont typeface="Wingdings" charset="0"/>
              <a:buNone/>
              <a:defRPr/>
            </a:pPr>
            <a:r>
              <a:rPr lang="pt" sz="2000"/>
              <a:t>          </a:t>
            </a:r>
            <a:r>
              <a:rPr lang="pt" sz="2000">
                <a:solidFill>
                  <a:srgbClr val="0000A8"/>
                </a:solidFill>
              </a:rPr>
              <a:t>&lt; endereço IP; Endereço MAC; TTL&gt;</a:t>
            </a:r>
          </a:p>
          <a:p>
            <a:pPr lvl="1">
              <a:defRPr/>
            </a:pPr>
            <a:r>
              <a:rPr lang="pt" sz="2800"/>
              <a:t>TTL (Time To Live): tempo após o qual o mapeamento de endereço será esquecido (normalmente 20 min)</a:t>
            </a:r>
          </a:p>
        </p:txBody>
      </p:sp>
    </p:spTree>
    <p:extLst>
      <p:ext uri="{BB962C8B-B14F-4D97-AF65-F5344CB8AC3E}">
        <p14:creationId xmlns:p14="http://schemas.microsoft.com/office/powerpoint/2010/main" val="42012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Protocolo ARP em ação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"/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A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"/>
              <a:t>exemplo: A deseja enviar dados para </a:t>
            </a:r>
            <a:r>
              <a:rPr lang="pt" err="1"/>
              <a:t>B</a:t>
            </a:r>
            <a:endParaRPr lang="pt"/>
          </a:p>
          <a:p>
            <a:pPr marL="352425" lvl="1" indent="-234950">
              <a:defRPr/>
            </a:pPr>
            <a:r>
              <a:rPr lang="pt" sz="2000"/>
              <a:t>O endereço MAC de </a:t>
            </a:r>
            <a:r>
              <a:rPr lang="pt" sz="2000" err="1"/>
              <a:t>B</a:t>
            </a:r>
            <a:r>
              <a:rPr lang="pt" sz="2000"/>
              <a:t> não está na tabela ARP de A, então A usa ARP para encontrar o endereço MAC de </a:t>
            </a:r>
            <a:r>
              <a:rPr lang="pt" sz="2000" err="1"/>
              <a:t>B</a:t>
            </a:r>
            <a:endParaRPr lang="en-US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775" indent="-231775">
                <a:defRPr/>
              </a:pPr>
              <a:r>
                <a:rPr lang="pt" sz="2400">
                  <a:solidFill>
                    <a:srgbClr val="0000A8"/>
                  </a:solidFill>
                </a:rPr>
                <a:t>A</a:t>
              </a:r>
              <a:r>
                <a:rPr lang="pt" sz="2000"/>
                <a:t> transmite a consulta ARP, contendo o endereço IP de B</a:t>
              </a:r>
              <a:endParaRPr lang="en-US" sz="2000"/>
            </a:p>
            <a:p>
              <a:pPr marL="404813" lvl="1" indent="-234950">
                <a:lnSpc>
                  <a:spcPct val="90000"/>
                </a:lnSpc>
                <a:buFont typeface="Arial" panose="020B0604020202020204" pitchFamily="34" charset="0"/>
                <a:buChar char="•"/>
                <a:defRPr/>
              </a:pPr>
              <a:r>
                <a:rPr lang="pt" sz="2000"/>
                <a:t>endereço MAC de destino = FF-FF-FF-FF-FF-FF</a:t>
              </a:r>
            </a:p>
            <a:p>
              <a:pPr marL="404813" lvl="1" indent="-234950">
                <a:lnSpc>
                  <a:spcPct val="90000"/>
                </a:lnSpc>
                <a:buFont typeface="Arial" panose="020B0604020202020204" pitchFamily="34" charset="0"/>
                <a:buChar char="•"/>
                <a:defRPr/>
              </a:pPr>
              <a:r>
                <a:rPr lang="pt" sz="2000"/>
                <a:t>todos os nós na LAN recebem consulta ARP 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/>
                  <a:t>1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 sz="1600">
                  <a:cs typeface="Courier New" panose="02070309020205020404" pitchFamily="49" charset="0"/>
                </a:rPr>
                <a:t>Fonte MAC: 71-65-F7-2B-08-53</a:t>
              </a:r>
            </a:p>
            <a:p>
              <a:r>
                <a:rPr lang="pt" sz="1600">
                  <a:cs typeface="Courier New" panose="02070309020205020404" pitchFamily="49" charset="0"/>
                </a:rPr>
                <a:t>IP da fonte: 137.196.7.23 </a:t>
              </a:r>
            </a:p>
            <a:p>
              <a:r>
                <a:rPr lang="pt" sz="1600"/>
                <a:t>Endereço IP de destino: </a:t>
              </a:r>
              <a:r>
                <a:rPr lang="pt" sz="1400"/>
                <a:t>137.196.7.14</a:t>
              </a:r>
            </a:p>
            <a:p>
              <a:r>
                <a:rPr lang="pt" sz="1400">
                  <a:latin typeface="Arial" charset="0"/>
                </a:rPr>
                <a:t>…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2BD21F-B726-4F40-9D4F-27BF9ABCB338}"/>
              </a:ext>
            </a:extLst>
          </p:cNvPr>
          <p:cNvGrpSpPr/>
          <p:nvPr/>
        </p:nvGrpSpPr>
        <p:grpSpPr>
          <a:xfrm>
            <a:off x="5367131" y="3596877"/>
            <a:ext cx="2849218" cy="2007707"/>
            <a:chOff x="437322" y="4803913"/>
            <a:chExt cx="2849218" cy="2007707"/>
          </a:xfrm>
        </p:grpSpPr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F6B69C75-3517-234C-9022-322822C8ECE4}"/>
                </a:ext>
              </a:extLst>
            </p:cNvPr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E2103C84-F9BB-754A-8DB4-9EED1407A0E5}"/>
                </a:ext>
              </a:extLst>
            </p:cNvPr>
            <p:cNvSpPr/>
            <p:nvPr/>
          </p:nvSpPr>
          <p:spPr>
            <a:xfrm rot="16200000">
              <a:off x="1408044" y="5105399"/>
              <a:ext cx="775252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9DD04DE-490A-BF4D-A7E2-3A174C7DB200}"/>
              </a:ext>
            </a:extLst>
          </p:cNvPr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289879-A092-1D48-94AB-CCE5CC88B4FF}"/>
                </a:ext>
              </a:extLst>
            </p:cNvPr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F7794D-4F3F-5742-9DD7-7030CC3F326A}"/>
                </a:ext>
              </a:extLst>
            </p:cNvPr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" sz="2400"/>
                <a:t>1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212798" y="2280852"/>
            <a:ext cx="4553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" sz="1600">
                <a:cs typeface="Courier New" panose="02070309020205020404" pitchFamily="49" charset="0"/>
              </a:rPr>
              <a:t>Quadro Ethernet (enviado para FF-FF-FF-FF-FF-FF-FF)</a:t>
            </a:r>
            <a:endParaRPr lang="en-US" sz="1400">
              <a:latin typeface="Arial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A5D9AA8-754D-539A-577D-1C7D501FC885}"/>
              </a:ext>
            </a:extLst>
          </p:cNvPr>
          <p:cNvGrpSpPr/>
          <p:nvPr/>
        </p:nvGrpSpPr>
        <p:grpSpPr>
          <a:xfrm>
            <a:off x="644727" y="3971581"/>
            <a:ext cx="3690728" cy="1374776"/>
            <a:chOff x="985726" y="3029029"/>
            <a:chExt cx="3690728" cy="1374776"/>
          </a:xfrm>
        </p:grpSpPr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A10371C5-E60F-9465-EF85-55ACBB613D81}"/>
                </a:ext>
              </a:extLst>
            </p:cNvPr>
            <p:cNvGrpSpPr/>
            <p:nvPr/>
          </p:nvGrpSpPr>
          <p:grpSpPr>
            <a:xfrm>
              <a:off x="985726" y="3029029"/>
              <a:ext cx="3690728" cy="1374776"/>
              <a:chOff x="404194" y="2544417"/>
              <a:chExt cx="3690728" cy="1374776"/>
            </a:xfrm>
          </p:grpSpPr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7E2CF069-6CAC-FBBC-26C0-FB521D07E076}"/>
                  </a:ext>
                </a:extLst>
              </p:cNvPr>
              <p:cNvSpPr/>
              <p:nvPr/>
            </p:nvSpPr>
            <p:spPr>
              <a:xfrm>
                <a:off x="3617843" y="2842867"/>
                <a:ext cx="477079" cy="1075221"/>
              </a:xfrm>
              <a:custGeom>
                <a:avLst/>
                <a:gdLst>
                  <a:gd name="connsiteX0" fmla="*/ 477079 w 477079"/>
                  <a:gd name="connsiteY0" fmla="*/ 357808 h 1166191"/>
                  <a:gd name="connsiteX1" fmla="*/ 0 w 477079"/>
                  <a:gd name="connsiteY1" fmla="*/ 0 h 1166191"/>
                  <a:gd name="connsiteX2" fmla="*/ 13253 w 477079"/>
                  <a:gd name="connsiteY2" fmla="*/ 1166191 h 1166191"/>
                  <a:gd name="connsiteX3" fmla="*/ 384314 w 477079"/>
                  <a:gd name="connsiteY3" fmla="*/ 649356 h 1166191"/>
                  <a:gd name="connsiteX0" fmla="*/ 477079 w 477079"/>
                  <a:gd name="connsiteY0" fmla="*/ 357808 h 1051327"/>
                  <a:gd name="connsiteX1" fmla="*/ 0 w 477079"/>
                  <a:gd name="connsiteY1" fmla="*/ 0 h 1051327"/>
                  <a:gd name="connsiteX2" fmla="*/ 13253 w 477079"/>
                  <a:gd name="connsiteY2" fmla="*/ 1051327 h 1051327"/>
                  <a:gd name="connsiteX3" fmla="*/ 384314 w 477079"/>
                  <a:gd name="connsiteY3" fmla="*/ 649356 h 105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7079" h="1051327">
                    <a:moveTo>
                      <a:pt x="477079" y="357808"/>
                    </a:moveTo>
                    <a:lnTo>
                      <a:pt x="0" y="0"/>
                    </a:lnTo>
                    <a:lnTo>
                      <a:pt x="13253" y="1051327"/>
                    </a:lnTo>
                    <a:lnTo>
                      <a:pt x="384314" y="649356"/>
                    </a:lnTo>
                  </a:path>
                </a:pathLst>
              </a:custGeom>
              <a:gradFill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4">
                <a:extLst>
                  <a:ext uri="{FF2B5EF4-FFF2-40B4-BE49-F238E27FC236}">
                    <a16:creationId xmlns:a16="http://schemas.microsoft.com/office/drawing/2014/main" id="{86EAFA1A-D77C-F1E4-2C6E-F5CC4CEDCA66}"/>
                  </a:ext>
                </a:extLst>
              </p:cNvPr>
              <p:cNvGrpSpPr/>
              <p:nvPr/>
            </p:nvGrpSpPr>
            <p:grpSpPr>
              <a:xfrm>
                <a:off x="404194" y="2544417"/>
                <a:ext cx="3586674" cy="1374776"/>
                <a:chOff x="404194" y="2544417"/>
                <a:chExt cx="3586674" cy="1374776"/>
              </a:xfrm>
            </p:grpSpPr>
            <p:sp>
              <p:nvSpPr>
                <p:cNvPr id="20" name="Rectangle 5">
                  <a:extLst>
                    <a:ext uri="{FF2B5EF4-FFF2-40B4-BE49-F238E27FC236}">
                      <a16:creationId xmlns:a16="http://schemas.microsoft.com/office/drawing/2014/main" id="{51191E94-8889-05BE-ABC5-4A2C881FABEB}"/>
                    </a:ext>
                  </a:extLst>
                </p:cNvPr>
                <p:cNvSpPr/>
                <p:nvPr/>
              </p:nvSpPr>
              <p:spPr>
                <a:xfrm>
                  <a:off x="450575" y="2849217"/>
                  <a:ext cx="3394519" cy="10601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4">
                  <a:extLst>
                    <a:ext uri="{FF2B5EF4-FFF2-40B4-BE49-F238E27FC236}">
                      <a16:creationId xmlns:a16="http://schemas.microsoft.com/office/drawing/2014/main" id="{E6ACAE7B-A4FF-89B6-4FA2-D9B84CDBE820}"/>
                    </a:ext>
                  </a:extLst>
                </p:cNvPr>
                <p:cNvSpPr txBox="1"/>
                <p:nvPr/>
              </p:nvSpPr>
              <p:spPr>
                <a:xfrm>
                  <a:off x="530088" y="2544417"/>
                  <a:ext cx="27962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/>
                    <a:t>Tabela ARP em </a:t>
                  </a:r>
                  <a:r>
                    <a:rPr lang="pt">
                      <a:solidFill>
                        <a:srgbClr val="0000A8"/>
                      </a:solidFill>
                    </a:rPr>
                    <a:t>A</a:t>
                  </a:r>
                </a:p>
              </p:txBody>
            </p:sp>
            <p:cxnSp>
              <p:nvCxnSpPr>
                <p:cNvPr id="26" name="Straight Connector 7">
                  <a:extLst>
                    <a:ext uri="{FF2B5EF4-FFF2-40B4-BE49-F238E27FC236}">
                      <a16:creationId xmlns:a16="http://schemas.microsoft.com/office/drawing/2014/main" id="{56C16751-1724-B83B-63F8-C79438025D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24" y="3173896"/>
                  <a:ext cx="340777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52">
                  <a:extLst>
                    <a:ext uri="{FF2B5EF4-FFF2-40B4-BE49-F238E27FC236}">
                      <a16:creationId xmlns:a16="http://schemas.microsoft.com/office/drawing/2014/main" id="{C79790B3-C9EA-57CD-6C06-48FC2AB5BB1F}"/>
                    </a:ext>
                  </a:extLst>
                </p:cNvPr>
                <p:cNvSpPr txBox="1"/>
                <p:nvPr/>
              </p:nvSpPr>
              <p:spPr>
                <a:xfrm>
                  <a:off x="404194" y="2829339"/>
                  <a:ext cx="129694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IP</a:t>
                  </a:r>
                  <a:endParaRPr lang="en-US" sz="1600" b="1"/>
                </a:p>
              </p:txBody>
            </p:sp>
            <p:sp>
              <p:nvSpPr>
                <p:cNvPr id="28" name="TextBox 61">
                  <a:extLst>
                    <a:ext uri="{FF2B5EF4-FFF2-40B4-BE49-F238E27FC236}">
                      <a16:creationId xmlns:a16="http://schemas.microsoft.com/office/drawing/2014/main" id="{A746E72D-57C0-B63A-F0DA-AF958F9288F8}"/>
                    </a:ext>
                  </a:extLst>
                </p:cNvPr>
                <p:cNvSpPr txBox="1"/>
                <p:nvPr/>
              </p:nvSpPr>
              <p:spPr>
                <a:xfrm>
                  <a:off x="1678657" y="2828472"/>
                  <a:ext cx="1595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MAC</a:t>
                  </a:r>
                  <a:endParaRPr lang="en-US" sz="1600" b="1"/>
                </a:p>
              </p:txBody>
            </p:sp>
            <p:cxnSp>
              <p:nvCxnSpPr>
                <p:cNvPr id="29" name="Straight Connector 12">
                  <a:extLst>
                    <a:ext uri="{FF2B5EF4-FFF2-40B4-BE49-F238E27FC236}">
                      <a16:creationId xmlns:a16="http://schemas.microsoft.com/office/drawing/2014/main" id="{88B180A8-C66D-79AF-BDE2-79262A9788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16766" y="2855842"/>
                  <a:ext cx="0" cy="106335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66">
                  <a:extLst>
                    <a:ext uri="{FF2B5EF4-FFF2-40B4-BE49-F238E27FC236}">
                      <a16:creationId xmlns:a16="http://schemas.microsoft.com/office/drawing/2014/main" id="{81FADB21-629D-B4E4-14E0-F42D94827B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9933" y="2848941"/>
                  <a:ext cx="0" cy="10604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71">
                  <a:extLst>
                    <a:ext uri="{FF2B5EF4-FFF2-40B4-BE49-F238E27FC236}">
                      <a16:creationId xmlns:a16="http://schemas.microsoft.com/office/drawing/2014/main" id="{550FC714-C5CE-D226-3651-DA861F4B8692}"/>
                    </a:ext>
                  </a:extLst>
                </p:cNvPr>
                <p:cNvSpPr txBox="1"/>
                <p:nvPr/>
              </p:nvSpPr>
              <p:spPr>
                <a:xfrm>
                  <a:off x="3281878" y="2827817"/>
                  <a:ext cx="7089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TTL</a:t>
                  </a:r>
                </a:p>
              </p:txBody>
            </p:sp>
          </p:grpSp>
        </p:grp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B1D051E4-DF20-E424-FB85-197FBB7D87BC}"/>
                </a:ext>
              </a:extLst>
            </p:cNvPr>
            <p:cNvGrpSpPr/>
            <p:nvPr/>
          </p:nvGrpSpPr>
          <p:grpSpPr>
            <a:xfrm>
              <a:off x="1019612" y="3835991"/>
              <a:ext cx="3133189" cy="311320"/>
              <a:chOff x="1019612" y="3731061"/>
              <a:chExt cx="3133189" cy="311320"/>
            </a:xfrm>
          </p:grpSpPr>
          <p:sp>
            <p:nvSpPr>
              <p:cNvPr id="10" name="Text Box 36">
                <a:extLst>
                  <a:ext uri="{FF2B5EF4-FFF2-40B4-BE49-F238E27FC236}">
                    <a16:creationId xmlns:a16="http://schemas.microsoft.com/office/drawing/2014/main" id="{E9860746-1FAD-556F-1FF9-C61CAFD375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9612" y="3731061"/>
                <a:ext cx="134622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endParaRPr lang="pt" sz="1400" i="0">
                  <a:latin typeface="Arial" charset="0"/>
                </a:endParaRPr>
              </a:p>
            </p:txBody>
          </p:sp>
          <p:sp>
            <p:nvSpPr>
              <p:cNvPr id="11" name="Text Box 27">
                <a:extLst>
                  <a:ext uri="{FF2B5EF4-FFF2-40B4-BE49-F238E27FC236}">
                    <a16:creationId xmlns:a16="http://schemas.microsoft.com/office/drawing/2014/main" id="{9BE7979F-8D4A-616C-7064-D988B514B5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3051" y="3732549"/>
                <a:ext cx="18473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" sz="1400" i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2" name="Text Box 27">
                <a:extLst>
                  <a:ext uri="{FF2B5EF4-FFF2-40B4-BE49-F238E27FC236}">
                    <a16:creationId xmlns:a16="http://schemas.microsoft.com/office/drawing/2014/main" id="{ACD24FFA-5271-ABAE-42D5-05E11EDE2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8070" y="3734604"/>
                <a:ext cx="18473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" sz="1400" i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163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1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Protocolo ARP em ação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A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"/>
              <a:t>exemplo: A deseja enviar dados para </a:t>
            </a:r>
            <a:r>
              <a:rPr lang="pt" err="1"/>
              <a:t>B</a:t>
            </a:r>
            <a:endParaRPr lang="pt"/>
          </a:p>
          <a:p>
            <a:pPr marL="352425" lvl="1" indent="-234950">
              <a:defRPr/>
            </a:pPr>
            <a:r>
              <a:rPr lang="pt" sz="2000"/>
              <a:t>O endereço MAC de </a:t>
            </a:r>
            <a:r>
              <a:rPr lang="pt" sz="2000" err="1"/>
              <a:t>B</a:t>
            </a:r>
            <a:r>
              <a:rPr lang="pt" sz="2000"/>
              <a:t> não está na tabela ARP de A, então A usa ARP para encontrar o endereço MAC de </a:t>
            </a:r>
            <a:r>
              <a:rPr lang="pt" sz="2000" err="1"/>
              <a:t>B</a:t>
            </a:r>
            <a:endParaRPr lang="en-US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>
                <a:defRPr/>
              </a:pPr>
              <a:r>
                <a:rPr lang="pt" sz="2400">
                  <a:solidFill>
                    <a:srgbClr val="0000A8"/>
                  </a:solidFill>
                </a:rPr>
                <a:t>B</a:t>
              </a:r>
              <a:r>
                <a:rPr lang="pt" sz="2000"/>
                <a:t> responde a A com resposta ARP, fornecendo seu endereço MAC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/>
                  <a:t>2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" sz="1600"/>
                <a:t>Endereço IP de destino: </a:t>
              </a:r>
              <a:r>
                <a:rPr lang="pt" sz="1400"/>
                <a:t>137.196.7.14</a:t>
              </a:r>
            </a:p>
            <a:p>
              <a:r>
                <a:rPr lang="pt" sz="1600"/>
                <a:t>Endereço MAC de destino: </a:t>
              </a:r>
              <a:endParaRPr lang="en-US" sz="1400"/>
            </a:p>
            <a:p>
              <a:r>
                <a:rPr lang="pt" sz="1600">
                  <a:solidFill>
                    <a:srgbClr val="000000"/>
                  </a:solidFill>
                </a:rPr>
                <a:t>                    58-23-D7-FA-20-B0</a:t>
              </a:r>
              <a:endParaRPr lang="en-US" sz="1600"/>
            </a:p>
            <a:p>
              <a:r>
                <a:rPr lang="pt" sz="1400">
                  <a:latin typeface="Arial" charset="0"/>
                </a:rPr>
                <a:t>…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9DD04DE-490A-BF4D-A7E2-3A174C7DB200}"/>
                </a:ext>
              </a:extLst>
            </p:cNvPr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6289879-A092-1D48-94AB-CCE5CC88B4FF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6F7794D-4F3F-5742-9DD7-7030CC3F326A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/>
                  <a:t>2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927570" y="2123963"/>
            <a:ext cx="3538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" sz="1600">
                <a:cs typeface="Courier New" panose="02070309020205020404" pitchFamily="49" charset="0"/>
              </a:rPr>
              <a:t>Mensagem ARP no quadro Ethernet (enviada para 71-65-F7-2B-08-53)</a:t>
            </a:r>
            <a:endParaRPr lang="en-US" sz="1400">
              <a:latin typeface="Arial" charset="0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FC1D73A0-A2FD-A54C-DEAF-9DDBE133C6A2}"/>
              </a:ext>
            </a:extLst>
          </p:cNvPr>
          <p:cNvGrpSpPr/>
          <p:nvPr/>
        </p:nvGrpSpPr>
        <p:grpSpPr>
          <a:xfrm>
            <a:off x="968916" y="2993385"/>
            <a:ext cx="3690728" cy="1374776"/>
            <a:chOff x="985726" y="3029029"/>
            <a:chExt cx="3690728" cy="1374776"/>
          </a:xfrm>
        </p:grpSpPr>
        <p:grpSp>
          <p:nvGrpSpPr>
            <p:cNvPr id="34" name="Group 16">
              <a:extLst>
                <a:ext uri="{FF2B5EF4-FFF2-40B4-BE49-F238E27FC236}">
                  <a16:creationId xmlns:a16="http://schemas.microsoft.com/office/drawing/2014/main" id="{B1AD0BAF-9268-0821-B711-6A0CDA7E9FC0}"/>
                </a:ext>
              </a:extLst>
            </p:cNvPr>
            <p:cNvGrpSpPr/>
            <p:nvPr/>
          </p:nvGrpSpPr>
          <p:grpSpPr>
            <a:xfrm>
              <a:off x="985726" y="3029029"/>
              <a:ext cx="3690728" cy="1374776"/>
              <a:chOff x="404194" y="2544417"/>
              <a:chExt cx="3690728" cy="1374776"/>
            </a:xfrm>
          </p:grpSpPr>
          <p:sp>
            <p:nvSpPr>
              <p:cNvPr id="44" name="Freeform 15">
                <a:extLst>
                  <a:ext uri="{FF2B5EF4-FFF2-40B4-BE49-F238E27FC236}">
                    <a16:creationId xmlns:a16="http://schemas.microsoft.com/office/drawing/2014/main" id="{B62BBCC9-1D1B-6FF8-BE0B-6FF7E3AE7DE6}"/>
                  </a:ext>
                </a:extLst>
              </p:cNvPr>
              <p:cNvSpPr/>
              <p:nvPr/>
            </p:nvSpPr>
            <p:spPr>
              <a:xfrm>
                <a:off x="3617843" y="2842867"/>
                <a:ext cx="477079" cy="1075221"/>
              </a:xfrm>
              <a:custGeom>
                <a:avLst/>
                <a:gdLst>
                  <a:gd name="connsiteX0" fmla="*/ 477079 w 477079"/>
                  <a:gd name="connsiteY0" fmla="*/ 357808 h 1166191"/>
                  <a:gd name="connsiteX1" fmla="*/ 0 w 477079"/>
                  <a:gd name="connsiteY1" fmla="*/ 0 h 1166191"/>
                  <a:gd name="connsiteX2" fmla="*/ 13253 w 477079"/>
                  <a:gd name="connsiteY2" fmla="*/ 1166191 h 1166191"/>
                  <a:gd name="connsiteX3" fmla="*/ 384314 w 477079"/>
                  <a:gd name="connsiteY3" fmla="*/ 649356 h 1166191"/>
                  <a:gd name="connsiteX0" fmla="*/ 477079 w 477079"/>
                  <a:gd name="connsiteY0" fmla="*/ 357808 h 1051327"/>
                  <a:gd name="connsiteX1" fmla="*/ 0 w 477079"/>
                  <a:gd name="connsiteY1" fmla="*/ 0 h 1051327"/>
                  <a:gd name="connsiteX2" fmla="*/ 13253 w 477079"/>
                  <a:gd name="connsiteY2" fmla="*/ 1051327 h 1051327"/>
                  <a:gd name="connsiteX3" fmla="*/ 384314 w 477079"/>
                  <a:gd name="connsiteY3" fmla="*/ 649356 h 105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7079" h="1051327">
                    <a:moveTo>
                      <a:pt x="477079" y="357808"/>
                    </a:moveTo>
                    <a:lnTo>
                      <a:pt x="0" y="0"/>
                    </a:lnTo>
                    <a:lnTo>
                      <a:pt x="13253" y="1051327"/>
                    </a:lnTo>
                    <a:lnTo>
                      <a:pt x="384314" y="649356"/>
                    </a:lnTo>
                  </a:path>
                </a:pathLst>
              </a:custGeom>
              <a:gradFill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14">
                <a:extLst>
                  <a:ext uri="{FF2B5EF4-FFF2-40B4-BE49-F238E27FC236}">
                    <a16:creationId xmlns:a16="http://schemas.microsoft.com/office/drawing/2014/main" id="{6049D4AD-E9BF-CAA0-657E-568AD59E3420}"/>
                  </a:ext>
                </a:extLst>
              </p:cNvPr>
              <p:cNvGrpSpPr/>
              <p:nvPr/>
            </p:nvGrpSpPr>
            <p:grpSpPr>
              <a:xfrm>
                <a:off x="404194" y="2544417"/>
                <a:ext cx="3586674" cy="1374776"/>
                <a:chOff x="404194" y="2544417"/>
                <a:chExt cx="3586674" cy="1374776"/>
              </a:xfrm>
            </p:grpSpPr>
            <p:sp>
              <p:nvSpPr>
                <p:cNvPr id="46" name="Rectangle 5">
                  <a:extLst>
                    <a:ext uri="{FF2B5EF4-FFF2-40B4-BE49-F238E27FC236}">
                      <a16:creationId xmlns:a16="http://schemas.microsoft.com/office/drawing/2014/main" id="{686402E0-1FC3-7B16-5D8A-FCC5E284E6EE}"/>
                    </a:ext>
                  </a:extLst>
                </p:cNvPr>
                <p:cNvSpPr/>
                <p:nvPr/>
              </p:nvSpPr>
              <p:spPr>
                <a:xfrm>
                  <a:off x="450575" y="2849217"/>
                  <a:ext cx="3394519" cy="10601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TextBox 4">
                  <a:extLst>
                    <a:ext uri="{FF2B5EF4-FFF2-40B4-BE49-F238E27FC236}">
                      <a16:creationId xmlns:a16="http://schemas.microsoft.com/office/drawing/2014/main" id="{E153D0DF-AE7E-4AFC-2885-9F0303821900}"/>
                    </a:ext>
                  </a:extLst>
                </p:cNvPr>
                <p:cNvSpPr txBox="1"/>
                <p:nvPr/>
              </p:nvSpPr>
              <p:spPr>
                <a:xfrm>
                  <a:off x="530088" y="2544417"/>
                  <a:ext cx="27962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/>
                    <a:t>Tabela ARP em </a:t>
                  </a:r>
                  <a:r>
                    <a:rPr lang="pt">
                      <a:solidFill>
                        <a:srgbClr val="0000A8"/>
                      </a:solidFill>
                    </a:rPr>
                    <a:t>A</a:t>
                  </a:r>
                </a:p>
              </p:txBody>
            </p:sp>
            <p:cxnSp>
              <p:nvCxnSpPr>
                <p:cNvPr id="56" name="Straight Connector 7">
                  <a:extLst>
                    <a:ext uri="{FF2B5EF4-FFF2-40B4-BE49-F238E27FC236}">
                      <a16:creationId xmlns:a16="http://schemas.microsoft.com/office/drawing/2014/main" id="{4C193B58-9DAA-3EED-E100-F81CF8CC16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24" y="3173896"/>
                  <a:ext cx="340777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TextBox 52">
                  <a:extLst>
                    <a:ext uri="{FF2B5EF4-FFF2-40B4-BE49-F238E27FC236}">
                      <a16:creationId xmlns:a16="http://schemas.microsoft.com/office/drawing/2014/main" id="{1FCBAF77-E742-80DA-1578-D1F7A4B787DD}"/>
                    </a:ext>
                  </a:extLst>
                </p:cNvPr>
                <p:cNvSpPr txBox="1"/>
                <p:nvPr/>
              </p:nvSpPr>
              <p:spPr>
                <a:xfrm>
                  <a:off x="404194" y="2829339"/>
                  <a:ext cx="129694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IP</a:t>
                  </a:r>
                  <a:endParaRPr lang="en-US" sz="1600" b="1"/>
                </a:p>
              </p:txBody>
            </p:sp>
            <p:sp>
              <p:nvSpPr>
                <p:cNvPr id="60" name="TextBox 61">
                  <a:extLst>
                    <a:ext uri="{FF2B5EF4-FFF2-40B4-BE49-F238E27FC236}">
                      <a16:creationId xmlns:a16="http://schemas.microsoft.com/office/drawing/2014/main" id="{30757DAF-4955-D2C5-CBDE-87CCF2654AF6}"/>
                    </a:ext>
                  </a:extLst>
                </p:cNvPr>
                <p:cNvSpPr txBox="1"/>
                <p:nvPr/>
              </p:nvSpPr>
              <p:spPr>
                <a:xfrm>
                  <a:off x="1678657" y="2828472"/>
                  <a:ext cx="1595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MAC</a:t>
                  </a:r>
                  <a:endParaRPr lang="en-US" sz="1600" b="1"/>
                </a:p>
              </p:txBody>
            </p:sp>
            <p:cxnSp>
              <p:nvCxnSpPr>
                <p:cNvPr id="73" name="Straight Connector 12">
                  <a:extLst>
                    <a:ext uri="{FF2B5EF4-FFF2-40B4-BE49-F238E27FC236}">
                      <a16:creationId xmlns:a16="http://schemas.microsoft.com/office/drawing/2014/main" id="{D38B3314-204F-2183-6EAA-C46A8FE6B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16766" y="2855842"/>
                  <a:ext cx="0" cy="106335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66">
                  <a:extLst>
                    <a:ext uri="{FF2B5EF4-FFF2-40B4-BE49-F238E27FC236}">
                      <a16:creationId xmlns:a16="http://schemas.microsoft.com/office/drawing/2014/main" id="{DA4289DF-6764-C897-39E4-FF39F3D0D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9933" y="2848941"/>
                  <a:ext cx="0" cy="10604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TextBox 71">
                  <a:extLst>
                    <a:ext uri="{FF2B5EF4-FFF2-40B4-BE49-F238E27FC236}">
                      <a16:creationId xmlns:a16="http://schemas.microsoft.com/office/drawing/2014/main" id="{8421C8F5-138B-A40E-A747-FA4FBCC0CC1D}"/>
                    </a:ext>
                  </a:extLst>
                </p:cNvPr>
                <p:cNvSpPr txBox="1"/>
                <p:nvPr/>
              </p:nvSpPr>
              <p:spPr>
                <a:xfrm>
                  <a:off x="3281878" y="2827817"/>
                  <a:ext cx="7089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TTL</a:t>
                  </a:r>
                </a:p>
              </p:txBody>
            </p:sp>
          </p:grpSp>
        </p:grp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AA96E485-C8E4-0130-3597-5B2697452D5E}"/>
                </a:ext>
              </a:extLst>
            </p:cNvPr>
            <p:cNvGrpSpPr/>
            <p:nvPr/>
          </p:nvGrpSpPr>
          <p:grpSpPr>
            <a:xfrm>
              <a:off x="1019612" y="3835991"/>
              <a:ext cx="3133189" cy="311320"/>
              <a:chOff x="1019612" y="3731061"/>
              <a:chExt cx="3133189" cy="311320"/>
            </a:xfrm>
          </p:grpSpPr>
          <p:sp>
            <p:nvSpPr>
              <p:cNvPr id="37" name="Text Box 36">
                <a:extLst>
                  <a:ext uri="{FF2B5EF4-FFF2-40B4-BE49-F238E27FC236}">
                    <a16:creationId xmlns:a16="http://schemas.microsoft.com/office/drawing/2014/main" id="{8217847F-94B8-DC40-8F2E-FFBEBEFD99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9612" y="3731061"/>
                <a:ext cx="134622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endParaRPr lang="pt" sz="1400" i="0">
                  <a:latin typeface="Arial" charset="0"/>
                </a:endParaRPr>
              </a:p>
            </p:txBody>
          </p:sp>
          <p:sp>
            <p:nvSpPr>
              <p:cNvPr id="39" name="Text Box 27">
                <a:extLst>
                  <a:ext uri="{FF2B5EF4-FFF2-40B4-BE49-F238E27FC236}">
                    <a16:creationId xmlns:a16="http://schemas.microsoft.com/office/drawing/2014/main" id="{ECA2D839-2989-36A4-224C-EC9CE11F1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3051" y="3732549"/>
                <a:ext cx="18473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" sz="1400" i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43" name="Text Box 27">
                <a:extLst>
                  <a:ext uri="{FF2B5EF4-FFF2-40B4-BE49-F238E27FC236}">
                    <a16:creationId xmlns:a16="http://schemas.microsoft.com/office/drawing/2014/main" id="{39E9C72A-BD0F-9887-A135-251FF9AEA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8070" y="3734604"/>
                <a:ext cx="18473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" sz="1400" i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0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Protocolo ARP em ação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"/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1400" i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2400">
                <a:solidFill>
                  <a:srgbClr val="0000A8"/>
                </a:solidFill>
              </a:rPr>
              <a:t>A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"/>
              <a:t>exemplo: A deseja enviar dados para </a:t>
            </a:r>
            <a:r>
              <a:rPr lang="pt" err="1"/>
              <a:t>B</a:t>
            </a:r>
            <a:endParaRPr lang="pt"/>
          </a:p>
          <a:p>
            <a:pPr marL="352425" lvl="1" indent="-234950">
              <a:defRPr/>
            </a:pPr>
            <a:r>
              <a:rPr lang="pt" sz="2000"/>
              <a:t>O endereço MAC de </a:t>
            </a:r>
            <a:r>
              <a:rPr lang="pt" sz="2000" err="1"/>
              <a:t>B</a:t>
            </a:r>
            <a:r>
              <a:rPr lang="pt" sz="2000"/>
              <a:t> não está na tabela ARP de A, então A usa ARP para encontrar o endereço MAC de </a:t>
            </a:r>
            <a:r>
              <a:rPr lang="pt" sz="2000" err="1"/>
              <a:t>B</a:t>
            </a:r>
            <a:endParaRPr lang="en-US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1144655" y="5342636"/>
            <a:ext cx="4697743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>
                <a:defRPr/>
              </a:pPr>
              <a:r>
                <a:rPr lang="pt" sz="2400">
                  <a:solidFill>
                    <a:srgbClr val="0000A8"/>
                  </a:solidFill>
                </a:rPr>
                <a:t>A</a:t>
              </a:r>
              <a:r>
                <a:rPr lang="pt" sz="2000"/>
                <a:t> recebe a resposta de </a:t>
              </a:r>
              <a:r>
                <a:rPr lang="pt" sz="2000" err="1"/>
                <a:t>B</a:t>
              </a:r>
              <a:r>
                <a:rPr lang="pt" sz="2000"/>
                <a:t>, adiciona a entrada de </a:t>
              </a:r>
              <a:r>
                <a:rPr lang="pt" sz="2000" err="1"/>
                <a:t>B</a:t>
              </a:r>
              <a:r>
                <a:rPr lang="pt" sz="2000"/>
                <a:t> em sua tabela ARP local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" sz="2400"/>
                  <a:t>3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59DA7FB-B46D-BE77-DB81-E1C96E0D510B}"/>
              </a:ext>
            </a:extLst>
          </p:cNvPr>
          <p:cNvGrpSpPr/>
          <p:nvPr/>
        </p:nvGrpSpPr>
        <p:grpSpPr>
          <a:xfrm>
            <a:off x="968916" y="2993385"/>
            <a:ext cx="3690728" cy="1374776"/>
            <a:chOff x="985726" y="3029029"/>
            <a:chExt cx="3690728" cy="13747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C4CA1B8-D7B0-FE45-9DAE-1BE097F0A873}"/>
                </a:ext>
              </a:extLst>
            </p:cNvPr>
            <p:cNvGrpSpPr/>
            <p:nvPr/>
          </p:nvGrpSpPr>
          <p:grpSpPr>
            <a:xfrm>
              <a:off x="985726" y="3029029"/>
              <a:ext cx="3690728" cy="1374776"/>
              <a:chOff x="404194" y="2544417"/>
              <a:chExt cx="3690728" cy="1374776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DA69A91A-6B5A-764F-8871-0FBCD21B5E20}"/>
                  </a:ext>
                </a:extLst>
              </p:cNvPr>
              <p:cNvSpPr/>
              <p:nvPr/>
            </p:nvSpPr>
            <p:spPr>
              <a:xfrm>
                <a:off x="3617843" y="2842867"/>
                <a:ext cx="477079" cy="1075221"/>
              </a:xfrm>
              <a:custGeom>
                <a:avLst/>
                <a:gdLst>
                  <a:gd name="connsiteX0" fmla="*/ 477079 w 477079"/>
                  <a:gd name="connsiteY0" fmla="*/ 357808 h 1166191"/>
                  <a:gd name="connsiteX1" fmla="*/ 0 w 477079"/>
                  <a:gd name="connsiteY1" fmla="*/ 0 h 1166191"/>
                  <a:gd name="connsiteX2" fmla="*/ 13253 w 477079"/>
                  <a:gd name="connsiteY2" fmla="*/ 1166191 h 1166191"/>
                  <a:gd name="connsiteX3" fmla="*/ 384314 w 477079"/>
                  <a:gd name="connsiteY3" fmla="*/ 649356 h 1166191"/>
                  <a:gd name="connsiteX0" fmla="*/ 477079 w 477079"/>
                  <a:gd name="connsiteY0" fmla="*/ 357808 h 1051327"/>
                  <a:gd name="connsiteX1" fmla="*/ 0 w 477079"/>
                  <a:gd name="connsiteY1" fmla="*/ 0 h 1051327"/>
                  <a:gd name="connsiteX2" fmla="*/ 13253 w 477079"/>
                  <a:gd name="connsiteY2" fmla="*/ 1051327 h 1051327"/>
                  <a:gd name="connsiteX3" fmla="*/ 384314 w 477079"/>
                  <a:gd name="connsiteY3" fmla="*/ 649356 h 105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7079" h="1051327">
                    <a:moveTo>
                      <a:pt x="477079" y="357808"/>
                    </a:moveTo>
                    <a:lnTo>
                      <a:pt x="0" y="0"/>
                    </a:lnTo>
                    <a:lnTo>
                      <a:pt x="13253" y="1051327"/>
                    </a:lnTo>
                    <a:lnTo>
                      <a:pt x="384314" y="649356"/>
                    </a:lnTo>
                  </a:path>
                </a:pathLst>
              </a:custGeom>
              <a:gradFill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F6BEDD3-2381-F342-8772-EF22B2DD6391}"/>
                  </a:ext>
                </a:extLst>
              </p:cNvPr>
              <p:cNvGrpSpPr/>
              <p:nvPr/>
            </p:nvGrpSpPr>
            <p:grpSpPr>
              <a:xfrm>
                <a:off x="404194" y="2544417"/>
                <a:ext cx="3586674" cy="1374776"/>
                <a:chOff x="404194" y="2544417"/>
                <a:chExt cx="3586674" cy="1374776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F0EA35A-16E9-6647-B826-0BDF18B31CE6}"/>
                    </a:ext>
                  </a:extLst>
                </p:cNvPr>
                <p:cNvSpPr/>
                <p:nvPr/>
              </p:nvSpPr>
              <p:spPr>
                <a:xfrm>
                  <a:off x="450575" y="2849217"/>
                  <a:ext cx="3394519" cy="10601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03A6087-C978-A74F-82FC-80BB9BB4CE42}"/>
                    </a:ext>
                  </a:extLst>
                </p:cNvPr>
                <p:cNvSpPr txBox="1"/>
                <p:nvPr/>
              </p:nvSpPr>
              <p:spPr>
                <a:xfrm>
                  <a:off x="530088" y="2544417"/>
                  <a:ext cx="27962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/>
                    <a:t>Tabela ARP em </a:t>
                  </a:r>
                  <a:r>
                    <a:rPr lang="pt">
                      <a:solidFill>
                        <a:srgbClr val="0000A8"/>
                      </a:solidFill>
                    </a:rPr>
                    <a:t>A</a:t>
                  </a: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97ADA725-CF65-9446-A6E5-99769F3E85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24" y="3173896"/>
                  <a:ext cx="340777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D1A36C2-C660-CC48-A801-8B13046993C8}"/>
                    </a:ext>
                  </a:extLst>
                </p:cNvPr>
                <p:cNvSpPr txBox="1"/>
                <p:nvPr/>
              </p:nvSpPr>
              <p:spPr>
                <a:xfrm>
                  <a:off x="404194" y="2829339"/>
                  <a:ext cx="129694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IP</a:t>
                  </a:r>
                  <a:endParaRPr lang="en-US" sz="1600" b="1"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9275495-9FB2-BE4E-99AA-073302DC06EF}"/>
                    </a:ext>
                  </a:extLst>
                </p:cNvPr>
                <p:cNvSpPr txBox="1"/>
                <p:nvPr/>
              </p:nvSpPr>
              <p:spPr>
                <a:xfrm>
                  <a:off x="1678657" y="2828472"/>
                  <a:ext cx="1595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Endereço MAC</a:t>
                  </a:r>
                  <a:endParaRPr lang="en-US" sz="1600" b="1"/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8C873D52-0E3A-984E-872F-2E5F1E49C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16766" y="2855842"/>
                  <a:ext cx="0" cy="106335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0F3D9DE6-1B37-F249-9BD4-104B41CEFD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9933" y="2848941"/>
                  <a:ext cx="0" cy="10604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971A2F5-ACB5-294E-8846-0F74DE6EB747}"/>
                    </a:ext>
                  </a:extLst>
                </p:cNvPr>
                <p:cNvSpPr txBox="1"/>
                <p:nvPr/>
              </p:nvSpPr>
              <p:spPr>
                <a:xfrm>
                  <a:off x="3281878" y="2827817"/>
                  <a:ext cx="7089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" sz="1600" b="1"/>
                    <a:t>TTL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5F39055-4138-5345-8C30-F70330025618}"/>
                </a:ext>
              </a:extLst>
            </p:cNvPr>
            <p:cNvGrpSpPr/>
            <p:nvPr/>
          </p:nvGrpSpPr>
          <p:grpSpPr>
            <a:xfrm>
              <a:off x="1019612" y="3835991"/>
              <a:ext cx="3431282" cy="311320"/>
              <a:chOff x="1019612" y="3731061"/>
              <a:chExt cx="3431282" cy="311320"/>
            </a:xfrm>
          </p:grpSpPr>
          <p:sp>
            <p:nvSpPr>
              <p:cNvPr id="73" name="Text Box 36">
                <a:extLst>
                  <a:ext uri="{FF2B5EF4-FFF2-40B4-BE49-F238E27FC236}">
                    <a16:creationId xmlns:a16="http://schemas.microsoft.com/office/drawing/2014/main" id="{1DADF13F-2D2F-5443-842A-4A233EADB7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9612" y="3731061"/>
                <a:ext cx="1346221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Arial" charset="0"/>
                    <a:cs typeface="+mn-cs"/>
                  </a:rPr>
                  <a:t>137.196.</a:t>
                </a:r>
                <a:r>
                  <a:rPr lang="pt" sz="1400" i="0">
                    <a:latin typeface="Arial" charset="0"/>
                  </a:rPr>
                  <a:t>7.14</a:t>
                </a:r>
              </a:p>
            </p:txBody>
          </p:sp>
          <p:sp>
            <p:nvSpPr>
              <p:cNvPr id="77" name="Text Box 27">
                <a:extLst>
                  <a:ext uri="{FF2B5EF4-FFF2-40B4-BE49-F238E27FC236}">
                    <a16:creationId xmlns:a16="http://schemas.microsoft.com/office/drawing/2014/main" id="{82505451-0901-AA46-96C0-FED04AABFA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3051" y="3732549"/>
                <a:ext cx="1739900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pt" sz="1400" i="0">
                    <a:solidFill>
                      <a:srgbClr val="000000"/>
                    </a:solidFill>
                    <a:latin typeface="Arial" charset="0"/>
                  </a:rPr>
                  <a:t>58-23-D7-FA-20-B0</a:t>
                </a:r>
              </a:p>
            </p:txBody>
          </p:sp>
          <p:sp>
            <p:nvSpPr>
              <p:cNvPr id="78" name="Text Box 27">
                <a:extLst>
                  <a:ext uri="{FF2B5EF4-FFF2-40B4-BE49-F238E27FC236}">
                    <a16:creationId xmlns:a16="http://schemas.microsoft.com/office/drawing/2014/main" id="{ED5A362E-E35A-6241-9A98-218C818945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8070" y="3734604"/>
                <a:ext cx="482824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pt" sz="1400" i="0">
                    <a:solidFill>
                      <a:srgbClr val="000000"/>
                    </a:solidFill>
                    <a:latin typeface="Arial" charset="0"/>
                  </a:rPr>
                  <a:t>500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866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621274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</a:t>
            </a:r>
            <a:r>
              <a:rPr lang="pt" b="0" kern="0" err="1">
                <a:solidFill>
                  <a:srgbClr val="000099"/>
                </a:solidFill>
                <a:latin typeface="+mn-lt"/>
                <a:ea typeface="ＭＳ Ｐゴシック" charset="0"/>
              </a:rPr>
              <a:t>sub-rede</a:t>
            </a:r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82" name="Rectangle 2">
            <a:extLst>
              <a:ext uri="{FF2B5EF4-FFF2-40B4-BE49-F238E27FC236}">
                <a16:creationId xmlns:a16="http://schemas.microsoft.com/office/drawing/2014/main" id="{75C8B8F2-44A8-AE4D-95ED-0C45E84A2CCD}"/>
              </a:ext>
            </a:extLst>
          </p:cNvPr>
          <p:cNvSpPr txBox="1">
            <a:spLocks noChangeArrowheads="1"/>
          </p:cNvSpPr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5" indent="-111125">
              <a:buNone/>
              <a:defRPr/>
            </a:pPr>
            <a:r>
              <a:rPr lang="pt"/>
              <a:t>Passo a passo</a:t>
            </a:r>
            <a:r>
              <a:rPr lang="pt">
                <a:solidFill>
                  <a:srgbClr val="CC0000"/>
                </a:solidFill>
              </a:rPr>
              <a:t>: enviando um pacote de </a:t>
            </a:r>
            <a:r>
              <a:rPr lang="pt" i="1">
                <a:solidFill>
                  <a:srgbClr val="CC0000"/>
                </a:solidFill>
              </a:rPr>
              <a:t>A</a:t>
            </a:r>
            <a:r>
              <a:rPr lang="pt">
                <a:solidFill>
                  <a:srgbClr val="CC0000"/>
                </a:solidFill>
              </a:rPr>
              <a:t> para </a:t>
            </a:r>
            <a:r>
              <a:rPr lang="pt" i="1">
                <a:solidFill>
                  <a:srgbClr val="CC0000"/>
                </a:solidFill>
              </a:rPr>
              <a:t>B</a:t>
            </a:r>
            <a:r>
              <a:rPr lang="pt">
                <a:solidFill>
                  <a:srgbClr val="CC0000"/>
                </a:solidFill>
              </a:rPr>
              <a:t> via </a:t>
            </a:r>
            <a:r>
              <a:rPr lang="pt" i="1">
                <a:solidFill>
                  <a:srgbClr val="CC0000"/>
                </a:solidFill>
              </a:rPr>
              <a:t>R</a:t>
            </a:r>
          </a:p>
          <a:p>
            <a:pPr marL="688975" lvl="1" indent="-457200">
              <a:buFont typeface="Arial" charset="2"/>
              <a:buChar char="•"/>
              <a:defRPr/>
            </a:pPr>
            <a:r>
              <a:rPr lang="pt" sz="2800"/>
              <a:t>foco no endereçamento – nos níveis de camada IP (pacote) e MAC (quadro)</a:t>
            </a:r>
            <a:endParaRPr lang="pt" sz="28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1633948-5785-5849-859F-87310A692F23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 Box 4">
            <a:extLst>
              <a:ext uri="{FF2B5EF4-FFF2-40B4-BE49-F238E27FC236}">
                <a16:creationId xmlns:a16="http://schemas.microsoft.com/office/drawing/2014/main" id="{7AA3B0EC-8E9C-EA40-807D-C0DCADFC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227" name="Freeform 39">
            <a:extLst>
              <a:ext uri="{FF2B5EF4-FFF2-40B4-BE49-F238E27FC236}">
                <a16:creationId xmlns:a16="http://schemas.microsoft.com/office/drawing/2014/main" id="{877FF5E7-E20D-C343-A6A6-C03781D86E63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8" name="Line 40">
            <a:extLst>
              <a:ext uri="{FF2B5EF4-FFF2-40B4-BE49-F238E27FC236}">
                <a16:creationId xmlns:a16="http://schemas.microsoft.com/office/drawing/2014/main" id="{F783F2B5-328E-0E4F-B70F-C2AE78E3D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29" name="Line 41">
            <a:extLst>
              <a:ext uri="{FF2B5EF4-FFF2-40B4-BE49-F238E27FC236}">
                <a16:creationId xmlns:a16="http://schemas.microsoft.com/office/drawing/2014/main" id="{C060EFA7-8C6E-3D40-B474-D7EA7BAB1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234" name="Text Box 58">
            <a:extLst>
              <a:ext uri="{FF2B5EF4-FFF2-40B4-BE49-F238E27FC236}">
                <a16:creationId xmlns:a16="http://schemas.microsoft.com/office/drawing/2014/main" id="{DB5EE02A-B01A-5E4C-B702-F6EBFE468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>
                <a:solidFill>
                  <a:srgbClr val="0000A8"/>
                </a:solidFill>
              </a:rPr>
              <a:t>A</a:t>
            </a:r>
            <a:endParaRPr lang="pt" sz="2800" i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236" name="Line 67">
            <a:extLst>
              <a:ext uri="{FF2B5EF4-FFF2-40B4-BE49-F238E27FC236}">
                <a16:creationId xmlns:a16="http://schemas.microsoft.com/office/drawing/2014/main" id="{C65C148F-06BF-C940-B2DD-A67AC4BE2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39" name="Line 73">
            <a:extLst>
              <a:ext uri="{FF2B5EF4-FFF2-40B4-BE49-F238E27FC236}">
                <a16:creationId xmlns:a16="http://schemas.microsoft.com/office/drawing/2014/main" id="{2E33E508-B8D6-3E44-B5AA-A6A307EEE1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240" name="Freeform 75">
            <a:extLst>
              <a:ext uri="{FF2B5EF4-FFF2-40B4-BE49-F238E27FC236}">
                <a16:creationId xmlns:a16="http://schemas.microsoft.com/office/drawing/2014/main" id="{25EB896A-E2EC-F64E-82DF-14D4BB8B17FF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1" name="Text Box 76">
            <a:extLst>
              <a:ext uri="{FF2B5EF4-FFF2-40B4-BE49-F238E27FC236}">
                <a16:creationId xmlns:a16="http://schemas.microsoft.com/office/drawing/2014/main" id="{6209BBA1-3ADB-DD4E-98BA-16778788F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1F04776-CE9C-1440-B37F-242C3E190A98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261" name="Rectangle 37">
              <a:extLst>
                <a:ext uri="{FF2B5EF4-FFF2-40B4-BE49-F238E27FC236}">
                  <a16:creationId xmlns:a16="http://schemas.microsoft.com/office/drawing/2014/main" id="{7820489A-5549-C442-BF3C-BC1AC11B6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262" name="Rectangle 37">
              <a:extLst>
                <a:ext uri="{FF2B5EF4-FFF2-40B4-BE49-F238E27FC236}">
                  <a16:creationId xmlns:a16="http://schemas.microsoft.com/office/drawing/2014/main" id="{9AF76EFA-4C5B-674E-BA86-9C05702BA8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4D12D1B-CACD-6E4B-9C38-D2F459245889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16FB099F-FBEA-9F48-8EAA-5BCE4873212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3DBFA26-F015-2547-A930-D01540DA83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6BD83E9A-6CBF-3D4E-8F2F-EA68EE4D375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24B4E4B6-6B7A-4A4B-A9EB-9BA919CAA34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8A579144-F431-924D-BEDF-34C91BDD544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60A07585-2E49-1643-B16B-023093CA681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9C7FFFB-540E-F04A-8756-DC9317FA983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43" name="Rectangle 37">
            <a:extLst>
              <a:ext uri="{FF2B5EF4-FFF2-40B4-BE49-F238E27FC236}">
                <a16:creationId xmlns:a16="http://schemas.microsoft.com/office/drawing/2014/main" id="{2049FC20-01F9-A342-8ED2-71DDD4E242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4" name="Group 49">
            <a:extLst>
              <a:ext uri="{FF2B5EF4-FFF2-40B4-BE49-F238E27FC236}">
                <a16:creationId xmlns:a16="http://schemas.microsoft.com/office/drawing/2014/main" id="{0C6B5E2D-47E0-304A-802F-B33BA23951DC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259" name="Picture 50" descr="desktop_computer_stylized_medium">
              <a:extLst>
                <a:ext uri="{FF2B5EF4-FFF2-40B4-BE49-F238E27FC236}">
                  <a16:creationId xmlns:a16="http://schemas.microsoft.com/office/drawing/2014/main" id="{6C7B4EA6-CCA8-D147-AFAA-5DA13E6BA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51">
              <a:extLst>
                <a:ext uri="{FF2B5EF4-FFF2-40B4-BE49-F238E27FC236}">
                  <a16:creationId xmlns:a16="http://schemas.microsoft.com/office/drawing/2014/main" id="{48DE1DAA-CF8A-A24A-8DD9-85EF022FE8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5" name="Rectangle 37">
            <a:extLst>
              <a:ext uri="{FF2B5EF4-FFF2-40B4-BE49-F238E27FC236}">
                <a16:creationId xmlns:a16="http://schemas.microsoft.com/office/drawing/2014/main" id="{1976AEED-D3C4-4C40-B836-5E4352A361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6" name="Group 49">
            <a:extLst>
              <a:ext uri="{FF2B5EF4-FFF2-40B4-BE49-F238E27FC236}">
                <a16:creationId xmlns:a16="http://schemas.microsoft.com/office/drawing/2014/main" id="{CA4E329E-B85D-034A-AD4E-3AA827B8BDBB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257" name="Picture 50" descr="desktop_computer_stylized_medium">
              <a:extLst>
                <a:ext uri="{FF2B5EF4-FFF2-40B4-BE49-F238E27FC236}">
                  <a16:creationId xmlns:a16="http://schemas.microsoft.com/office/drawing/2014/main" id="{1DF9E5DC-786D-6C49-ADDC-C953FEFE6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8" name="Freeform 51">
              <a:extLst>
                <a:ext uri="{FF2B5EF4-FFF2-40B4-BE49-F238E27FC236}">
                  <a16:creationId xmlns:a16="http://schemas.microsoft.com/office/drawing/2014/main" id="{23D41A9D-8697-4D4D-8D16-A98A093EA1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sp>
        <p:nvSpPr>
          <p:cNvPr id="247" name="Rectangle 37">
            <a:extLst>
              <a:ext uri="{FF2B5EF4-FFF2-40B4-BE49-F238E27FC236}">
                <a16:creationId xmlns:a16="http://schemas.microsoft.com/office/drawing/2014/main" id="{921F645F-8A94-2445-84B8-38720AF020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248" name="Rectangle 37">
            <a:extLst>
              <a:ext uri="{FF2B5EF4-FFF2-40B4-BE49-F238E27FC236}">
                <a16:creationId xmlns:a16="http://schemas.microsoft.com/office/drawing/2014/main" id="{7E4E6975-B2CA-7444-B862-F4B4940509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9" name="Group 44">
            <a:extLst>
              <a:ext uri="{FF2B5EF4-FFF2-40B4-BE49-F238E27FC236}">
                <a16:creationId xmlns:a16="http://schemas.microsoft.com/office/drawing/2014/main" id="{0E421EA6-E430-A84D-86CE-88CE29472188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255" name="Picture 45" descr="desktop_computer_stylized_medium">
              <a:extLst>
                <a:ext uri="{FF2B5EF4-FFF2-40B4-BE49-F238E27FC236}">
                  <a16:creationId xmlns:a16="http://schemas.microsoft.com/office/drawing/2014/main" id="{0CFB0548-75C3-B541-8DF5-553BDA44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" name="Freeform 46">
              <a:extLst>
                <a:ext uri="{FF2B5EF4-FFF2-40B4-BE49-F238E27FC236}">
                  <a16:creationId xmlns:a16="http://schemas.microsoft.com/office/drawing/2014/main" id="{A0094AEB-3AFF-0940-8C77-D29712E481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50" name="Group 44">
            <a:extLst>
              <a:ext uri="{FF2B5EF4-FFF2-40B4-BE49-F238E27FC236}">
                <a16:creationId xmlns:a16="http://schemas.microsoft.com/office/drawing/2014/main" id="{BCF5D40A-A74B-274B-8ADA-55B66CD5DBFC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253" name="Picture 45" descr="desktop_computer_stylized_medium">
              <a:extLst>
                <a:ext uri="{FF2B5EF4-FFF2-40B4-BE49-F238E27FC236}">
                  <a16:creationId xmlns:a16="http://schemas.microsoft.com/office/drawing/2014/main" id="{771731DD-0069-DA47-95DF-85CE9F491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46">
              <a:extLst>
                <a:ext uri="{FF2B5EF4-FFF2-40B4-BE49-F238E27FC236}">
                  <a16:creationId xmlns:a16="http://schemas.microsoft.com/office/drawing/2014/main" id="{0818206B-A68C-604B-A676-494044A074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ACCC7A-2790-4042-9C87-704C4398F4FC}"/>
              </a:ext>
            </a:extLst>
          </p:cNvPr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B5C784D-B8E9-0242-B1BF-5469854F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221" name="Text Box 22">
              <a:extLst>
                <a:ext uri="{FF2B5EF4-FFF2-40B4-BE49-F238E27FC236}">
                  <a16:creationId xmlns:a16="http://schemas.microsoft.com/office/drawing/2014/main" id="{C464F240-6EA6-E645-AE35-1132527BB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222" name="Group 23">
              <a:extLst>
                <a:ext uri="{FF2B5EF4-FFF2-40B4-BE49-F238E27FC236}">
                  <a16:creationId xmlns:a16="http://schemas.microsoft.com/office/drawing/2014/main" id="{718D171D-585A-DA4B-8722-1465B928B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73" name="Text Box 24">
                <a:extLst>
                  <a:ext uri="{FF2B5EF4-FFF2-40B4-BE49-F238E27FC236}">
                    <a16:creationId xmlns:a16="http://schemas.microsoft.com/office/drawing/2014/main" id="{6074A99D-1DA4-3A42-9396-9E51D4D7D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274" name="Text Box 25">
                <a:extLst>
                  <a:ext uri="{FF2B5EF4-FFF2-40B4-BE49-F238E27FC236}">
                    <a16:creationId xmlns:a16="http://schemas.microsoft.com/office/drawing/2014/main" id="{7F04AB82-B2F9-5040-9BD7-B58343D5B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223" name="Text Box 26">
              <a:extLst>
                <a:ext uri="{FF2B5EF4-FFF2-40B4-BE49-F238E27FC236}">
                  <a16:creationId xmlns:a16="http://schemas.microsoft.com/office/drawing/2014/main" id="{345706BC-EE35-E948-B847-B9C8F402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224" name="Text Box 27">
              <a:extLst>
                <a:ext uri="{FF2B5EF4-FFF2-40B4-BE49-F238E27FC236}">
                  <a16:creationId xmlns:a16="http://schemas.microsoft.com/office/drawing/2014/main" id="{C6892711-5B00-1B44-A3A1-ED7D7A05C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225" name="Text Box 30">
              <a:extLst>
                <a:ext uri="{FF2B5EF4-FFF2-40B4-BE49-F238E27FC236}">
                  <a16:creationId xmlns:a16="http://schemas.microsoft.com/office/drawing/2014/main" id="{C9755018-30C5-2F48-B77B-D1C5089AD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226" name="Text Box 33">
              <a:extLst>
                <a:ext uri="{FF2B5EF4-FFF2-40B4-BE49-F238E27FC236}">
                  <a16:creationId xmlns:a16="http://schemas.microsoft.com/office/drawing/2014/main" id="{F8059422-13FC-B849-B3BE-4C2D1B54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230" name="Line 44">
              <a:extLst>
                <a:ext uri="{FF2B5EF4-FFF2-40B4-BE49-F238E27FC236}">
                  <a16:creationId xmlns:a16="http://schemas.microsoft.com/office/drawing/2014/main" id="{5FF08ADC-A615-AA4F-988F-06E9F2E02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231" name="Line 45">
              <a:extLst>
                <a:ext uri="{FF2B5EF4-FFF2-40B4-BE49-F238E27FC236}">
                  <a16:creationId xmlns:a16="http://schemas.microsoft.com/office/drawing/2014/main" id="{C98C8486-5AB7-664F-9D85-3DD76A362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32" name="Line 46">
              <a:extLst>
                <a:ext uri="{FF2B5EF4-FFF2-40B4-BE49-F238E27FC236}">
                  <a16:creationId xmlns:a16="http://schemas.microsoft.com/office/drawing/2014/main" id="{B1A0EF95-B5D7-6443-84A3-A0E0B1049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233" name="Line 47">
              <a:extLst>
                <a:ext uri="{FF2B5EF4-FFF2-40B4-BE49-F238E27FC236}">
                  <a16:creationId xmlns:a16="http://schemas.microsoft.com/office/drawing/2014/main" id="{4D21BB95-E938-424E-94A6-FA1551CE2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grpSp>
          <p:nvGrpSpPr>
            <p:cNvPr id="235" name="Group 63">
              <a:extLst>
                <a:ext uri="{FF2B5EF4-FFF2-40B4-BE49-F238E27FC236}">
                  <a16:creationId xmlns:a16="http://schemas.microsoft.com/office/drawing/2014/main" id="{022EBB57-7AB3-7C45-9AC9-24B737F13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71" name="Text Box 64">
                <a:extLst>
                  <a:ext uri="{FF2B5EF4-FFF2-40B4-BE49-F238E27FC236}">
                    <a16:creationId xmlns:a16="http://schemas.microsoft.com/office/drawing/2014/main" id="{9C1790DC-D8F5-D148-A191-4095380CC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272" name="Text Box 65">
                <a:extLst>
                  <a:ext uri="{FF2B5EF4-FFF2-40B4-BE49-F238E27FC236}">
                    <a16:creationId xmlns:a16="http://schemas.microsoft.com/office/drawing/2014/main" id="{B09022AD-3504-8E4C-B2F0-99A5DA41E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237" name="Text Box 71">
              <a:extLst>
                <a:ext uri="{FF2B5EF4-FFF2-40B4-BE49-F238E27FC236}">
                  <a16:creationId xmlns:a16="http://schemas.microsoft.com/office/drawing/2014/main" id="{E34EA307-0F5E-7E4E-9CE6-4AB424039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238" name="Text Box 72">
              <a:extLst>
                <a:ext uri="{FF2B5EF4-FFF2-40B4-BE49-F238E27FC236}">
                  <a16:creationId xmlns:a16="http://schemas.microsoft.com/office/drawing/2014/main" id="{B5B6783C-814C-0B4E-B164-BE3DE87DB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88-B2-2F-54-1A-0F</a:t>
              </a:r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4FFBE43-D54F-1248-BB0F-8C6305664255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AF922730-B346-B540-9CCA-A7D5E3F38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Rectangle 2">
            <a:extLst>
              <a:ext uri="{FF2B5EF4-FFF2-40B4-BE49-F238E27FC236}">
                <a16:creationId xmlns:a16="http://schemas.microsoft.com/office/drawing/2014/main" id="{F2C09E71-12BD-2C45-A9FA-A6A951F6F19C}"/>
              </a:ext>
            </a:extLst>
          </p:cNvPr>
          <p:cNvSpPr txBox="1">
            <a:spLocks noChangeArrowheads="1"/>
          </p:cNvSpPr>
          <p:nvPr/>
        </p:nvSpPr>
        <p:spPr>
          <a:xfrm>
            <a:off x="898315" y="2524296"/>
            <a:ext cx="10196305" cy="1583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8975" lvl="1" indent="-457200">
              <a:buFont typeface="Arial" charset="2"/>
              <a:buChar char="•"/>
              <a:defRPr/>
            </a:pPr>
            <a:r>
              <a:rPr lang="pt" sz="2800"/>
              <a:t>Suponha que:</a:t>
            </a:r>
            <a:endParaRPr lang="pt-BR"/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pt" sz="2400"/>
              <a:t>A sabe o endereço IP de B</a:t>
            </a:r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pt" sz="2400"/>
              <a:t>A sabe o endereço IP do roteador de primeiro salto, R </a:t>
            </a:r>
            <a:r>
              <a:rPr lang="pt" sz="2400">
                <a:solidFill>
                  <a:srgbClr val="0000A8"/>
                </a:solidFill>
              </a:rPr>
              <a:t>(como?)</a:t>
            </a:r>
            <a:endParaRPr lang="pt" sz="2400">
              <a:solidFill>
                <a:srgbClr val="0000A8"/>
              </a:solidFill>
              <a:ea typeface="Calibri"/>
              <a:cs typeface="Calibri"/>
            </a:endParaRPr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pt" sz="2400"/>
              <a:t>A sabe o endereço MAC de R </a:t>
            </a:r>
            <a:r>
              <a:rPr lang="pt" sz="2400">
                <a:solidFill>
                  <a:srgbClr val="0000A8"/>
                </a:solidFill>
              </a:rPr>
              <a:t>(como?)</a:t>
            </a:r>
            <a:endParaRPr lang="pt" sz="2400">
              <a:solidFill>
                <a:srgbClr val="0000A8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26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sub-rede: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pt" sz="2800" i="0">
                  <a:solidFill>
                    <a:srgbClr val="0000A8"/>
                  </a:solidFill>
                  <a:ea typeface="+mn-ea"/>
                  <a:cs typeface="+mn-cs"/>
                </a:rPr>
                <a:t>R</a:t>
              </a:r>
              <a:endParaRPr lang="en-US" sz="2000" i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" sz="2800">
                  <a:solidFill>
                    <a:srgbClr val="0000A8"/>
                  </a:solidFill>
                </a:rPr>
                <a:t>A</a:t>
              </a:r>
              <a:endParaRPr lang="pt" sz="2800" i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" sz="2800" i="0">
                  <a:solidFill>
                    <a:srgbClr val="0000A8"/>
                  </a:solidFill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AutoShape 153">
            <a:extLst>
              <a:ext uri="{FF2B5EF4-FFF2-40B4-BE49-F238E27FC236}">
                <a16:creationId xmlns:a16="http://schemas.microsoft.com/office/drawing/2014/main" id="{C1DEC24C-BFB2-6B4F-BA81-EEC3A6A9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282" y="340415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151">
            <a:extLst>
              <a:ext uri="{FF2B5EF4-FFF2-40B4-BE49-F238E27FC236}">
                <a16:creationId xmlns:a16="http://schemas.microsoft.com/office/drawing/2014/main" id="{B486901D-4BFD-A447-BC3C-D5DADB46F879}"/>
              </a:ext>
            </a:extLst>
          </p:cNvPr>
          <p:cNvGrpSpPr>
            <a:grpSpLocks/>
          </p:cNvGrpSpPr>
          <p:nvPr/>
        </p:nvGrpSpPr>
        <p:grpSpPr bwMode="auto"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191" name="Group 150">
              <a:extLst>
                <a:ext uri="{FF2B5EF4-FFF2-40B4-BE49-F238E27FC236}">
                  <a16:creationId xmlns:a16="http://schemas.microsoft.com/office/drawing/2014/main" id="{DB9AC85E-9F88-E44B-86D1-FA4DC8294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93" name="Rectangle 123">
                <a:extLst>
                  <a:ext uri="{FF2B5EF4-FFF2-40B4-BE49-F238E27FC236}">
                    <a16:creationId xmlns:a16="http://schemas.microsoft.com/office/drawing/2014/main" id="{82C7BD2C-0748-4943-8169-C0860563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4" name="Line 124">
                <a:extLst>
                  <a:ext uri="{FF2B5EF4-FFF2-40B4-BE49-F238E27FC236}">
                    <a16:creationId xmlns:a16="http://schemas.microsoft.com/office/drawing/2014/main" id="{CEC87B94-6EC9-8B4B-B829-61592882D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Line 125">
                <a:extLst>
                  <a:ext uri="{FF2B5EF4-FFF2-40B4-BE49-F238E27FC236}">
                    <a16:creationId xmlns:a16="http://schemas.microsoft.com/office/drawing/2014/main" id="{0397BBAB-8DE8-C34D-93BF-78BBA0802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92" name="Text Box 126">
              <a:extLst>
                <a:ext uri="{FF2B5EF4-FFF2-40B4-BE49-F238E27FC236}">
                  <a16:creationId xmlns:a16="http://schemas.microsoft.com/office/drawing/2014/main" id="{3CF80CC5-5CA2-3F49-8AE1-D6488278A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Fonte de IP: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Endereço IP: 222.222.222.222</a:t>
              </a:r>
            </a:p>
          </p:txBody>
        </p:sp>
      </p:grpSp>
      <p:grpSp>
        <p:nvGrpSpPr>
          <p:cNvPr id="196" name="Group 141">
            <a:extLst>
              <a:ext uri="{FF2B5EF4-FFF2-40B4-BE49-F238E27FC236}">
                <a16:creationId xmlns:a16="http://schemas.microsoft.com/office/drawing/2014/main" id="{43D6CC11-6A15-DA4D-A6B4-3A498BA39B16}"/>
              </a:ext>
            </a:extLst>
          </p:cNvPr>
          <p:cNvGrpSpPr>
            <a:grpSpLocks/>
          </p:cNvGrpSpPr>
          <p:nvPr/>
        </p:nvGrpSpPr>
        <p:grpSpPr bwMode="auto">
          <a:xfrm>
            <a:off x="3166920" y="3221588"/>
            <a:ext cx="146050" cy="385762"/>
            <a:chOff x="1272" y="1762"/>
            <a:chExt cx="92" cy="243"/>
          </a:xfrm>
        </p:grpSpPr>
        <p:sp>
          <p:nvSpPr>
            <p:cNvPr id="197" name="Line 127">
              <a:extLst>
                <a:ext uri="{FF2B5EF4-FFF2-40B4-BE49-F238E27FC236}">
                  <a16:creationId xmlns:a16="http://schemas.microsoft.com/office/drawing/2014/main" id="{CFF4232C-6C8D-CA46-B8DF-55A6B990E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Line 128">
              <a:extLst>
                <a:ext uri="{FF2B5EF4-FFF2-40B4-BE49-F238E27FC236}">
                  <a16:creationId xmlns:a16="http://schemas.microsoft.com/office/drawing/2014/main" id="{0FC90CB0-074D-124C-8085-60D0348E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99" name="Rectangle 143">
            <a:extLst>
              <a:ext uri="{FF2B5EF4-FFF2-40B4-BE49-F238E27FC236}">
                <a16:creationId xmlns:a16="http://schemas.microsoft.com/office/drawing/2014/main" id="{F8580D94-0394-A442-8CB6-1546E5F04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A cria um datagrama IP com a origem IP A, destino B </a:t>
            </a:r>
            <a:endParaRPr lang="pt-BR"/>
          </a:p>
        </p:txBody>
      </p:sp>
      <p:sp>
        <p:nvSpPr>
          <p:cNvPr id="200" name="Rectangle 144">
            <a:extLst>
              <a:ext uri="{FF2B5EF4-FFF2-40B4-BE49-F238E27FC236}">
                <a16:creationId xmlns:a16="http://schemas.microsoft.com/office/drawing/2014/main" id="{093EF9D2-90C4-4246-A4CE-501547C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/>
              </a:rPr>
              <a:t>A cria um quadro de camada de link contendo datagrama IP A-</a:t>
            </a:r>
            <a:r>
              <a:rPr lang="pt" sz="2400" err="1">
                <a:solidFill>
                  <a:srgbClr val="000000"/>
                </a:solidFill>
                <a:ea typeface="ＭＳ Ｐゴシック"/>
              </a:rPr>
              <a:t>to</a:t>
            </a:r>
            <a:r>
              <a:rPr lang="pt" sz="2400">
                <a:solidFill>
                  <a:srgbClr val="000000"/>
                </a:solidFill>
                <a:ea typeface="ＭＳ Ｐゴシック"/>
              </a:rPr>
              <a:t>-B</a:t>
            </a:r>
            <a:endParaRPr lang="pt-BR">
              <a:ea typeface="ＭＳ Ｐゴシック"/>
            </a:endParaRPr>
          </a:p>
          <a:p>
            <a:pPr marL="574675" lvl="1" indent="-231775" eaLnBrk="0" fontAlgn="base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" sz="2400">
                <a:solidFill>
                  <a:srgbClr val="C00000"/>
                </a:solidFill>
                <a:ea typeface="ＭＳ Ｐゴシック"/>
              </a:rPr>
              <a:t>O endereço MAC  de R </a:t>
            </a:r>
            <a:r>
              <a:rPr lang="pt" sz="2400">
                <a:solidFill>
                  <a:srgbClr val="000000"/>
                </a:solidFill>
                <a:ea typeface="ＭＳ Ｐゴシック"/>
              </a:rPr>
              <a:t>é o destino do quadro</a:t>
            </a:r>
            <a:endParaRPr lang="en-US" sz="3200">
              <a:solidFill>
                <a:srgbClr val="000000"/>
              </a:solidFill>
              <a:ea typeface="ＭＳ Ｐゴシック"/>
            </a:endParaRPr>
          </a:p>
        </p:txBody>
      </p:sp>
      <p:grpSp>
        <p:nvGrpSpPr>
          <p:cNvPr id="201" name="Group 152">
            <a:extLst>
              <a:ext uri="{FF2B5EF4-FFF2-40B4-BE49-F238E27FC236}">
                <a16:creationId xmlns:a16="http://schemas.microsoft.com/office/drawing/2014/main" id="{30393C52-80B1-B34B-82FD-6D6AFC8693EE}"/>
              </a:ext>
            </a:extLst>
          </p:cNvPr>
          <p:cNvGrpSpPr>
            <a:grpSpLocks/>
          </p:cNvGrpSpPr>
          <p:nvPr/>
        </p:nvGrpSpPr>
        <p:grpSpPr bwMode="auto"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02" name="Text Box 135">
              <a:extLst>
                <a:ext uri="{FF2B5EF4-FFF2-40B4-BE49-F238E27FC236}">
                  <a16:creationId xmlns:a16="http://schemas.microsoft.com/office/drawing/2014/main" id="{374D8384-205B-1346-973B-C4A7A0B52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74-29-9C-E8-FF-55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Endereço do MAC: </a:t>
              </a: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E6-E9-00-17-BB-4B</a:t>
              </a:r>
            </a:p>
          </p:txBody>
        </p:sp>
        <p:grpSp>
          <p:nvGrpSpPr>
            <p:cNvPr id="203" name="Group 145">
              <a:extLst>
                <a:ext uri="{FF2B5EF4-FFF2-40B4-BE49-F238E27FC236}">
                  <a16:creationId xmlns:a16="http://schemas.microsoft.com/office/drawing/2014/main" id="{324C4549-7D5D-384F-879F-F56865A6A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08" name="Rectangle 138">
                <a:extLst>
                  <a:ext uri="{FF2B5EF4-FFF2-40B4-BE49-F238E27FC236}">
                    <a16:creationId xmlns:a16="http://schemas.microsoft.com/office/drawing/2014/main" id="{792B456E-98EA-6B4A-876C-B0AFF8E18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1508FFC8-F29B-B547-818C-4E76AD809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133">
                <a:extLst>
                  <a:ext uri="{FF2B5EF4-FFF2-40B4-BE49-F238E27FC236}">
                    <a16:creationId xmlns:a16="http://schemas.microsoft.com/office/drawing/2014/main" id="{9D7FBAE4-C7D6-034D-9F66-0E702A18B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134">
                <a:extLst>
                  <a:ext uri="{FF2B5EF4-FFF2-40B4-BE49-F238E27FC236}">
                    <a16:creationId xmlns:a16="http://schemas.microsoft.com/office/drawing/2014/main" id="{9A8B4FC8-4A21-FC48-8F5C-42315337A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139">
                <a:extLst>
                  <a:ext uri="{FF2B5EF4-FFF2-40B4-BE49-F238E27FC236}">
                    <a16:creationId xmlns:a16="http://schemas.microsoft.com/office/drawing/2014/main" id="{1BD450FA-6D95-6745-8EF4-368B3B85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140">
                <a:extLst>
                  <a:ext uri="{FF2B5EF4-FFF2-40B4-BE49-F238E27FC236}">
                    <a16:creationId xmlns:a16="http://schemas.microsoft.com/office/drawing/2014/main" id="{0D4EB437-69D7-4C47-A77B-9756687B8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04" name="Line 146">
              <a:extLst>
                <a:ext uri="{FF2B5EF4-FFF2-40B4-BE49-F238E27FC236}">
                  <a16:creationId xmlns:a16="http://schemas.microsoft.com/office/drawing/2014/main" id="{39B1C57E-A0B3-D648-A52F-CE4868DF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5" name="Line 147">
              <a:extLst>
                <a:ext uri="{FF2B5EF4-FFF2-40B4-BE49-F238E27FC236}">
                  <a16:creationId xmlns:a16="http://schemas.microsoft.com/office/drawing/2014/main" id="{5B09FD8B-0878-5849-9CD0-9079BE5A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6" name="Line 148">
              <a:extLst>
                <a:ext uri="{FF2B5EF4-FFF2-40B4-BE49-F238E27FC236}">
                  <a16:creationId xmlns:a16="http://schemas.microsoft.com/office/drawing/2014/main" id="{F9CDF104-5CA2-3D47-B4A6-1BF38DE29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7" name="Line 149">
              <a:extLst>
                <a:ext uri="{FF2B5EF4-FFF2-40B4-BE49-F238E27FC236}">
                  <a16:creationId xmlns:a16="http://schemas.microsoft.com/office/drawing/2014/main" id="{FA91BD8F-96F1-D84D-B88C-4AD05CA4A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67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99" grpId="0"/>
      <p:bldP spid="20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sub-rede: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pt" sz="2800" i="0">
                  <a:solidFill>
                    <a:srgbClr val="0000A8"/>
                  </a:solidFill>
                  <a:ea typeface="+mn-ea"/>
                  <a:cs typeface="+mn-cs"/>
                </a:rPr>
                <a:t>R</a:t>
              </a:r>
              <a:endParaRPr lang="en-US" sz="2000" i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" sz="2800">
                  <a:solidFill>
                    <a:srgbClr val="0000A8"/>
                  </a:solidFill>
                </a:rPr>
                <a:t>A</a:t>
              </a:r>
              <a:endParaRPr lang="pt" sz="2800" i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pt" sz="1400" i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" sz="2800" i="0">
                  <a:solidFill>
                    <a:srgbClr val="0000A8"/>
                  </a:solidFill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6" name="Rectangle 76">
            <a:extLst>
              <a:ext uri="{FF2B5EF4-FFF2-40B4-BE49-F238E27FC236}">
                <a16:creationId xmlns:a16="http://schemas.microsoft.com/office/drawing/2014/main" id="{0C39CCFA-046E-A446-84EF-1BEA3B8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387" y="1253359"/>
            <a:ext cx="9464633" cy="113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quadro enviado de A para R</a:t>
            </a:r>
            <a:endParaRPr lang="pt-BR"/>
          </a:p>
        </p:txBody>
      </p:sp>
      <p:grpSp>
        <p:nvGrpSpPr>
          <p:cNvPr id="217" name="Group 100">
            <a:extLst>
              <a:ext uri="{FF2B5EF4-FFF2-40B4-BE49-F238E27FC236}">
                <a16:creationId xmlns:a16="http://schemas.microsoft.com/office/drawing/2014/main" id="{26593A8D-E362-224D-9E7E-B61DB7194FD2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18" name="Freeform 93">
              <a:extLst>
                <a:ext uri="{FF2B5EF4-FFF2-40B4-BE49-F238E27FC236}">
                  <a16:creationId xmlns:a16="http://schemas.microsoft.com/office/drawing/2014/main" id="{42C52F5E-B581-5146-A523-9B4DBBF2A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Rectangle 94">
              <a:extLst>
                <a:ext uri="{FF2B5EF4-FFF2-40B4-BE49-F238E27FC236}">
                  <a16:creationId xmlns:a16="http://schemas.microsoft.com/office/drawing/2014/main" id="{1FCD4D83-89D6-3841-86ED-D90DD589A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0" name="Text Box 95">
              <a:extLst>
                <a:ext uri="{FF2B5EF4-FFF2-40B4-BE49-F238E27FC236}">
                  <a16:creationId xmlns:a16="http://schemas.microsoft.com/office/drawing/2014/main" id="{AF3AB9C7-326F-214C-B68F-8E9DBB6D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21" name="Line 98">
              <a:extLst>
                <a:ext uri="{FF2B5EF4-FFF2-40B4-BE49-F238E27FC236}">
                  <a16:creationId xmlns:a16="http://schemas.microsoft.com/office/drawing/2014/main" id="{B4AA6736-B872-464D-8F00-A2300EE0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2" name="Line 99">
              <a:extLst>
                <a:ext uri="{FF2B5EF4-FFF2-40B4-BE49-F238E27FC236}">
                  <a16:creationId xmlns:a16="http://schemas.microsoft.com/office/drawing/2014/main" id="{CB139325-F501-DB43-B9CC-6A6C52C7F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23" name="Rectangle 101">
            <a:extLst>
              <a:ext uri="{FF2B5EF4-FFF2-40B4-BE49-F238E27FC236}">
                <a16:creationId xmlns:a16="http://schemas.microsoft.com/office/drawing/2014/main" id="{8EBFBDEF-AAA3-4340-9162-016BC02B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206" y="1714976"/>
            <a:ext cx="8831283" cy="50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>
                <a:solidFill>
                  <a:srgbClr val="000000"/>
                </a:solidFill>
                <a:ea typeface="ＭＳ Ｐゴシック" charset="0"/>
              </a:rPr>
              <a:t>quadro recebido em R, datagrama removido, passado para IP</a:t>
            </a:r>
            <a:endParaRPr lang="pt-BR"/>
          </a:p>
        </p:txBody>
      </p:sp>
      <p:grpSp>
        <p:nvGrpSpPr>
          <p:cNvPr id="224" name="Group 131">
            <a:extLst>
              <a:ext uri="{FF2B5EF4-FFF2-40B4-BE49-F238E27FC236}">
                <a16:creationId xmlns:a16="http://schemas.microsoft.com/office/drawing/2014/main" id="{95486488-4C25-234D-AE46-F14C0273A412}"/>
              </a:ext>
            </a:extLst>
          </p:cNvPr>
          <p:cNvGrpSpPr>
            <a:grpSpLocks/>
          </p:cNvGrpSpPr>
          <p:nvPr/>
        </p:nvGrpSpPr>
        <p:grpSpPr bwMode="auto"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5" name="Text Box 79">
              <a:extLst>
                <a:ext uri="{FF2B5EF4-FFF2-40B4-BE49-F238E27FC236}">
                  <a16:creationId xmlns:a16="http://schemas.microsoft.com/office/drawing/2014/main" id="{D2216B94-937D-4644-A4B0-B59D607E0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74-29-9C-E8-FF-55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Endereço do MAC: E6-E9-00-17-BB-4B</a:t>
              </a:r>
            </a:p>
          </p:txBody>
        </p:sp>
        <p:grpSp>
          <p:nvGrpSpPr>
            <p:cNvPr id="226" name="Group 80">
              <a:extLst>
                <a:ext uri="{FF2B5EF4-FFF2-40B4-BE49-F238E27FC236}">
                  <a16:creationId xmlns:a16="http://schemas.microsoft.com/office/drawing/2014/main" id="{74FDF8C0-9447-DE41-BACB-360101EE6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91B41E0A-F429-5E45-AC76-2FCB31FC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1C3169C4-E630-6A41-9685-666E6C384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CED1F1A7-B695-6E4E-9FA6-5AA850143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08886298-54D3-1A46-8429-10B826D2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F5285889-1D2B-B547-B316-981ED840C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17AB5318-1DFA-814E-B7AA-B0A13DDAB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7" name="Line 87">
              <a:extLst>
                <a:ext uri="{FF2B5EF4-FFF2-40B4-BE49-F238E27FC236}">
                  <a16:creationId xmlns:a16="http://schemas.microsoft.com/office/drawing/2014/main" id="{D3C56A82-378C-D642-AF1E-FDE107787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8">
              <a:extLst>
                <a:ext uri="{FF2B5EF4-FFF2-40B4-BE49-F238E27FC236}">
                  <a16:creationId xmlns:a16="http://schemas.microsoft.com/office/drawing/2014/main" id="{DFF54215-DE96-B14B-BA21-CC331FD76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9">
              <a:extLst>
                <a:ext uri="{FF2B5EF4-FFF2-40B4-BE49-F238E27FC236}">
                  <a16:creationId xmlns:a16="http://schemas.microsoft.com/office/drawing/2014/main" id="{A24A71FF-A793-E749-AC22-A4A0D350F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Line 90">
              <a:extLst>
                <a:ext uri="{FF2B5EF4-FFF2-40B4-BE49-F238E27FC236}">
                  <a16:creationId xmlns:a16="http://schemas.microsoft.com/office/drawing/2014/main" id="{C1F3029F-74E1-934A-94C0-39E2BE291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Text Box 130">
              <a:extLst>
                <a:ext uri="{FF2B5EF4-FFF2-40B4-BE49-F238E27FC236}">
                  <a16:creationId xmlns:a16="http://schemas.microsoft.com/office/drawing/2014/main" id="{EB155DAE-47C1-D14B-8A96-D3690043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Fonte de IP: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Endereço IP: 222.222.222.222</a:t>
              </a:r>
            </a:p>
          </p:txBody>
        </p:sp>
      </p:grpSp>
      <p:grpSp>
        <p:nvGrpSpPr>
          <p:cNvPr id="254" name="Group 68">
            <a:extLst>
              <a:ext uri="{FF2B5EF4-FFF2-40B4-BE49-F238E27FC236}">
                <a16:creationId xmlns:a16="http://schemas.microsoft.com/office/drawing/2014/main" id="{1A75D45F-AC9A-1841-96BB-54AD4F3B3AA3}"/>
              </a:ext>
            </a:extLst>
          </p:cNvPr>
          <p:cNvGrpSpPr>
            <a:grpSpLocks/>
          </p:cNvGrpSpPr>
          <p:nvPr/>
        </p:nvGrpSpPr>
        <p:grpSpPr bwMode="auto"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55" name="Rectangle 69">
              <a:extLst>
                <a:ext uri="{FF2B5EF4-FFF2-40B4-BE49-F238E27FC236}">
                  <a16:creationId xmlns:a16="http://schemas.microsoft.com/office/drawing/2014/main" id="{F9CA10E0-D12F-234C-A388-A4AA3D27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70">
              <a:extLst>
                <a:ext uri="{FF2B5EF4-FFF2-40B4-BE49-F238E27FC236}">
                  <a16:creationId xmlns:a16="http://schemas.microsoft.com/office/drawing/2014/main" id="{F89DE28D-1CB2-694F-BB37-0E108EEA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Line 71">
              <a:extLst>
                <a:ext uri="{FF2B5EF4-FFF2-40B4-BE49-F238E27FC236}">
                  <a16:creationId xmlns:a16="http://schemas.microsoft.com/office/drawing/2014/main" id="{E471EBCA-2760-5D46-BDF2-79AA0D58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58" name="Group 146">
            <a:extLst>
              <a:ext uri="{FF2B5EF4-FFF2-40B4-BE49-F238E27FC236}">
                <a16:creationId xmlns:a16="http://schemas.microsoft.com/office/drawing/2014/main" id="{6236AA8D-2F27-404F-95A3-EBA53FD8D9F3}"/>
              </a:ext>
            </a:extLst>
          </p:cNvPr>
          <p:cNvGrpSpPr>
            <a:grpSpLocks/>
          </p:cNvGrpSpPr>
          <p:nvPr/>
        </p:nvGrpSpPr>
        <p:grpSpPr bwMode="auto">
          <a:xfrm>
            <a:off x="4140008" y="2528420"/>
            <a:ext cx="2011363" cy="979488"/>
            <a:chOff x="4493" y="1480"/>
            <a:chExt cx="1267" cy="617"/>
          </a:xfrm>
        </p:grpSpPr>
        <p:sp>
          <p:nvSpPr>
            <p:cNvPr id="259" name="Line 143">
              <a:extLst>
                <a:ext uri="{FF2B5EF4-FFF2-40B4-BE49-F238E27FC236}">
                  <a16:creationId xmlns:a16="http://schemas.microsoft.com/office/drawing/2014/main" id="{5AC998EC-DB9D-8148-9F1F-2192C496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0" name="Line 144">
              <a:extLst>
                <a:ext uri="{FF2B5EF4-FFF2-40B4-BE49-F238E27FC236}">
                  <a16:creationId xmlns:a16="http://schemas.microsoft.com/office/drawing/2014/main" id="{5CE2DD15-1141-5C45-87A0-DFED66E19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Text Box 145">
              <a:extLst>
                <a:ext uri="{FF2B5EF4-FFF2-40B4-BE49-F238E27FC236}">
                  <a16:creationId xmlns:a16="http://schemas.microsoft.com/office/drawing/2014/main" id="{078DCCF7-88A5-9245-8B08-6E0254E6A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Fonte de IP: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Endereço IP: 222.222.222.222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0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13287 L 0.0405 0.16296 L 0.0849 0.16296 C 0.08451 0.11319 0.08464 0.04792 0.08438 -0.00139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sub-rede: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52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>
                <a:solidFill>
                  <a:srgbClr val="0000A8"/>
                </a:solidFill>
              </a:rPr>
              <a:t>A</a:t>
            </a:r>
            <a:endParaRPr lang="pt" sz="2800" i="0">
              <a:solidFill>
                <a:srgbClr val="0000A8"/>
              </a:solidFill>
              <a:ea typeface="+mn-ea"/>
              <a:cs typeface="+mn-cs"/>
            </a:endParaRP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AutoShape 2">
            <a:extLst>
              <a:ext uri="{FF2B5EF4-FFF2-40B4-BE49-F238E27FC236}">
                <a16:creationId xmlns:a16="http://schemas.microsoft.com/office/drawing/2014/main" id="{9B1750D3-DB25-3942-83ED-EDC62E26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51" y="3383377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17" name="Group 68">
            <a:extLst>
              <a:ext uri="{FF2B5EF4-FFF2-40B4-BE49-F238E27FC236}">
                <a16:creationId xmlns:a16="http://schemas.microsoft.com/office/drawing/2014/main" id="{A2F9C891-FC37-7441-9AFE-1BF07B00CE9A}"/>
              </a:ext>
            </a:extLst>
          </p:cNvPr>
          <p:cNvGrpSpPr>
            <a:grpSpLocks/>
          </p:cNvGrpSpPr>
          <p:nvPr/>
        </p:nvGrpSpPr>
        <p:grpSpPr bwMode="auto"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19" name="Rectangle 69">
              <a:extLst>
                <a:ext uri="{FF2B5EF4-FFF2-40B4-BE49-F238E27FC236}">
                  <a16:creationId xmlns:a16="http://schemas.microsoft.com/office/drawing/2014/main" id="{ABC7D2F8-BDEC-3A4D-901B-F82A6FF7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0" name="Line 70">
              <a:extLst>
                <a:ext uri="{FF2B5EF4-FFF2-40B4-BE49-F238E27FC236}">
                  <a16:creationId xmlns:a16="http://schemas.microsoft.com/office/drawing/2014/main" id="{AEEBCCC1-7FAE-2146-9E61-16642152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1" name="Line 71">
              <a:extLst>
                <a:ext uri="{FF2B5EF4-FFF2-40B4-BE49-F238E27FC236}">
                  <a16:creationId xmlns:a16="http://schemas.microsoft.com/office/drawing/2014/main" id="{D75FD9FE-4060-BA43-A7C5-75A49C035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8" name="Text Box 72">
            <a:extLst>
              <a:ext uri="{FF2B5EF4-FFF2-40B4-BE49-F238E27FC236}">
                <a16:creationId xmlns:a16="http://schemas.microsoft.com/office/drawing/2014/main" id="{5DDEAD0E-76B7-8043-B2C1-C9DF8A6B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Fonte de IP: 111.111.111.111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Endereço IP: 222.222.222.222</a:t>
            </a:r>
          </a:p>
        </p:txBody>
      </p:sp>
      <p:grpSp>
        <p:nvGrpSpPr>
          <p:cNvPr id="222" name="Group 73">
            <a:extLst>
              <a:ext uri="{FF2B5EF4-FFF2-40B4-BE49-F238E27FC236}">
                <a16:creationId xmlns:a16="http://schemas.microsoft.com/office/drawing/2014/main" id="{D580AA98-14C0-524D-A89D-3790585B59D3}"/>
              </a:ext>
            </a:extLst>
          </p:cNvPr>
          <p:cNvGrpSpPr>
            <a:grpSpLocks/>
          </p:cNvGrpSpPr>
          <p:nvPr/>
        </p:nvGrpSpPr>
        <p:grpSpPr bwMode="auto">
          <a:xfrm>
            <a:off x="6639063" y="3191289"/>
            <a:ext cx="146050" cy="385763"/>
            <a:chOff x="1272" y="1762"/>
            <a:chExt cx="92" cy="243"/>
          </a:xfrm>
        </p:grpSpPr>
        <p:sp>
          <p:nvSpPr>
            <p:cNvPr id="223" name="Line 74">
              <a:extLst>
                <a:ext uri="{FF2B5EF4-FFF2-40B4-BE49-F238E27FC236}">
                  <a16:creationId xmlns:a16="http://schemas.microsoft.com/office/drawing/2014/main" id="{4C748A70-B8F0-294E-9362-22CA5C645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4" name="Line 75">
              <a:extLst>
                <a:ext uri="{FF2B5EF4-FFF2-40B4-BE49-F238E27FC236}">
                  <a16:creationId xmlns:a16="http://schemas.microsoft.com/office/drawing/2014/main" id="{9048F87D-3F66-C248-A9C5-CCD0E73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5" name="Group 78">
            <a:extLst>
              <a:ext uri="{FF2B5EF4-FFF2-40B4-BE49-F238E27FC236}">
                <a16:creationId xmlns:a16="http://schemas.microsoft.com/office/drawing/2014/main" id="{1261332F-D264-364F-88EB-BFD606F41948}"/>
              </a:ext>
            </a:extLst>
          </p:cNvPr>
          <p:cNvGrpSpPr>
            <a:grpSpLocks/>
          </p:cNvGrpSpPr>
          <p:nvPr/>
        </p:nvGrpSpPr>
        <p:grpSpPr bwMode="auto"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26" name="Text Box 79">
              <a:extLst>
                <a:ext uri="{FF2B5EF4-FFF2-40B4-BE49-F238E27FC236}">
                  <a16:creationId xmlns:a16="http://schemas.microsoft.com/office/drawing/2014/main" id="{28E9361B-9039-124A-9DC6-D122A7A2D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</a:t>
              </a: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1A-23-F9-CD-06-9B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Endereço do MAC: </a:t>
              </a:r>
              <a:r>
                <a:rPr kumimoji="0" lang="pt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49-BD-D2-C7-56-2A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7" name="Group 80">
              <a:extLst>
                <a:ext uri="{FF2B5EF4-FFF2-40B4-BE49-F238E27FC236}">
                  <a16:creationId xmlns:a16="http://schemas.microsoft.com/office/drawing/2014/main" id="{5F78FAD6-835B-074E-B7D5-09F7C0E39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C3C06B5D-372C-AA47-A9A2-8B141925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F41D6B8B-E033-6742-9F0C-113ECBA9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8BEAB215-C9F8-034E-91D4-A6DDCCCF7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D3243B3D-1034-1F41-B1B4-AA332FBDC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753D2944-83E6-4545-AF25-FEA73A5C2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31BF5A48-20D7-BF42-A1EF-C3E489580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8" name="Line 87">
              <a:extLst>
                <a:ext uri="{FF2B5EF4-FFF2-40B4-BE49-F238E27FC236}">
                  <a16:creationId xmlns:a16="http://schemas.microsoft.com/office/drawing/2014/main" id="{C5350C7E-16CE-C341-8351-C1500E39D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8">
              <a:extLst>
                <a:ext uri="{FF2B5EF4-FFF2-40B4-BE49-F238E27FC236}">
                  <a16:creationId xmlns:a16="http://schemas.microsoft.com/office/drawing/2014/main" id="{7383055F-34B4-384A-8524-0E5C772E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Line 89">
              <a:extLst>
                <a:ext uri="{FF2B5EF4-FFF2-40B4-BE49-F238E27FC236}">
                  <a16:creationId xmlns:a16="http://schemas.microsoft.com/office/drawing/2014/main" id="{681D829B-43B8-1746-8FBA-1B62381E3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Line 90">
              <a:extLst>
                <a:ext uri="{FF2B5EF4-FFF2-40B4-BE49-F238E27FC236}">
                  <a16:creationId xmlns:a16="http://schemas.microsoft.com/office/drawing/2014/main" id="{52C55227-72D6-FC49-8335-2193E9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52" name="Rectangle 76">
            <a:extLst>
              <a:ext uri="{FF2B5EF4-FFF2-40B4-BE49-F238E27FC236}">
                <a16:creationId xmlns:a16="http://schemas.microsoft.com/office/drawing/2014/main" id="{A9A61F84-DCC9-0442-B3AD-28B3BF3D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/>
              <a:t>R determina a interface de saída, passa o datagrama com a origem IP A, o destino B para a camada de link </a:t>
            </a:r>
            <a:endParaRPr lang="pt-BR"/>
          </a:p>
        </p:txBody>
      </p:sp>
      <p:sp>
        <p:nvSpPr>
          <p:cNvPr id="253" name="Rectangle 77">
            <a:extLst>
              <a:ext uri="{FF2B5EF4-FFF2-40B4-BE49-F238E27FC236}">
                <a16:creationId xmlns:a16="http://schemas.microsoft.com/office/drawing/2014/main" id="{806738DB-9A7E-A345-80F1-AC4CD01DA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r>
              <a:rPr lang="pt" sz="2400" i="0">
                <a:cs typeface="+mn-cs"/>
              </a:rPr>
              <a:t>R cria um quadro de camada de link contendo datagrama IP A-</a:t>
            </a:r>
            <a:r>
              <a:rPr lang="pt" sz="2400" i="0" err="1">
                <a:cs typeface="+mn-cs"/>
              </a:rPr>
              <a:t>to</a:t>
            </a:r>
            <a:r>
              <a:rPr lang="pt" sz="2400" i="0">
                <a:cs typeface="+mn-cs"/>
              </a:rPr>
              <a:t>-B. Endereço de destino do quadro: endereço MAC de B</a:t>
            </a:r>
            <a:endParaRPr lang="en-US" sz="3200" i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63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5" grpId="1" animBg="1"/>
      <p:bldP spid="252" grpId="0"/>
      <p:bldP spid="25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sub-rede: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53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>
                <a:solidFill>
                  <a:srgbClr val="0000A8"/>
                </a:solidFill>
              </a:rPr>
              <a:t>A</a:t>
            </a:r>
            <a:endParaRPr lang="pt" sz="2800" i="0">
              <a:solidFill>
                <a:srgbClr val="0000A8"/>
              </a:solidFill>
              <a:ea typeface="+mn-ea"/>
              <a:cs typeface="+mn-cs"/>
            </a:endParaRP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7" name="Group 99">
            <a:extLst>
              <a:ext uri="{FF2B5EF4-FFF2-40B4-BE49-F238E27FC236}">
                <a16:creationId xmlns:a16="http://schemas.microsoft.com/office/drawing/2014/main" id="{149E1102-1775-9C40-A82F-CA67E8AC3B7D}"/>
              </a:ext>
            </a:extLst>
          </p:cNvPr>
          <p:cNvGrpSpPr>
            <a:grpSpLocks/>
          </p:cNvGrpSpPr>
          <p:nvPr/>
        </p:nvGrpSpPr>
        <p:grpSpPr bwMode="auto"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89" name="Group 61">
              <a:extLst>
                <a:ext uri="{FF2B5EF4-FFF2-40B4-BE49-F238E27FC236}">
                  <a16:creationId xmlns:a16="http://schemas.microsoft.com/office/drawing/2014/main" id="{80947A02-3E38-7744-9D3B-796971D86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06" name="Group 62">
                <a:extLst>
                  <a:ext uri="{FF2B5EF4-FFF2-40B4-BE49-F238E27FC236}">
                    <a16:creationId xmlns:a16="http://schemas.microsoft.com/office/drawing/2014/main" id="{2C306763-C23D-394C-B9CB-A453BB621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209" name="Line 64">
                  <a:extLst>
                    <a:ext uri="{FF2B5EF4-FFF2-40B4-BE49-F238E27FC236}">
                      <a16:creationId xmlns:a16="http://schemas.microsoft.com/office/drawing/2014/main" id="{F381FEB3-A7BA-3548-97B5-DF6631000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5">
                  <a:extLst>
                    <a:ext uri="{FF2B5EF4-FFF2-40B4-BE49-F238E27FC236}">
                      <a16:creationId xmlns:a16="http://schemas.microsoft.com/office/drawing/2014/main" id="{48BDFC0F-8101-BE4D-913A-7A1AB9920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07" name="Text Box 66">
                <a:extLst>
                  <a:ext uri="{FF2B5EF4-FFF2-40B4-BE49-F238E27FC236}">
                    <a16:creationId xmlns:a16="http://schemas.microsoft.com/office/drawing/2014/main" id="{115C73F4-7033-6248-9366-1B213217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Fonte de IP: 111.111.111.111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 Endereço IP: 222.222.222.222</a:t>
                </a:r>
              </a:p>
            </p:txBody>
          </p:sp>
        </p:grpSp>
        <p:grpSp>
          <p:nvGrpSpPr>
            <p:cNvPr id="191" name="Group 72">
              <a:extLst>
                <a:ext uri="{FF2B5EF4-FFF2-40B4-BE49-F238E27FC236}">
                  <a16:creationId xmlns:a16="http://schemas.microsoft.com/office/drawing/2014/main" id="{F55ED3F7-1CC5-5C4A-820C-1DF5F3282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92" name="Text Box 73">
                <a:extLst>
                  <a:ext uri="{FF2B5EF4-FFF2-40B4-BE49-F238E27FC236}">
                    <a16:creationId xmlns:a16="http://schemas.microsoft.com/office/drawing/2014/main" id="{5DD14730-A902-F44B-9C3C-51E4CF5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MAC src: </a:t>
                </a: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1A-23-F9-CD-06-9B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Endereço do MAC: </a:t>
                </a: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49-BD-D2-C7-56-2A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93" name="Group 74">
                <a:extLst>
                  <a:ext uri="{FF2B5EF4-FFF2-40B4-BE49-F238E27FC236}">
                    <a16:creationId xmlns:a16="http://schemas.microsoft.com/office/drawing/2014/main" id="{E61CC039-B56A-9D4C-AF28-707D673CA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98" name="Rectangle 75">
                  <a:extLst>
                    <a:ext uri="{FF2B5EF4-FFF2-40B4-BE49-F238E27FC236}">
                      <a16:creationId xmlns:a16="http://schemas.microsoft.com/office/drawing/2014/main" id="{9B79D222-9680-2547-8547-368ADC49A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Rectangle 76">
                  <a:extLst>
                    <a:ext uri="{FF2B5EF4-FFF2-40B4-BE49-F238E27FC236}">
                      <a16:creationId xmlns:a16="http://schemas.microsoft.com/office/drawing/2014/main" id="{E433AB76-2AFC-2C42-BD43-7C73DA56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0" name="Line 77">
                  <a:extLst>
                    <a:ext uri="{FF2B5EF4-FFF2-40B4-BE49-F238E27FC236}">
                      <a16:creationId xmlns:a16="http://schemas.microsoft.com/office/drawing/2014/main" id="{36CCAF09-1127-1542-BE8D-2FC029319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78">
                  <a:extLst>
                    <a:ext uri="{FF2B5EF4-FFF2-40B4-BE49-F238E27FC236}">
                      <a16:creationId xmlns:a16="http://schemas.microsoft.com/office/drawing/2014/main" id="{630B8E56-957F-7845-BDC3-FB921DFE6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9">
                  <a:extLst>
                    <a:ext uri="{FF2B5EF4-FFF2-40B4-BE49-F238E27FC236}">
                      <a16:creationId xmlns:a16="http://schemas.microsoft.com/office/drawing/2014/main" id="{DE10D221-5D35-F64B-A0FC-014829FAD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Line 80">
                  <a:extLst>
                    <a:ext uri="{FF2B5EF4-FFF2-40B4-BE49-F238E27FC236}">
                      <a16:creationId xmlns:a16="http://schemas.microsoft.com/office/drawing/2014/main" id="{8636BFF3-AEB5-1447-A7AA-E7BFA2359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94" name="Line 81">
                <a:extLst>
                  <a:ext uri="{FF2B5EF4-FFF2-40B4-BE49-F238E27FC236}">
                    <a16:creationId xmlns:a16="http://schemas.microsoft.com/office/drawing/2014/main" id="{CE7452E4-0FD6-D244-9E83-39D133879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Line 82">
                <a:extLst>
                  <a:ext uri="{FF2B5EF4-FFF2-40B4-BE49-F238E27FC236}">
                    <a16:creationId xmlns:a16="http://schemas.microsoft.com/office/drawing/2014/main" id="{9A9ABF67-FDC9-3640-90D1-F635D4F11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6" name="Line 83">
                <a:extLst>
                  <a:ext uri="{FF2B5EF4-FFF2-40B4-BE49-F238E27FC236}">
                    <a16:creationId xmlns:a16="http://schemas.microsoft.com/office/drawing/2014/main" id="{11A36B1B-5EF9-BE4E-B102-BDF2F8D1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Line 84">
                <a:extLst>
                  <a:ext uri="{FF2B5EF4-FFF2-40B4-BE49-F238E27FC236}">
                    <a16:creationId xmlns:a16="http://schemas.microsoft.com/office/drawing/2014/main" id="{DBFE7F51-9B86-5F41-A7BB-3339CA99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/>
              <a:t>transmite quadro de camada de link</a:t>
            </a:r>
            <a:endParaRPr lang="en-US" sz="3200" i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74BA2DA1-F394-464B-8C5F-E81836E1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/>
              <a:t>R determina a interface de saída, passa o datagrama com a origem IP A, o destino B para a camada de link </a:t>
            </a:r>
            <a:endParaRPr lang="pt-BR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6" name="Rectangle 77">
            <a:extLst>
              <a:ext uri="{FF2B5EF4-FFF2-40B4-BE49-F238E27FC236}">
                <a16:creationId xmlns:a16="http://schemas.microsoft.com/office/drawing/2014/main" id="{690603EC-6A8E-7B49-94C4-6F92D9F2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 i="0">
                <a:cs typeface="+mn-cs"/>
              </a:rPr>
              <a:t>R cria um quadro de camada de link contendo datagrama IP A-</a:t>
            </a:r>
            <a:r>
              <a:rPr lang="pt" sz="2400" i="0" err="1">
                <a:cs typeface="+mn-cs"/>
              </a:rPr>
              <a:t>to</a:t>
            </a:r>
            <a:r>
              <a:rPr lang="pt" sz="2400" i="0">
                <a:cs typeface="+mn-cs"/>
              </a:rPr>
              <a:t>-B. Endereço de destino do quadro: endereço MAC de B</a:t>
            </a:r>
            <a:endParaRPr lang="en-US" sz="3200" i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655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023 L 1.04167E-6 0.19838 L 0.13489 0.11782 C 0.13489 0.06597 0.13607 0.01042 0.13607 -0.0414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Roteamento para outra sub-rede: endereçamento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54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>
                <a:solidFill>
                  <a:srgbClr val="0000A8"/>
                </a:solidFill>
              </a:rPr>
              <a:t>A</a:t>
            </a:r>
            <a:endParaRPr lang="pt" sz="2800" i="0">
              <a:solidFill>
                <a:srgbClr val="0000A8"/>
              </a:solidFill>
              <a:ea typeface="+mn-ea"/>
              <a:cs typeface="+mn-cs"/>
            </a:endParaRP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1400" i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1400" i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" sz="2800" i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42" name="Rectangle 76">
            <a:extLst>
              <a:ext uri="{FF2B5EF4-FFF2-40B4-BE49-F238E27FC236}">
                <a16:creationId xmlns:a16="http://schemas.microsoft.com/office/drawing/2014/main" id="{5FBC6133-DD27-3241-A408-966313D3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 i="0">
                <a:cs typeface="+mn-cs"/>
              </a:rPr>
              <a:t>B recebe o quadro, extrai o destino do datagrama IP B </a:t>
            </a:r>
            <a:endParaRPr lang="pt-BR">
              <a:cs typeface="+mn-cs"/>
            </a:endParaRPr>
          </a:p>
        </p:txBody>
      </p: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pt" sz="2400" i="0">
                <a:cs typeface="+mn-cs"/>
              </a:rPr>
              <a:t>B passa a pilha de protocolo de datagrama para IP</a:t>
            </a:r>
            <a:endParaRPr lang="en-US" sz="3200" i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5808B4-288B-1A47-80DE-79C749B11A60}"/>
              </a:ext>
            </a:extLst>
          </p:cNvPr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590253FA-B20A-BC47-9991-7C88D492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39" name="Group 62">
                <a:extLst>
                  <a:ext uri="{FF2B5EF4-FFF2-40B4-BE49-F238E27FC236}">
                    <a16:creationId xmlns:a16="http://schemas.microsoft.com/office/drawing/2014/main" id="{16EF4841-6756-4D46-9546-277539335C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148" name="Line 64">
                  <a:extLst>
                    <a:ext uri="{FF2B5EF4-FFF2-40B4-BE49-F238E27FC236}">
                      <a16:creationId xmlns:a16="http://schemas.microsoft.com/office/drawing/2014/main" id="{7371DDB5-904C-874E-8170-C30D59BE5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3" name="Line 65">
                  <a:extLst>
                    <a:ext uri="{FF2B5EF4-FFF2-40B4-BE49-F238E27FC236}">
                      <a16:creationId xmlns:a16="http://schemas.microsoft.com/office/drawing/2014/main" id="{6FF50978-C793-0044-BB29-ED02AA8DB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1" name="Text Box 66">
                <a:extLst>
                  <a:ext uri="{FF2B5EF4-FFF2-40B4-BE49-F238E27FC236}">
                    <a16:creationId xmlns:a16="http://schemas.microsoft.com/office/drawing/2014/main" id="{CF1AC934-0101-A144-8086-FDAE559C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Fonte de IP: 111.111.111.111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 Endereço IP: 222.222.222.222</a:t>
                </a:r>
              </a:p>
            </p:txBody>
          </p:sp>
        </p:grpSp>
        <p:sp>
          <p:nvSpPr>
            <p:cNvPr id="134" name="Rectangle 76">
              <a:extLst>
                <a:ext uri="{FF2B5EF4-FFF2-40B4-BE49-F238E27FC236}">
                  <a16:creationId xmlns:a16="http://schemas.microsoft.com/office/drawing/2014/main" id="{5CAD8B39-F5FB-0F41-BB58-2958DF33F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77">
              <a:extLst>
                <a:ext uri="{FF2B5EF4-FFF2-40B4-BE49-F238E27FC236}">
                  <a16:creationId xmlns:a16="http://schemas.microsoft.com/office/drawing/2014/main" id="{D811A9F1-AA7D-C549-A785-729344EC6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Line 78">
              <a:extLst>
                <a:ext uri="{FF2B5EF4-FFF2-40B4-BE49-F238E27FC236}">
                  <a16:creationId xmlns:a16="http://schemas.microsoft.com/office/drawing/2014/main" id="{2F881AFC-357E-514E-AD8A-1BD2337E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2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965AF9CB-B38A-5341-85A1-FE1D132A8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948" y="3182110"/>
              <a:ext cx="3175" cy="746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Line 84">
              <a:extLst>
                <a:ext uri="{FF2B5EF4-FFF2-40B4-BE49-F238E27FC236}">
                  <a16:creationId xmlns:a16="http://schemas.microsoft.com/office/drawing/2014/main" id="{246C53EB-6FD6-D440-9F52-35BA7E016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998" y="3359910"/>
              <a:ext cx="3175" cy="568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96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0052 -0.04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Camada de link, LANs: roteiro</a:t>
            </a:r>
            <a:endParaRPr lang="en-US" sz="4400"/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3375">
              <a:buClr>
                <a:schemeClr val="bg1">
                  <a:lumMod val="75000"/>
                </a:schemeClr>
              </a:buClr>
              <a:defRPr/>
            </a:pPr>
            <a:r>
              <a:rPr lang="pt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/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detecção de erros, correção 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285750" indent="-274320">
              <a:spcBef>
                <a:spcPts val="600"/>
              </a:spcBef>
              <a:buClr>
                <a:srgbClr val="0000A8"/>
              </a:buClr>
            </a:pPr>
            <a:r>
              <a:rPr lang="pt" altLang="en-US" sz="3200" dirty="0" err="1">
                <a:solidFill>
                  <a:srgbClr val="C00000"/>
                </a:solidFill>
                <a:ea typeface="ＭＳ Ｐゴシック"/>
                <a:cs typeface="Arial"/>
              </a:rPr>
              <a:t>LANs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endereçamento, ARP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ea typeface="ＭＳ Ｐゴシック"/>
                <a:cs typeface="Arial"/>
              </a:rPr>
              <a:t>Switches</a:t>
            </a:r>
            <a:endParaRPr lang="pt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320">
              <a:spcBef>
                <a:spcPts val="600"/>
              </a:spcBef>
            </a:pPr>
            <a:r>
              <a:rPr lang="pt" altLang="en-US" sz="2800" dirty="0" err="1">
                <a:ea typeface="ＭＳ Ｐゴシック"/>
                <a:cs typeface="Arial"/>
              </a:rPr>
              <a:t>VLANs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virtualização de links: MPLS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285750" indent="-274638">
              <a:spcBef>
                <a:spcPts val="600"/>
              </a:spcBef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638">
              <a:spcBef>
                <a:spcPts val="600"/>
              </a:spcBef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0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Ethernet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3FDF2C75-B699-464D-B545-BA7F3D062850}"/>
              </a:ext>
            </a:extLst>
          </p:cNvPr>
          <p:cNvSpPr txBox="1">
            <a:spLocks noChangeArrowheads="1"/>
          </p:cNvSpPr>
          <p:nvPr/>
        </p:nvSpPr>
        <p:spPr>
          <a:xfrm>
            <a:off x="976727" y="1289602"/>
            <a:ext cx="10515600" cy="2659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altLang="ja-JP"/>
              <a:t>Tecnologia LAN com fio "dominante": </a:t>
            </a:r>
          </a:p>
          <a:p>
            <a:pPr marL="746125" indent="-301625">
              <a:defRPr/>
            </a:pPr>
            <a:r>
              <a:rPr lang="pt"/>
              <a:t>primeira tecnologia LAN amplamente utilizada</a:t>
            </a:r>
          </a:p>
          <a:p>
            <a:pPr marL="746125" indent="-301625">
              <a:defRPr/>
            </a:pPr>
            <a:r>
              <a:rPr lang="pt"/>
              <a:t>mais simples, barato</a:t>
            </a:r>
          </a:p>
          <a:p>
            <a:pPr marL="746125" indent="-301625">
              <a:defRPr/>
            </a:pPr>
            <a:r>
              <a:rPr lang="pt"/>
              <a:t>Acompanhou a corrida de velocidade: 10 Mbps – 400 Gbps </a:t>
            </a:r>
          </a:p>
          <a:p>
            <a:pPr marL="746125" indent="-301625">
              <a:defRPr/>
            </a:pPr>
            <a:r>
              <a:rPr lang="pt"/>
              <a:t>chip único, várias velocidades (por exemplo, </a:t>
            </a:r>
            <a:r>
              <a:rPr lang="pt" err="1"/>
              <a:t>Broadcom</a:t>
            </a:r>
            <a:r>
              <a:rPr lang="pt"/>
              <a:t> BCM5761)</a:t>
            </a:r>
          </a:p>
          <a:p>
            <a:pPr marL="444500" indent="0">
              <a:buNone/>
              <a:defRPr/>
            </a:pPr>
            <a:endParaRPr lang="en-US"/>
          </a:p>
          <a:p>
            <a:pPr>
              <a:defRPr/>
            </a:pPr>
            <a:endParaRPr lang="en-US" sz="2000">
              <a:latin typeface="Gill Sans MT" charset="0"/>
            </a:endParaRPr>
          </a:p>
        </p:txBody>
      </p:sp>
      <p:pic>
        <p:nvPicPr>
          <p:cNvPr id="89" name="Picture 4" descr="551 Metcalfe-Enet">
            <a:extLst>
              <a:ext uri="{FF2B5EF4-FFF2-40B4-BE49-F238E27FC236}">
                <a16:creationId xmlns:a16="http://schemas.microsoft.com/office/drawing/2014/main" id="{85CF6E01-268F-7448-9E24-70CB66D9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Text Box 5">
            <a:extLst>
              <a:ext uri="{FF2B5EF4-FFF2-40B4-BE49-F238E27FC236}">
                <a16:creationId xmlns:a16="http://schemas.microsoft.com/office/drawing/2014/main" id="{34CFEA8B-8C4C-784A-A29E-387E97A5E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743" y="5593291"/>
            <a:ext cx="26938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000">
                <a:latin typeface="+mn-lt"/>
                <a:cs typeface="Arial"/>
              </a:rPr>
              <a:t>Esboço Ethernet de Metcalfe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5A384-818F-F74B-8BD5-43FAA8C916A6}"/>
              </a:ext>
            </a:extLst>
          </p:cNvPr>
          <p:cNvSpPr txBox="1"/>
          <p:nvPr/>
        </p:nvSpPr>
        <p:spPr>
          <a:xfrm>
            <a:off x="850006" y="6387921"/>
            <a:ext cx="8535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" sz="1600"/>
              <a:t>https://www.uspto.gov/learning-and-resources/journeys-innovation/audio-stories/defying-doubters</a:t>
            </a:r>
          </a:p>
        </p:txBody>
      </p:sp>
    </p:spTree>
    <p:extLst>
      <p:ext uri="{BB962C8B-B14F-4D97-AF65-F5344CB8AC3E}">
        <p14:creationId xmlns:p14="http://schemas.microsoft.com/office/powerpoint/2010/main" val="371937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Ethernet: topologia física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7EB8F-B265-4E4B-A599-604FFD9C25B9}"/>
              </a:ext>
            </a:extLst>
          </p:cNvPr>
          <p:cNvSpPr txBox="1">
            <a:spLocks noChangeArrowheads="1"/>
          </p:cNvSpPr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Font typeface="Arial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Barramento: </a:t>
            </a:r>
            <a:r>
              <a:rPr lang="pt"/>
              <a:t>popular até meados dos anos 90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75000"/>
              </a:lnSpc>
              <a:defRPr/>
            </a:pPr>
            <a:r>
              <a:rPr lang="pt"/>
              <a:t>todos os nós no mesmo domínio de colisão (podem colidir uns com os outros)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92FEC33E-ECF3-6F4D-95CC-10AE77202A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150" y="4343745"/>
            <a:ext cx="616233" cy="1201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08CE8B30-9FAC-8447-8CE2-85AE30A47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65" y="4087478"/>
            <a:ext cx="3348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" sz="2400" i="0">
                <a:solidFill>
                  <a:srgbClr val="CC0000"/>
                </a:solidFill>
                <a:latin typeface="+mn-lt"/>
                <a:cs typeface="Arial" charset="0"/>
              </a:rPr>
              <a:t>Barramento: </a:t>
            </a:r>
            <a:r>
              <a:rPr lang="pt" sz="2400" i="0">
                <a:latin typeface="+mn-lt"/>
                <a:cs typeface="Arial" charset="0"/>
              </a:rPr>
              <a:t>cabo coaxial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B210C05-DB42-F24B-ABCC-CEB58A73BF57}"/>
              </a:ext>
            </a:extLst>
          </p:cNvPr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F6F8AA85-EB23-1A46-91D4-047C72E20F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63F5B90-D695-934E-82E3-02FAF9AA2884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DDD3177-E100-C044-B782-026C278D6607}"/>
              </a:ext>
            </a:extLst>
          </p:cNvPr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81" name="Rectangle 37">
              <a:extLst>
                <a:ext uri="{FF2B5EF4-FFF2-40B4-BE49-F238E27FC236}">
                  <a16:creationId xmlns:a16="http://schemas.microsoft.com/office/drawing/2014/main" id="{E36D1D4F-7980-524F-B016-0822BC5DEB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F141971-200C-3441-B553-3B77B87C14EB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B6AFEE0-615F-374F-AD75-BFAD1482DB98}"/>
              </a:ext>
            </a:extLst>
          </p:cNvPr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84" name="Rectangle 37">
              <a:extLst>
                <a:ext uri="{FF2B5EF4-FFF2-40B4-BE49-F238E27FC236}">
                  <a16:creationId xmlns:a16="http://schemas.microsoft.com/office/drawing/2014/main" id="{D99117D2-D55B-9747-9F39-1437498956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8FD400B-67B6-A545-991E-6642C95FC431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54">
            <a:extLst>
              <a:ext uri="{FF2B5EF4-FFF2-40B4-BE49-F238E27FC236}">
                <a16:creationId xmlns:a16="http://schemas.microsoft.com/office/drawing/2014/main" id="{54403650-FB62-8C4D-A097-E8E09E3E8715}"/>
              </a:ext>
            </a:extLst>
          </p:cNvPr>
          <p:cNvGrpSpPr>
            <a:grpSpLocks/>
          </p:cNvGrpSpPr>
          <p:nvPr/>
        </p:nvGrpSpPr>
        <p:grpSpPr bwMode="auto"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id="41" name="Picture 55" descr="desktop_computer_stylized_medium">
              <a:extLst>
                <a:ext uri="{FF2B5EF4-FFF2-40B4-BE49-F238E27FC236}">
                  <a16:creationId xmlns:a16="http://schemas.microsoft.com/office/drawing/2014/main" id="{9ADDF864-8E42-2A4E-9C50-68B48B5AD6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78B65AFB-F609-8F4C-8AA2-302FFEA046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5" name="Group 49">
            <a:extLst>
              <a:ext uri="{FF2B5EF4-FFF2-40B4-BE49-F238E27FC236}">
                <a16:creationId xmlns:a16="http://schemas.microsoft.com/office/drawing/2014/main" id="{2721DACF-2A49-8D4F-BFF6-49E94BBFA071}"/>
              </a:ext>
            </a:extLst>
          </p:cNvPr>
          <p:cNvGrpSpPr>
            <a:grpSpLocks/>
          </p:cNvGrpSpPr>
          <p:nvPr/>
        </p:nvGrpSpPr>
        <p:grpSpPr bwMode="auto"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id="36" name="Picture 50" descr="desktop_computer_stylized_medium">
              <a:extLst>
                <a:ext uri="{FF2B5EF4-FFF2-40B4-BE49-F238E27FC236}">
                  <a16:creationId xmlns:a16="http://schemas.microsoft.com/office/drawing/2014/main" id="{1A4DAAEF-9C4D-5C4A-940E-9F43684E7A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51">
              <a:extLst>
                <a:ext uri="{FF2B5EF4-FFF2-40B4-BE49-F238E27FC236}">
                  <a16:creationId xmlns:a16="http://schemas.microsoft.com/office/drawing/2014/main" id="{63DCB467-73DC-4B47-B778-649B307F3B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" name="Group 49">
            <a:extLst>
              <a:ext uri="{FF2B5EF4-FFF2-40B4-BE49-F238E27FC236}">
                <a16:creationId xmlns:a16="http://schemas.microsoft.com/office/drawing/2014/main" id="{CF60EF70-8F89-064B-9AE0-BC24C80913E9}"/>
              </a:ext>
            </a:extLst>
          </p:cNvPr>
          <p:cNvGrpSpPr>
            <a:grpSpLocks/>
          </p:cNvGrpSpPr>
          <p:nvPr/>
        </p:nvGrpSpPr>
        <p:grpSpPr bwMode="auto"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id="31" name="Picture 50" descr="desktop_computer_stylized_medium">
              <a:extLst>
                <a:ext uri="{FF2B5EF4-FFF2-40B4-BE49-F238E27FC236}">
                  <a16:creationId xmlns:a16="http://schemas.microsoft.com/office/drawing/2014/main" id="{E66B7792-17BF-A342-BF79-CBE2D88839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1A46A85F-1E8E-634F-AC1B-41916D215F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21AC3DE-0BE4-4A42-85AA-51EA7972DB44}"/>
              </a:ext>
            </a:extLst>
          </p:cNvPr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87" name="Rectangle 37">
              <a:extLst>
                <a:ext uri="{FF2B5EF4-FFF2-40B4-BE49-F238E27FC236}">
                  <a16:creationId xmlns:a16="http://schemas.microsoft.com/office/drawing/2014/main" id="{0D9B8815-F0EC-864F-9E9C-E995A974DF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9FC25B0-63E6-F14D-8B85-F91190DDB6EB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E4FBBD8-6BBF-5244-B257-1085A2E447DA}"/>
              </a:ext>
            </a:extLst>
          </p:cNvPr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93" name="Rectangle 37">
              <a:extLst>
                <a:ext uri="{FF2B5EF4-FFF2-40B4-BE49-F238E27FC236}">
                  <a16:creationId xmlns:a16="http://schemas.microsoft.com/office/drawing/2014/main" id="{BFCE4A31-E824-AE42-8F60-EEB060D3AD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AC139B6-3337-DD4B-9A8D-1F1D221AE58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44">
            <a:extLst>
              <a:ext uri="{FF2B5EF4-FFF2-40B4-BE49-F238E27FC236}">
                <a16:creationId xmlns:a16="http://schemas.microsoft.com/office/drawing/2014/main" id="{181607EC-7C1E-E542-A627-435D8778D8FF}"/>
              </a:ext>
            </a:extLst>
          </p:cNvPr>
          <p:cNvGrpSpPr>
            <a:grpSpLocks/>
          </p:cNvGrpSpPr>
          <p:nvPr/>
        </p:nvGrpSpPr>
        <p:grpSpPr bwMode="auto"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id="26" name="Picture 45" descr="desktop_computer_stylized_medium">
              <a:extLst>
                <a:ext uri="{FF2B5EF4-FFF2-40B4-BE49-F238E27FC236}">
                  <a16:creationId xmlns:a16="http://schemas.microsoft.com/office/drawing/2014/main" id="{5B055886-874B-AF4E-BC6C-17FB5AFB91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BE198024-6B5D-3B44-B9DB-F77A4CB023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9E873A6-305A-1E42-A800-5109AF9B2E9D}"/>
              </a:ext>
            </a:extLst>
          </p:cNvPr>
          <p:cNvGrpSpPr>
            <a:grpSpLocks/>
          </p:cNvGrpSpPr>
          <p:nvPr/>
        </p:nvGrpSpPr>
        <p:grpSpPr bwMode="auto"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id="46" name="Picture 45" descr="desktop_computer_stylized_medium">
              <a:extLst>
                <a:ext uri="{FF2B5EF4-FFF2-40B4-BE49-F238E27FC236}">
                  <a16:creationId xmlns:a16="http://schemas.microsoft.com/office/drawing/2014/main" id="{1B48D1F1-C69D-9F43-9FBB-F48106D44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9030A2A-02DE-364B-B783-76B0F1C4E7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0DAD804-6DAD-6A4F-B2ED-991F7DA0A672}"/>
              </a:ext>
            </a:extLst>
          </p:cNvPr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EB7E878-BC2B-CF41-A1DD-435B6688D4C1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7906769" y="4630890"/>
              <a:ext cx="2249" cy="12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3A757D-B4FE-A64C-9B64-828FD8DCA614}"/>
                </a:ext>
              </a:extLst>
            </p:cNvPr>
            <p:cNvCxnSpPr>
              <a:cxnSpLocks/>
            </p:cNvCxnSpPr>
            <p:nvPr/>
          </p:nvCxnSpPr>
          <p:spPr>
            <a:xfrm>
              <a:off x="6945441" y="5100170"/>
              <a:ext cx="21448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 Box 42">
              <a:extLst>
                <a:ext uri="{FF2B5EF4-FFF2-40B4-BE49-F238E27FC236}">
                  <a16:creationId xmlns:a16="http://schemas.microsoft.com/office/drawing/2014/main" id="{68381987-6DA4-FE44-982A-2311DD6BD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sz="2400" i="0">
                  <a:solidFill>
                    <a:srgbClr val="CC0000"/>
                  </a:solidFill>
                  <a:latin typeface="+mn-lt"/>
                  <a:cs typeface="Arial" charset="0"/>
                </a:rPr>
                <a:t>Comutado</a:t>
              </a:r>
            </a:p>
          </p:txBody>
        </p:sp>
        <p:sp>
          <p:nvSpPr>
            <p:cNvPr id="96" name="Rectangle 37">
              <a:extLst>
                <a:ext uri="{FF2B5EF4-FFF2-40B4-BE49-F238E27FC236}">
                  <a16:creationId xmlns:a16="http://schemas.microsoft.com/office/drawing/2014/main" id="{AA09179E-572D-A246-86F4-E13021D097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70879" y="497609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98" name="Group 49">
              <a:extLst>
                <a:ext uri="{FF2B5EF4-FFF2-40B4-BE49-F238E27FC236}">
                  <a16:creationId xmlns:a16="http://schemas.microsoft.com/office/drawing/2014/main" id="{73F08637-BA76-1046-9C84-02C57B071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id="99" name="Picture 50" descr="desktop_computer_stylized_medium">
                <a:extLst>
                  <a:ext uri="{FF2B5EF4-FFF2-40B4-BE49-F238E27FC236}">
                    <a16:creationId xmlns:a16="http://schemas.microsoft.com/office/drawing/2014/main" id="{C5A65E49-64BF-0248-B147-3C0ABA2707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0" name="Freeform 51">
                <a:extLst>
                  <a:ext uri="{FF2B5EF4-FFF2-40B4-BE49-F238E27FC236}">
                    <a16:creationId xmlns:a16="http://schemas.microsoft.com/office/drawing/2014/main" id="{ABC6A075-F927-3A44-BE19-0AA6A019129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01" name="Rectangle 37">
              <a:extLst>
                <a:ext uri="{FF2B5EF4-FFF2-40B4-BE49-F238E27FC236}">
                  <a16:creationId xmlns:a16="http://schemas.microsoft.com/office/drawing/2014/main" id="{F7256B75-1D63-2E44-891A-1C8ED409B5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36293" y="496987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02" name="Group 49">
              <a:extLst>
                <a:ext uri="{FF2B5EF4-FFF2-40B4-BE49-F238E27FC236}">
                  <a16:creationId xmlns:a16="http://schemas.microsoft.com/office/drawing/2014/main" id="{D3C84CC7-318A-F44C-BC7C-1F376445C2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id="103" name="Picture 50" descr="desktop_computer_stylized_medium">
                <a:extLst>
                  <a:ext uri="{FF2B5EF4-FFF2-40B4-BE49-F238E27FC236}">
                    <a16:creationId xmlns:a16="http://schemas.microsoft.com/office/drawing/2014/main" id="{7660BF25-6D18-5A4A-8BE4-3CFBD08C47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51">
                <a:extLst>
                  <a:ext uri="{FF2B5EF4-FFF2-40B4-BE49-F238E27FC236}">
                    <a16:creationId xmlns:a16="http://schemas.microsoft.com/office/drawing/2014/main" id="{8D17FB90-A54F-9B45-8704-608FEF0B14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77613146-BEF0-644B-A836-2EB04E8002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61470" y="566974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6" name="Group 49">
              <a:extLst>
                <a:ext uri="{FF2B5EF4-FFF2-40B4-BE49-F238E27FC236}">
                  <a16:creationId xmlns:a16="http://schemas.microsoft.com/office/drawing/2014/main" id="{0D5AC3A1-9C42-3647-BD7C-2BF588730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id="107" name="Picture 50" descr="desktop_computer_stylized_medium">
                <a:extLst>
                  <a:ext uri="{FF2B5EF4-FFF2-40B4-BE49-F238E27FC236}">
                    <a16:creationId xmlns:a16="http://schemas.microsoft.com/office/drawing/2014/main" id="{26635111-EEAD-044B-A078-CDE50D4A53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51">
                <a:extLst>
                  <a:ext uri="{FF2B5EF4-FFF2-40B4-BE49-F238E27FC236}">
                    <a16:creationId xmlns:a16="http://schemas.microsoft.com/office/drawing/2014/main" id="{6C722D5C-0DA5-4943-BCD3-A0181121BF5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09F4DA0F-D305-D34F-BA6E-50CB86EC28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59915" y="438844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59" name="Group 44">
              <a:extLst>
                <a:ext uri="{FF2B5EF4-FFF2-40B4-BE49-F238E27FC236}">
                  <a16:creationId xmlns:a16="http://schemas.microsoft.com/office/drawing/2014/main" id="{FBD1E47D-990B-2E43-A7A3-9B664F60E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id="60" name="Picture 45" descr="desktop_computer_stylized_medium">
                <a:extLst>
                  <a:ext uri="{FF2B5EF4-FFF2-40B4-BE49-F238E27FC236}">
                    <a16:creationId xmlns:a16="http://schemas.microsoft.com/office/drawing/2014/main" id="{592B481C-B53F-BF47-AD1B-2E6BDCFAFD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2D0F8AEC-7A1F-964C-8A02-58C4F390384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52E7F60-11FB-F544-8C5D-1F0C4F2A3A93}"/>
                </a:ext>
              </a:extLst>
            </p:cNvPr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3CA7BB1-785A-2F4E-99C7-9A87B4C1589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D6E11BDC-7A81-3D49-B82F-217FBC3D8BA6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40B98351-A0BF-8F45-BA38-838A66C2790F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424FAC47-A5B2-724B-B58E-B1DE520B997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D765BB73-0713-214F-B633-B66F09A5A736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A2048D2B-32B6-404A-8309-2D614DB0F645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85ADFEC2-5799-064A-A2B3-E69C5AD6EC08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21" name="Rectangle 6">
            <a:extLst>
              <a:ext uri="{FF2B5EF4-FFF2-40B4-BE49-F238E27FC236}">
                <a16:creationId xmlns:a16="http://schemas.microsoft.com/office/drawing/2014/main" id="{5E5D623C-BFF9-A44C-8728-E57D1D8E9F2D}"/>
              </a:ext>
            </a:extLst>
          </p:cNvPr>
          <p:cNvSpPr txBox="1">
            <a:spLocks noChangeArrowheads="1"/>
          </p:cNvSpPr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Font typeface="Arial"/>
              <a:buChar char="•"/>
              <a:defRPr/>
            </a:pPr>
            <a:r>
              <a:rPr lang="pt" err="1">
                <a:solidFill>
                  <a:srgbClr val="C00000"/>
                </a:solidFill>
              </a:rPr>
              <a:t>Switched</a:t>
            </a:r>
            <a:r>
              <a:rPr lang="pt">
                <a:solidFill>
                  <a:srgbClr val="C00000"/>
                </a:solidFill>
              </a:rPr>
              <a:t>: </a:t>
            </a:r>
            <a:r>
              <a:rPr lang="pt"/>
              <a:t>prevalece hoje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75000"/>
              </a:lnSpc>
              <a:defRPr/>
            </a:pPr>
            <a:r>
              <a:rPr lang="pt" i="1">
                <a:solidFill>
                  <a:srgbClr val="0000A8"/>
                </a:solidFill>
              </a:rPr>
              <a:t>Switch</a:t>
            </a:r>
            <a:r>
              <a:rPr lang="pt">
                <a:solidFill>
                  <a:srgbClr val="CC0000"/>
                </a:solidFill>
              </a:rPr>
              <a:t> </a:t>
            </a:r>
            <a:r>
              <a:rPr lang="pt"/>
              <a:t>ativo da camada 2 (enlace) no centro</a:t>
            </a:r>
          </a:p>
          <a:p>
            <a:pPr lvl="1">
              <a:lnSpc>
                <a:spcPct val="100000"/>
              </a:lnSpc>
              <a:defRPr/>
            </a:pPr>
            <a:r>
              <a:rPr lang="pt"/>
              <a:t>cada "</a:t>
            </a:r>
            <a:r>
              <a:rPr lang="pt" err="1"/>
              <a:t>spoke</a:t>
            </a:r>
            <a:r>
              <a:rPr lang="pt"/>
              <a:t>" executa um protocolo Ethernet (separado) (os nós não colidem uns com os outros)</a:t>
            </a:r>
          </a:p>
        </p:txBody>
      </p:sp>
    </p:spTree>
    <p:extLst>
      <p:ext uri="{BB962C8B-B14F-4D97-AF65-F5344CB8AC3E}">
        <p14:creationId xmlns:p14="http://schemas.microsoft.com/office/powerpoint/2010/main" val="53744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Estrutura do quadro Ethernet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4B00453C-4C5E-1142-B1BF-526E638BF9DC}"/>
              </a:ext>
            </a:extLst>
          </p:cNvPr>
          <p:cNvSpPr txBox="1">
            <a:spLocks noChangeArrowheads="1"/>
          </p:cNvSpPr>
          <p:nvPr/>
        </p:nvSpPr>
        <p:spPr>
          <a:xfrm>
            <a:off x="1057198" y="1399863"/>
            <a:ext cx="11134802" cy="223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/>
              <a:t>a interface de envio encapsula o datagrama IP (ou outro pacote de protocolo da camada de rede) no </a:t>
            </a:r>
            <a:r>
              <a:rPr lang="pt">
                <a:solidFill>
                  <a:srgbClr val="CC0000"/>
                </a:solidFill>
              </a:rPr>
              <a:t>quadro Ethernet</a:t>
            </a:r>
          </a:p>
          <a:p>
            <a:pPr>
              <a:defRPr/>
            </a:pPr>
            <a:endParaRPr lang="en-US" sz="2400" b="1"/>
          </a:p>
          <a:p>
            <a:pPr>
              <a:defRPr/>
            </a:pPr>
            <a:endParaRPr lang="en-US" sz="2400" b="1"/>
          </a:p>
          <a:p>
            <a:pPr>
              <a:buFont typeface="Wingdings" charset="0"/>
              <a:buNone/>
              <a:defRPr/>
            </a:pPr>
            <a:endParaRPr lang="en-US" sz="2400">
              <a:solidFill>
                <a:srgbClr val="FF0000"/>
              </a:solidFill>
            </a:endParaRPr>
          </a:p>
        </p:txBody>
      </p:sp>
      <p:grpSp>
        <p:nvGrpSpPr>
          <p:cNvPr id="65" name="Group 51">
            <a:extLst>
              <a:ext uri="{FF2B5EF4-FFF2-40B4-BE49-F238E27FC236}">
                <a16:creationId xmlns:a16="http://schemas.microsoft.com/office/drawing/2014/main" id="{994C70D6-C6AB-E54E-8D0F-FF67C69F8D38}"/>
              </a:ext>
            </a:extLst>
          </p:cNvPr>
          <p:cNvGrpSpPr>
            <a:grpSpLocks/>
          </p:cNvGrpSpPr>
          <p:nvPr/>
        </p:nvGrpSpPr>
        <p:grpSpPr bwMode="auto">
          <a:xfrm>
            <a:off x="2745256" y="2328343"/>
            <a:ext cx="7867779" cy="1104405"/>
            <a:chOff x="940711" y="4902593"/>
            <a:chExt cx="6291001" cy="992895"/>
          </a:xfrm>
        </p:grpSpPr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1608A646-C375-F246-B6A1-8B07BEE7E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122AD258-BA7C-5743-BDF1-579DC5FE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/>
            </a:p>
          </p:txBody>
        </p:sp>
        <p:cxnSp>
          <p:nvCxnSpPr>
            <p:cNvPr id="68" name="Straight Connector 3">
              <a:extLst>
                <a:ext uri="{FF2B5EF4-FFF2-40B4-BE49-F238E27FC236}">
                  <a16:creationId xmlns:a16="http://schemas.microsoft.com/office/drawing/2014/main" id="{389D496F-CC2B-3A43-95D1-ABF0C03ECF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Straight Connector 32">
              <a:extLst>
                <a:ext uri="{FF2B5EF4-FFF2-40B4-BE49-F238E27FC236}">
                  <a16:creationId xmlns:a16="http://schemas.microsoft.com/office/drawing/2014/main" id="{F87D7576-1243-F94E-ADCF-31C7356526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Connector 33">
              <a:extLst>
                <a:ext uri="{FF2B5EF4-FFF2-40B4-BE49-F238E27FC236}">
                  <a16:creationId xmlns:a16="http://schemas.microsoft.com/office/drawing/2014/main" id="{14FE0A1A-93B7-6346-BDD3-6DC30F917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Straight Connector 34">
              <a:extLst>
                <a:ext uri="{FF2B5EF4-FFF2-40B4-BE49-F238E27FC236}">
                  <a16:creationId xmlns:a16="http://schemas.microsoft.com/office/drawing/2014/main" id="{66187199-26A8-6B43-9A30-9F6334B2BD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Straight Connector 35">
              <a:extLst>
                <a:ext uri="{FF2B5EF4-FFF2-40B4-BE49-F238E27FC236}">
                  <a16:creationId xmlns:a16="http://schemas.microsoft.com/office/drawing/2014/main" id="{0A42998D-88F0-C542-80A5-78C2C1932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" name="TextBox 5">
              <a:extLst>
                <a:ext uri="{FF2B5EF4-FFF2-40B4-BE49-F238E27FC236}">
                  <a16:creationId xmlns:a16="http://schemas.microsoft.com/office/drawing/2014/main" id="{D8C6AB0E-F540-8A4E-8BBA-EB58089C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49385"/>
              <a:ext cx="844810" cy="373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 destino</a:t>
              </a:r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76" name="TextBox 37">
              <a:extLst>
                <a:ext uri="{FF2B5EF4-FFF2-40B4-BE49-F238E27FC236}">
                  <a16:creationId xmlns:a16="http://schemas.microsoft.com/office/drawing/2014/main" id="{03FFAEAD-5C41-4246-B3E9-7B76999E9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73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 origem</a:t>
              </a:r>
              <a:endParaRPr lang="pt" sz="1600">
                <a:solidFill>
                  <a:schemeClr val="bg1"/>
                </a:solidFill>
                <a:latin typeface="Calibri"/>
                <a:cs typeface="Arial"/>
              </a:endParaRPr>
            </a:p>
          </p:txBody>
        </p:sp>
        <p:sp>
          <p:nvSpPr>
            <p:cNvPr id="77" name="TextBox 38">
              <a:extLst>
                <a:ext uri="{FF2B5EF4-FFF2-40B4-BE49-F238E27FC236}">
                  <a16:creationId xmlns:a16="http://schemas.microsoft.com/office/drawing/2014/main" id="{4CBFC6F3-AE10-314B-B936-C5F4A8AE6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536356" cy="24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dados (carga útil)</a:t>
              </a:r>
            </a:p>
          </p:txBody>
        </p:sp>
        <p:sp>
          <p:nvSpPr>
            <p:cNvPr id="78" name="TextBox 39">
              <a:extLst>
                <a:ext uri="{FF2B5EF4-FFF2-40B4-BE49-F238E27FC236}">
                  <a16:creationId xmlns:a16="http://schemas.microsoft.com/office/drawing/2014/main" id="{48BAC0FD-0D2D-7649-9DEF-4A90342AC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CRC</a:t>
              </a:r>
            </a:p>
          </p:txBody>
        </p:sp>
        <p:sp>
          <p:nvSpPr>
            <p:cNvPr id="79" name="TextBox 40">
              <a:extLst>
                <a:ext uri="{FF2B5EF4-FFF2-40B4-BE49-F238E27FC236}">
                  <a16:creationId xmlns:a16="http://schemas.microsoft.com/office/drawing/2014/main" id="{BDA70AA3-D12B-1944-AB73-0E0BABDA7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preâmbulo</a:t>
              </a:r>
            </a:p>
          </p:txBody>
        </p:sp>
        <p:sp>
          <p:nvSpPr>
            <p:cNvPr id="88" name="Text Box 9">
              <a:extLst>
                <a:ext uri="{FF2B5EF4-FFF2-40B4-BE49-F238E27FC236}">
                  <a16:creationId xmlns:a16="http://schemas.microsoft.com/office/drawing/2014/main" id="{B8872802-E974-8E40-A27B-DFD5D80F2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pt" sz="1800">
                  <a:solidFill>
                    <a:srgbClr val="000000"/>
                  </a:solidFill>
                  <a:latin typeface="+mn-lt"/>
                </a:rPr>
                <a:t>tipo</a:t>
              </a:r>
            </a:p>
          </p:txBody>
        </p:sp>
      </p:grpSp>
      <p:sp>
        <p:nvSpPr>
          <p:cNvPr id="89" name="Rectangle 3">
            <a:extLst>
              <a:ext uri="{FF2B5EF4-FFF2-40B4-BE49-F238E27FC236}">
                <a16:creationId xmlns:a16="http://schemas.microsoft.com/office/drawing/2014/main" id="{2C36AD46-76A5-B740-906F-47C5DF160D37}"/>
              </a:ext>
            </a:extLst>
          </p:cNvPr>
          <p:cNvSpPr txBox="1">
            <a:spLocks noChangeArrowheads="1"/>
          </p:cNvSpPr>
          <p:nvPr/>
        </p:nvSpPr>
        <p:spPr>
          <a:xfrm>
            <a:off x="1057198" y="3867200"/>
            <a:ext cx="11134802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i="1">
                <a:solidFill>
                  <a:srgbClr val="CC0000"/>
                </a:solidFill>
              </a:rPr>
              <a:t>preâmbulo: </a:t>
            </a:r>
          </a:p>
          <a:p>
            <a:pPr marL="688975" indent="-457200">
              <a:buFont typeface="Arial" pitchFamily="2" charset="2"/>
              <a:buChar char="•"/>
              <a:defRPr/>
            </a:pPr>
            <a:r>
              <a:rPr lang="pt"/>
              <a:t> usado para sincronizar o receptor, taxas de clock do remetente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688975" indent="-457200">
              <a:buFont typeface="Arial" pitchFamily="2" charset="2"/>
              <a:buChar char="•"/>
              <a:defRPr/>
            </a:pPr>
            <a:r>
              <a:rPr lang="pt"/>
              <a:t>7 bytes de 10101010 seguidos por um byte de 10101011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655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Estrutura do quadro Ethernet </a:t>
            </a:r>
            <a:r>
              <a:rPr lang="pt" sz="3600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(mais)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59</a:t>
            </a:fld>
            <a:endParaRPr lang="en-US"/>
          </a:p>
        </p:txBody>
      </p:sp>
      <p:grpSp>
        <p:nvGrpSpPr>
          <p:cNvPr id="65" name="Group 51">
            <a:extLst>
              <a:ext uri="{FF2B5EF4-FFF2-40B4-BE49-F238E27FC236}">
                <a16:creationId xmlns:a16="http://schemas.microsoft.com/office/drawing/2014/main" id="{994C70D6-C6AB-E54E-8D0F-FF67C69F8D38}"/>
              </a:ext>
            </a:extLst>
          </p:cNvPr>
          <p:cNvGrpSpPr>
            <a:grpSpLocks/>
          </p:cNvGrpSpPr>
          <p:nvPr/>
        </p:nvGrpSpPr>
        <p:grpSpPr bwMode="auto">
          <a:xfrm>
            <a:off x="2190620" y="1294021"/>
            <a:ext cx="7867779" cy="1104405"/>
            <a:chOff x="940711" y="4902593"/>
            <a:chExt cx="6291001" cy="992895"/>
          </a:xfrm>
        </p:grpSpPr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1608A646-C375-F246-B6A1-8B07BEE7E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122AD258-BA7C-5743-BDF1-579DC5FE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/>
            </a:p>
          </p:txBody>
        </p:sp>
        <p:cxnSp>
          <p:nvCxnSpPr>
            <p:cNvPr id="68" name="Straight Connector 3">
              <a:extLst>
                <a:ext uri="{FF2B5EF4-FFF2-40B4-BE49-F238E27FC236}">
                  <a16:creationId xmlns:a16="http://schemas.microsoft.com/office/drawing/2014/main" id="{389D496F-CC2B-3A43-95D1-ABF0C03ECF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Straight Connector 32">
              <a:extLst>
                <a:ext uri="{FF2B5EF4-FFF2-40B4-BE49-F238E27FC236}">
                  <a16:creationId xmlns:a16="http://schemas.microsoft.com/office/drawing/2014/main" id="{F87D7576-1243-F94E-ADCF-31C7356526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Connector 33">
              <a:extLst>
                <a:ext uri="{FF2B5EF4-FFF2-40B4-BE49-F238E27FC236}">
                  <a16:creationId xmlns:a16="http://schemas.microsoft.com/office/drawing/2014/main" id="{14FE0A1A-93B7-6346-BDD3-6DC30F917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Straight Connector 34">
              <a:extLst>
                <a:ext uri="{FF2B5EF4-FFF2-40B4-BE49-F238E27FC236}">
                  <a16:creationId xmlns:a16="http://schemas.microsoft.com/office/drawing/2014/main" id="{66187199-26A8-6B43-9A30-9F6334B2BD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Straight Connector 35">
              <a:extLst>
                <a:ext uri="{FF2B5EF4-FFF2-40B4-BE49-F238E27FC236}">
                  <a16:creationId xmlns:a16="http://schemas.microsoft.com/office/drawing/2014/main" id="{0A42998D-88F0-C542-80A5-78C2C1932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" name="TextBox 5">
              <a:extLst>
                <a:ext uri="{FF2B5EF4-FFF2-40B4-BE49-F238E27FC236}">
                  <a16:creationId xmlns:a16="http://schemas.microsoft.com/office/drawing/2014/main" id="{D8C6AB0E-F540-8A4E-8BBA-EB58089C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73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 destino</a:t>
              </a:r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76" name="TextBox 37">
              <a:extLst>
                <a:ext uri="{FF2B5EF4-FFF2-40B4-BE49-F238E27FC236}">
                  <a16:creationId xmlns:a16="http://schemas.microsoft.com/office/drawing/2014/main" id="{03FFAEAD-5C41-4246-B3E9-7B76999E9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73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 origem</a:t>
              </a:r>
              <a:endParaRPr lang="pt-BR"/>
            </a:p>
          </p:txBody>
        </p:sp>
        <p:sp>
          <p:nvSpPr>
            <p:cNvPr id="77" name="TextBox 38">
              <a:extLst>
                <a:ext uri="{FF2B5EF4-FFF2-40B4-BE49-F238E27FC236}">
                  <a16:creationId xmlns:a16="http://schemas.microsoft.com/office/drawing/2014/main" id="{4CBFC6F3-AE10-314B-B936-C5F4A8AE6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dados (carga útil)</a:t>
              </a:r>
            </a:p>
          </p:txBody>
        </p:sp>
        <p:sp>
          <p:nvSpPr>
            <p:cNvPr id="78" name="TextBox 39">
              <a:extLst>
                <a:ext uri="{FF2B5EF4-FFF2-40B4-BE49-F238E27FC236}">
                  <a16:creationId xmlns:a16="http://schemas.microsoft.com/office/drawing/2014/main" id="{48BAC0FD-0D2D-7649-9DEF-4A90342AC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CRC</a:t>
              </a:r>
            </a:p>
          </p:txBody>
        </p:sp>
        <p:sp>
          <p:nvSpPr>
            <p:cNvPr id="79" name="TextBox 40">
              <a:extLst>
                <a:ext uri="{FF2B5EF4-FFF2-40B4-BE49-F238E27FC236}">
                  <a16:creationId xmlns:a16="http://schemas.microsoft.com/office/drawing/2014/main" id="{BDA70AA3-D12B-1944-AB73-0E0BABDA7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preâmbulo</a:t>
              </a:r>
            </a:p>
          </p:txBody>
        </p:sp>
        <p:sp>
          <p:nvSpPr>
            <p:cNvPr id="88" name="Text Box 9">
              <a:extLst>
                <a:ext uri="{FF2B5EF4-FFF2-40B4-BE49-F238E27FC236}">
                  <a16:creationId xmlns:a16="http://schemas.microsoft.com/office/drawing/2014/main" id="{B8872802-E974-8E40-A27B-DFD5D80F2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pt" sz="1800">
                  <a:solidFill>
                    <a:srgbClr val="000000"/>
                  </a:solidFill>
                  <a:latin typeface="+mn-lt"/>
                </a:rPr>
                <a:t>tipo</a:t>
              </a: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52EC9379-8CF4-B845-BC28-25B206CCAE0F}"/>
              </a:ext>
            </a:extLst>
          </p:cNvPr>
          <p:cNvSpPr txBox="1">
            <a:spLocks noChangeArrowheads="1"/>
          </p:cNvSpPr>
          <p:nvPr/>
        </p:nvSpPr>
        <p:spPr>
          <a:xfrm>
            <a:off x="918616" y="2738516"/>
            <a:ext cx="11273384" cy="4119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endereços: </a:t>
            </a:r>
            <a:r>
              <a:rPr lang="pt"/>
              <a:t>origem de 6 bytes, endereços MAC de destino</a:t>
            </a:r>
            <a:endParaRPr lang="pt-BR"/>
          </a:p>
          <a:p>
            <a:pPr lvl="1">
              <a:defRPr/>
            </a:pPr>
            <a:r>
              <a:rPr lang="pt"/>
              <a:t>se o adaptador receber quadro com endereço de destino correspondente ou com endereço de broadcast (por exemplo, pacote ARP), ele passa dados em quadro para protocolo de camada de rede</a:t>
            </a:r>
          </a:p>
          <a:p>
            <a:pPr lvl="1">
              <a:defRPr/>
            </a:pPr>
            <a:r>
              <a:rPr lang="pt"/>
              <a:t>caso contrário, o adaptador descartará o quadro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Tipo: </a:t>
            </a:r>
            <a:r>
              <a:rPr lang="pt"/>
              <a:t>indica protocolo de camada superior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principalmente IP, mas outros possíveis, por exemplo, Novell IPX, AppleTalk</a:t>
            </a:r>
          </a:p>
          <a:p>
            <a:pPr lvl="1">
              <a:defRPr/>
            </a:pPr>
            <a:r>
              <a:rPr lang="pt"/>
              <a:t>usado para demultiplexar acima no receptor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CRC: </a:t>
            </a:r>
            <a:r>
              <a:rPr lang="pt"/>
              <a:t>verificação de redundância cíclica no receptor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/>
              <a:t>Erro detectado: o quadro foi descartado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62512A-796F-E249-9BDA-F50A54A9EF07}"/>
              </a:ext>
            </a:extLst>
          </p:cNvPr>
          <p:cNvSpPr/>
          <p:nvPr/>
        </p:nvSpPr>
        <p:spPr>
          <a:xfrm>
            <a:off x="3414532" y="1446835"/>
            <a:ext cx="1898248" cy="111117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BD4B9E-B165-2F47-AFD8-92E71CB8BA3C}"/>
              </a:ext>
            </a:extLst>
          </p:cNvPr>
          <p:cNvSpPr/>
          <p:nvPr/>
        </p:nvSpPr>
        <p:spPr>
          <a:xfrm>
            <a:off x="8081059" y="1471913"/>
            <a:ext cx="1965766" cy="111117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655D5E-5A29-E74E-9AE7-FBDD43A055D0}"/>
              </a:ext>
            </a:extLst>
          </p:cNvPr>
          <p:cNvSpPr/>
          <p:nvPr/>
        </p:nvSpPr>
        <p:spPr>
          <a:xfrm rot="16200000">
            <a:off x="4780345" y="1551006"/>
            <a:ext cx="1365815" cy="856525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2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1" grpId="0" animBg="1"/>
      <p:bldP spid="22" grpId="0" animBg="1"/>
      <p:bldP spid="22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Ethernet: não confiável, sem conexão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94B40E5-F359-2645-A4A0-0CEE4C209C99}"/>
              </a:ext>
            </a:extLst>
          </p:cNvPr>
          <p:cNvSpPr txBox="1">
            <a:spLocks noChangeArrowheads="1"/>
          </p:cNvSpPr>
          <p:nvPr/>
        </p:nvSpPr>
        <p:spPr>
          <a:xfrm>
            <a:off x="989351" y="1600200"/>
            <a:ext cx="10515600" cy="464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C00000"/>
                </a:solidFill>
              </a:rPr>
              <a:t>sem conexão: </a:t>
            </a:r>
            <a:r>
              <a:rPr lang="pt" sz="3200"/>
              <a:t>sem “aperto de mãos” entre o envio e o recebimento de NICs </a:t>
            </a:r>
            <a:endParaRPr lang="pt-BR"/>
          </a:p>
          <a:p>
            <a:pPr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C00000"/>
                </a:solidFill>
              </a:rPr>
              <a:t>não confiável: </a:t>
            </a:r>
            <a:r>
              <a:rPr lang="pt" sz="3200"/>
              <a:t>o recebimento da NIC não envia </a:t>
            </a:r>
            <a:r>
              <a:rPr lang="pt" sz="3200" err="1"/>
              <a:t>ACKs</a:t>
            </a:r>
            <a:r>
              <a:rPr lang="pt" sz="3200"/>
              <a:t> ou </a:t>
            </a:r>
            <a:r>
              <a:rPr lang="pt" sz="3200" err="1"/>
              <a:t>NAKs</a:t>
            </a:r>
            <a:r>
              <a:rPr lang="pt" sz="3200"/>
              <a:t> para a NIC de envio</a:t>
            </a:r>
            <a:endParaRPr lang="pt" sz="32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dados em quadros descartados recuperados somente se o remetente inicial usar transferência confiável de dados (RDT) de camada superior (por exemplo, TCP), caso contrário, os dados descartados serão perdidos</a:t>
            </a:r>
          </a:p>
          <a:p>
            <a:pPr>
              <a:buFont typeface="Arial" pitchFamily="2" charset="2"/>
              <a:buChar char="•"/>
              <a:defRPr/>
            </a:pPr>
            <a:r>
              <a:rPr lang="pt" sz="3200"/>
              <a:t>Protocolo MAC da Ethernet: </a:t>
            </a:r>
            <a:r>
              <a:rPr lang="pt" sz="3200">
                <a:solidFill>
                  <a:srgbClr val="C00000"/>
                </a:solidFill>
              </a:rPr>
              <a:t>CSMA/CD sem slots </a:t>
            </a:r>
            <a:r>
              <a:rPr lang="pt" sz="3200"/>
              <a:t>(ou escalonamento) </a:t>
            </a:r>
            <a:r>
              <a:rPr lang="pt" sz="3200">
                <a:solidFill>
                  <a:srgbClr val="C00000"/>
                </a:solidFill>
              </a:rPr>
              <a:t>com recuo binário </a:t>
            </a:r>
            <a:r>
              <a:rPr lang="pt" sz="3200"/>
              <a:t>(</a:t>
            </a:r>
            <a:r>
              <a:rPr lang="pt" sz="3200" err="1"/>
              <a:t>backoff</a:t>
            </a:r>
            <a:r>
              <a:rPr lang="pt" sz="3200"/>
              <a:t> binário)</a:t>
            </a:r>
            <a:endParaRPr lang="en-US" sz="32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348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976264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Padrões Ethernet 802.3: camadas físicas e de enlace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337EC81-E572-214C-BF69-89DCE6EC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90000"/>
              </a:lnSpc>
              <a:buNone/>
              <a:defRPr/>
            </a:pPr>
            <a:endParaRPr lang="en-US" sz="3200" kern="0">
              <a:latin typeface="Gill Sans MT" charset="0"/>
              <a:cs typeface="+mn-cs"/>
            </a:endParaRPr>
          </a:p>
        </p:txBody>
      </p:sp>
      <p:sp>
        <p:nvSpPr>
          <p:cNvPr id="36" name="Freeform 39">
            <a:extLst>
              <a:ext uri="{FF2B5EF4-FFF2-40B4-BE49-F238E27FC236}">
                <a16:creationId xmlns:a16="http://schemas.microsoft.com/office/drawing/2014/main" id="{D1D9C936-B7E0-6F43-8421-5B95EAA06933}"/>
              </a:ext>
            </a:extLst>
          </p:cNvPr>
          <p:cNvSpPr>
            <a:spLocks/>
          </p:cNvSpPr>
          <p:nvPr/>
        </p:nvSpPr>
        <p:spPr bwMode="auto">
          <a:xfrm>
            <a:off x="3847736" y="4045132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0" scaled="1"/>
          </a:gradFill>
          <a:ln w="9525" cap="flat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6A53ADA6-D108-1C40-A3EE-28BC1ABD17D8}"/>
              </a:ext>
            </a:extLst>
          </p:cNvPr>
          <p:cNvGrpSpPr>
            <a:grpSpLocks/>
          </p:cNvGrpSpPr>
          <p:nvPr/>
        </p:nvGrpSpPr>
        <p:grpSpPr bwMode="auto"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38" name="Rectangle 41">
              <a:extLst>
                <a:ext uri="{FF2B5EF4-FFF2-40B4-BE49-F238E27FC236}">
                  <a16:creationId xmlns:a16="http://schemas.microsoft.com/office/drawing/2014/main" id="{A19C4707-153A-1D4A-9F0C-A7D66CFEA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Text Box 42">
              <a:extLst>
                <a:ext uri="{FF2B5EF4-FFF2-40B4-BE49-F238E27FC236}">
                  <a16:creationId xmlns:a16="http://schemas.microsoft.com/office/drawing/2014/main" id="{6F9A40BD-67A8-AC46-923B-F43FFA41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aplicação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rede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enlace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físico</a:t>
              </a:r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B273748A-AE80-2049-8434-08C970AD4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06692CA4-1050-F547-8BD3-506A2BF3B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2067FEF7-7EF7-E040-9D6E-F0A67817A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8265043-8296-5C4F-B90B-0BBD21426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978E49E5-6968-CC48-AC67-D74316AD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956710CE-B4F5-EA4E-BF2A-C20BE32C5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6" name="Rectangle 49">
            <a:extLst>
              <a:ext uri="{FF2B5EF4-FFF2-40B4-BE49-F238E27FC236}">
                <a16:creationId xmlns:a16="http://schemas.microsoft.com/office/drawing/2014/main" id="{33B384B2-E84D-E145-9B31-7CDEB33CA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049" y="4008619"/>
            <a:ext cx="4195762" cy="1568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47" name="Line 50">
            <a:extLst>
              <a:ext uri="{FF2B5EF4-FFF2-40B4-BE49-F238E27FC236}">
                <a16:creationId xmlns:a16="http://schemas.microsoft.com/office/drawing/2014/main" id="{71F4EA3F-71A9-E649-B270-EF76B8B132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336" y="4673782"/>
            <a:ext cx="4178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7DC03FEF-6F61-B84E-B3EE-F4889195D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+mn-lt"/>
              </a:rPr>
              <a:t>Protocolo MAC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+mn-lt"/>
              </a:rPr>
              <a:t>e formato de quadro</a:t>
            </a:r>
          </a:p>
        </p:txBody>
      </p:sp>
      <p:sp>
        <p:nvSpPr>
          <p:cNvPr id="49" name="Text Box 52">
            <a:extLst>
              <a:ext uri="{FF2B5EF4-FFF2-40B4-BE49-F238E27FC236}">
                <a16:creationId xmlns:a16="http://schemas.microsoft.com/office/drawing/2014/main" id="{FCD7A57B-08E5-9042-A816-5F41877F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324" y="4764269"/>
            <a:ext cx="1191352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100BASE-TX</a:t>
            </a:r>
          </a:p>
        </p:txBody>
      </p:sp>
      <p:sp>
        <p:nvSpPr>
          <p:cNvPr id="50" name="Text Box 53">
            <a:extLst>
              <a:ext uri="{FF2B5EF4-FFF2-40B4-BE49-F238E27FC236}">
                <a16:creationId xmlns:a16="http://schemas.microsoft.com/office/drawing/2014/main" id="{A227F0AF-4662-F24A-9653-0AADE99ED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436" y="5124632"/>
            <a:ext cx="1189749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100BASE-T4</a:t>
            </a:r>
          </a:p>
        </p:txBody>
      </p:sp>
      <p:sp>
        <p:nvSpPr>
          <p:cNvPr id="51" name="Text Box 54">
            <a:extLst>
              <a:ext uri="{FF2B5EF4-FFF2-40B4-BE49-F238E27FC236}">
                <a16:creationId xmlns:a16="http://schemas.microsoft.com/office/drawing/2014/main" id="{57422924-DBD0-594C-8374-4E4F54D33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199" y="4759507"/>
            <a:ext cx="1186543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100BASE-FX</a:t>
            </a:r>
          </a:p>
        </p:txBody>
      </p:sp>
      <p:sp>
        <p:nvSpPr>
          <p:cNvPr id="52" name="Freeform 55">
            <a:extLst>
              <a:ext uri="{FF2B5EF4-FFF2-40B4-BE49-F238E27FC236}">
                <a16:creationId xmlns:a16="http://schemas.microsoft.com/office/drawing/2014/main" id="{53523A51-905B-3D41-9BAA-9981C632BCA4}"/>
              </a:ext>
            </a:extLst>
          </p:cNvPr>
          <p:cNvSpPr>
            <a:spLocks/>
          </p:cNvSpPr>
          <p:nvPr/>
        </p:nvSpPr>
        <p:spPr bwMode="auto">
          <a:xfrm>
            <a:off x="3862024" y="4654732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53" name="Text Box 56">
            <a:extLst>
              <a:ext uri="{FF2B5EF4-FFF2-40B4-BE49-F238E27FC236}">
                <a16:creationId xmlns:a16="http://schemas.microsoft.com/office/drawing/2014/main" id="{1DE6B70E-6097-F84E-9788-C59914DB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349" y="4757919"/>
            <a:ext cx="1189749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100BASE-T2</a:t>
            </a:r>
          </a:p>
        </p:txBody>
      </p:sp>
      <p:sp>
        <p:nvSpPr>
          <p:cNvPr id="54" name="Text Box 57">
            <a:extLst>
              <a:ext uri="{FF2B5EF4-FFF2-40B4-BE49-F238E27FC236}">
                <a16:creationId xmlns:a16="http://schemas.microsoft.com/office/drawing/2014/main" id="{B1DB8DC7-324F-CF44-874C-A25415747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8886" y="5118282"/>
            <a:ext cx="1186543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100BASE-SX</a:t>
            </a:r>
          </a:p>
        </p:txBody>
      </p:sp>
      <p:sp>
        <p:nvSpPr>
          <p:cNvPr id="55" name="Text Box 58">
            <a:extLst>
              <a:ext uri="{FF2B5EF4-FFF2-40B4-BE49-F238E27FC236}">
                <a16:creationId xmlns:a16="http://schemas.microsoft.com/office/drawing/2014/main" id="{E95A44E5-EB2A-9946-80C0-81A38CBC2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549" y="5113519"/>
            <a:ext cx="1204176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100BASE-BX</a:t>
            </a:r>
          </a:p>
        </p:txBody>
      </p:sp>
      <p:grpSp>
        <p:nvGrpSpPr>
          <p:cNvPr id="56" name="Group 67">
            <a:extLst>
              <a:ext uri="{FF2B5EF4-FFF2-40B4-BE49-F238E27FC236}">
                <a16:creationId xmlns:a16="http://schemas.microsoft.com/office/drawing/2014/main" id="{BD6F53D7-9BED-1E4A-8353-2414F7E4B271}"/>
              </a:ext>
            </a:extLst>
          </p:cNvPr>
          <p:cNvGrpSpPr>
            <a:grpSpLocks/>
          </p:cNvGrpSpPr>
          <p:nvPr/>
        </p:nvGrpSpPr>
        <p:grpSpPr bwMode="auto">
          <a:xfrm>
            <a:off x="6656025" y="4713470"/>
            <a:ext cx="2798763" cy="1595438"/>
            <a:chOff x="3579" y="2988"/>
            <a:chExt cx="1763" cy="1005"/>
          </a:xfrm>
        </p:grpSpPr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C50E32B5-3D8B-8548-B34B-8E5B3A3E5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0"/>
              </a:endParaRPr>
            </a:p>
          </p:txBody>
        </p:sp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E7F465C2-97A3-0345-9A24-E2CE0791D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ea typeface="ＭＳ Ｐゴシック" charset="0"/>
              </a:endParaRPr>
            </a:p>
          </p:txBody>
        </p:sp>
        <p:sp>
          <p:nvSpPr>
            <p:cNvPr id="59" name="Text Box 61">
              <a:extLst>
                <a:ext uri="{FF2B5EF4-FFF2-40B4-BE49-F238E27FC236}">
                  <a16:creationId xmlns:a16="http://schemas.microsoft.com/office/drawing/2014/main" id="{202ECB0D-50EC-5C4A-BADA-C0CCB4364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3741"/>
              <a:ext cx="13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2000" i="0">
                  <a:solidFill>
                    <a:srgbClr val="CC0000"/>
                  </a:solidFill>
                  <a:latin typeface="+mn-lt"/>
                  <a:cs typeface="Arial" charset="0"/>
                </a:rPr>
                <a:t>camada física de fibra</a:t>
              </a:r>
            </a:p>
          </p:txBody>
        </p:sp>
      </p:grpSp>
      <p:grpSp>
        <p:nvGrpSpPr>
          <p:cNvPr id="60" name="Group 66">
            <a:extLst>
              <a:ext uri="{FF2B5EF4-FFF2-40B4-BE49-F238E27FC236}">
                <a16:creationId xmlns:a16="http://schemas.microsoft.com/office/drawing/2014/main" id="{029E73D2-C030-8048-9731-A8014A0F5B04}"/>
              </a:ext>
            </a:extLst>
          </p:cNvPr>
          <p:cNvGrpSpPr>
            <a:grpSpLocks/>
          </p:cNvGrpSpPr>
          <p:nvPr/>
        </p:nvGrpSpPr>
        <p:grpSpPr bwMode="auto">
          <a:xfrm>
            <a:off x="2907936" y="4703945"/>
            <a:ext cx="5059363" cy="1628776"/>
            <a:chOff x="1218" y="2982"/>
            <a:chExt cx="3187" cy="1026"/>
          </a:xfrm>
        </p:grpSpPr>
        <p:sp>
          <p:nvSpPr>
            <p:cNvPr id="61" name="Freeform 62">
              <a:extLst>
                <a:ext uri="{FF2B5EF4-FFF2-40B4-BE49-F238E27FC236}">
                  <a16:creationId xmlns:a16="http://schemas.microsoft.com/office/drawing/2014/main" id="{474C8A2E-BC6B-7A45-B113-AFB541E56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2" name="Line 63">
              <a:extLst>
                <a:ext uri="{FF2B5EF4-FFF2-40B4-BE49-F238E27FC236}">
                  <a16:creationId xmlns:a16="http://schemas.microsoft.com/office/drawing/2014/main" id="{B16CB47D-76E2-3F42-AC2D-72C1962B8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3" name="Text Box 65">
              <a:extLst>
                <a:ext uri="{FF2B5EF4-FFF2-40B4-BE49-F238E27FC236}">
                  <a16:creationId xmlns:a16="http://schemas.microsoft.com/office/drawing/2014/main" id="{9BA08050-1D02-1F4A-93AC-F727FE13E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8" y="3756"/>
              <a:ext cx="264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Camada física de cobre (par trançado)</a:t>
              </a:r>
            </a:p>
          </p:txBody>
        </p:sp>
      </p:grpSp>
      <p:sp>
        <p:nvSpPr>
          <p:cNvPr id="65" name="Rectangle 3">
            <a:extLst>
              <a:ext uri="{FF2B5EF4-FFF2-40B4-BE49-F238E27FC236}">
                <a16:creationId xmlns:a16="http://schemas.microsoft.com/office/drawing/2014/main" id="{B6913DDC-83CD-0F43-A24D-5DAA204FD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153" y="1259236"/>
            <a:ext cx="11197652" cy="232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90000"/>
              </a:lnSpc>
              <a:buFont typeface="Arial" charset="2"/>
              <a:buChar char="•"/>
              <a:defRPr/>
            </a:pPr>
            <a:r>
              <a:rPr lang="pt" sz="3200" i="1" kern="0">
                <a:solidFill>
                  <a:srgbClr val="0000A8"/>
                </a:solidFill>
                <a:cs typeface="+mn-cs"/>
              </a:rPr>
              <a:t>muitos</a:t>
            </a:r>
            <a:r>
              <a:rPr lang="pt" sz="3200" kern="0">
                <a:solidFill>
                  <a:srgbClr val="0000A8"/>
                </a:solidFill>
                <a:cs typeface="+mn-cs"/>
              </a:rPr>
              <a:t> </a:t>
            </a:r>
            <a:r>
              <a:rPr lang="pt" sz="3200" kern="0">
                <a:cs typeface="+mn-cs"/>
              </a:rPr>
              <a:t>padrões Ethernet diferentes</a:t>
            </a:r>
            <a:endParaRPr lang="pt-BR">
              <a:cs typeface="+mn-cs"/>
            </a:endParaRPr>
          </a:p>
          <a:p>
            <a:pPr marL="521970" lvl="1" indent="-283845">
              <a:lnSpc>
                <a:spcPct val="90000"/>
              </a:lnSpc>
              <a:defRPr/>
            </a:pPr>
            <a:r>
              <a:rPr lang="pt" sz="2800" kern="0"/>
              <a:t>protocolo MAC comum e formato de quadro</a:t>
            </a:r>
            <a:endParaRPr lang="pt" sz="2800" kern="0">
              <a:cs typeface="Calibri" panose="020F0502020204030204"/>
            </a:endParaRPr>
          </a:p>
          <a:p>
            <a:pPr marL="521970" lvl="1" indent="-283845">
              <a:lnSpc>
                <a:spcPct val="90000"/>
              </a:lnSpc>
              <a:defRPr/>
            </a:pPr>
            <a:r>
              <a:rPr lang="pt" sz="2800" kern="0"/>
              <a:t>velocidades diferentes: 2 Mbps, 10 Mbps, 100 Mbps, 1 Gbps, 10 Gbps, 40 Gbps</a:t>
            </a:r>
            <a:endParaRPr lang="pt" sz="2800" kern="0">
              <a:cs typeface="Calibri" panose="020F0502020204030204"/>
            </a:endParaRPr>
          </a:p>
          <a:p>
            <a:pPr marL="521970" lvl="1" indent="-283845">
              <a:lnSpc>
                <a:spcPct val="90000"/>
              </a:lnSpc>
              <a:defRPr/>
            </a:pPr>
            <a:r>
              <a:rPr lang="pt" sz="2800" kern="0"/>
              <a:t>Meios físicos diferentes: fibra, cabo</a:t>
            </a:r>
            <a:endParaRPr lang="pt" sz="2800" kern="0">
              <a:cs typeface="Calibri" panose="020F0502020204030204"/>
            </a:endParaRPr>
          </a:p>
          <a:p>
            <a:pPr marL="238125" lvl="1" indent="0">
              <a:lnSpc>
                <a:spcPct val="90000"/>
              </a:lnSpc>
              <a:buNone/>
              <a:defRPr/>
            </a:pPr>
            <a:endParaRPr lang="pt" sz="2800" kern="0"/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3200" kern="0">
              <a:latin typeface="Gill Sans MT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Camada de link, LANs: roteiro</a:t>
            </a:r>
            <a:endParaRPr lang="en-US" sz="4400"/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3375">
              <a:buClr>
                <a:schemeClr val="bg1">
                  <a:lumMod val="75000"/>
                </a:schemeClr>
              </a:buClr>
              <a:defRPr/>
            </a:pPr>
            <a:r>
              <a:rPr lang="pt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/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detecção de erros, correção 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285750" indent="-274320">
              <a:spcBef>
                <a:spcPts val="600"/>
              </a:spcBef>
              <a:buClr>
                <a:srgbClr val="0000A8"/>
              </a:buClr>
              <a:buFont typeface="Arial" pitchFamily="2" charset="2"/>
              <a:buChar char="•"/>
            </a:pPr>
            <a:r>
              <a:rPr lang="pt" altLang="en-US" sz="3200">
                <a:solidFill>
                  <a:srgbClr val="C00000"/>
                </a:solidFill>
                <a:ea typeface="ＭＳ Ｐゴシック"/>
                <a:cs typeface="Arial"/>
              </a:rPr>
              <a:t>LANs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ea typeface="ＭＳ Ｐゴシック"/>
                <a:cs typeface="Arial"/>
              </a:rPr>
              <a:t>Endereçamento, ARP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628650" lvl="1" indent="-274320">
              <a:spcBef>
                <a:spcPts val="600"/>
              </a:spcBef>
            </a:pPr>
            <a:r>
              <a:rPr lang="pt" altLang="en-US" sz="2800">
                <a:ea typeface="ＭＳ Ｐゴシック"/>
                <a:cs typeface="Arial"/>
              </a:rPr>
              <a:t>VLANs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virtualização de links: MPLS</a:t>
            </a:r>
          </a:p>
          <a:p>
            <a:pPr marL="285750" indent="-27432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285750" indent="-274320">
              <a:spcBef>
                <a:spcPts val="600"/>
              </a:spcBef>
              <a:buFont typeface="Arial" pitchFamily="2" charset="2"/>
              <a:buChar char="•"/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320">
              <a:spcBef>
                <a:spcPts val="600"/>
              </a:spcBef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/>
              </a:rPr>
              <a:t>Switch (comutador) Ethernet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8132559-8058-8A4C-B10B-2116E2272F90}"/>
              </a:ext>
            </a:extLst>
          </p:cNvPr>
          <p:cNvSpPr txBox="1">
            <a:spLocks noChangeArrowheads="1"/>
          </p:cNvSpPr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3200"/>
              <a:t>Switch é um  dispositivo </a:t>
            </a:r>
            <a:r>
              <a:rPr lang="pt" sz="3200">
                <a:solidFill>
                  <a:srgbClr val="C00000"/>
                </a:solidFill>
              </a:rPr>
              <a:t>de camada de enlace</a:t>
            </a:r>
            <a:r>
              <a:rPr lang="pt" sz="3200"/>
              <a:t>: assume um  papel</a:t>
            </a:r>
            <a:r>
              <a:rPr lang="pt" sz="3200" i="1">
                <a:solidFill>
                  <a:srgbClr val="0000A8"/>
                </a:solidFill>
              </a:rPr>
              <a:t> ativo</a:t>
            </a:r>
            <a:endParaRPr lang="pt-BR"/>
          </a:p>
          <a:p>
            <a:pPr lvl="1">
              <a:lnSpc>
                <a:spcPct val="100000"/>
              </a:lnSpc>
              <a:defRPr/>
            </a:pPr>
            <a:r>
              <a:rPr lang="pt" sz="2800"/>
              <a:t>armazenar, encaminhar quadros Ethernet</a:t>
            </a:r>
          </a:p>
          <a:p>
            <a:pPr lvl="1">
              <a:lnSpc>
                <a:spcPct val="100000"/>
              </a:lnSpc>
              <a:defRPr/>
            </a:pPr>
            <a:r>
              <a:rPr lang="pt" sz="2800"/>
              <a:t>examinar o endereço MAC do quadro de entrada, </a:t>
            </a:r>
            <a:r>
              <a:rPr lang="pt" sz="2800" i="1">
                <a:solidFill>
                  <a:srgbClr val="0000A8"/>
                </a:solidFill>
              </a:rPr>
              <a:t> encaminhar seletivamente</a:t>
            </a:r>
            <a:r>
              <a:rPr lang="pt" sz="2800"/>
              <a:t> o quadro para um ou mais enlaces de saída quando o quadro deve ser encaminhado no segmento. Usa CSMA/CD para acessar o segmento</a:t>
            </a:r>
          </a:p>
          <a:p>
            <a:pPr marL="403225" indent="-273050">
              <a:lnSpc>
                <a:spcPct val="100000"/>
              </a:lnSpc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0000A8"/>
                </a:solidFill>
              </a:rPr>
              <a:t>transparente: </a:t>
            </a:r>
            <a:r>
              <a:rPr lang="pt" sz="2800"/>
              <a:t>hosts </a:t>
            </a:r>
            <a:r>
              <a:rPr lang="pt" sz="2800" i="1"/>
              <a:t>sem conhecimento</a:t>
            </a:r>
            <a:r>
              <a:rPr lang="pt" sz="2800"/>
              <a:t> da presença de switches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marL="403225" indent="-273050">
              <a:lnSpc>
                <a:spcPct val="100000"/>
              </a:lnSpc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 sz="3200">
                <a:solidFill>
                  <a:srgbClr val="0000A8"/>
                </a:solidFill>
              </a:rPr>
              <a:t>plug-and-play, de autoaprendizagem</a:t>
            </a:r>
            <a:endParaRPr lang="pt" sz="3200">
              <a:solidFill>
                <a:srgbClr val="0000A8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defRPr/>
            </a:pPr>
            <a:r>
              <a:rPr lang="pt" sz="2800"/>
              <a:t>Os switches não precisam ser configurados</a:t>
            </a:r>
          </a:p>
          <a:p>
            <a:pPr>
              <a:buFont typeface="Arial" pitchFamily="2" charset="2"/>
              <a:buChar char="•"/>
              <a:defRPr/>
            </a:pPr>
            <a:endParaRPr lang="en-US" sz="240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40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/>
              </a:rPr>
              <a:t>Switch: múltiplas transmissões simultâneas</a:t>
            </a:r>
            <a:endParaRPr lang="en-US" sz="4400" b="0">
              <a:latin typeface="+mn-lt"/>
              <a:ea typeface="ＭＳ Ｐゴシック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34">
              <a:extLst>
                <a:ext uri="{FF2B5EF4-FFF2-40B4-BE49-F238E27FC236}">
                  <a16:creationId xmlns:a16="http://schemas.microsoft.com/office/drawing/2014/main" id="{DCB0325C-FF8E-0B4E-A6A6-A9116B9F8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switch com seis interfaces (</a:t>
              </a: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1,2,3,4,5,6</a:t>
              </a: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)  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131" name="Rectangle 3">
            <a:extLst>
              <a:ext uri="{FF2B5EF4-FFF2-40B4-BE49-F238E27FC236}">
                <a16:creationId xmlns:a16="http://schemas.microsoft.com/office/drawing/2014/main" id="{C0047884-D119-174A-AE6D-FD50C58F7AB4}"/>
              </a:ext>
            </a:extLst>
          </p:cNvPr>
          <p:cNvSpPr txBox="1">
            <a:spLocks noChangeArrowheads="1"/>
          </p:cNvSpPr>
          <p:nvPr/>
        </p:nvSpPr>
        <p:spPr>
          <a:xfrm>
            <a:off x="929391" y="1533864"/>
            <a:ext cx="5846164" cy="343738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Os hosts têm conexão direta e dedicada ao switch (comutador)</a:t>
            </a:r>
            <a:endParaRPr lang="pt-BR"/>
          </a:p>
          <a:p>
            <a:pPr indent="-29337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Pacotes de buffer de switches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indent="-29337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Protocolo Ethernet usado em </a:t>
            </a:r>
            <a:r>
              <a:rPr lang="pt" i="1"/>
              <a:t>cada</a:t>
            </a:r>
            <a:r>
              <a:rPr lang="pt"/>
              <a:t> enlace de entrada, então: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lvl="1" indent="-293370">
              <a:defRPr/>
            </a:pPr>
            <a:r>
              <a:rPr lang="pt" sz="2800"/>
              <a:t>sem colisões; Duplex completo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Cada enlace tem seu próprio domínio de colisão</a:t>
            </a: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8FD6AE89-27E8-A046-84EB-C8AE1F12B488}"/>
              </a:ext>
            </a:extLst>
          </p:cNvPr>
          <p:cNvSpPr txBox="1">
            <a:spLocks noChangeArrowheads="1"/>
          </p:cNvSpPr>
          <p:nvPr/>
        </p:nvSpPr>
        <p:spPr>
          <a:xfrm>
            <a:off x="927244" y="4731250"/>
            <a:ext cx="6723621" cy="14892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comutação: </a:t>
            </a:r>
            <a:r>
              <a:rPr lang="pt" err="1"/>
              <a:t>A-para-A</a:t>
            </a:r>
            <a:r>
              <a:rPr lang="pt"/>
              <a:t>’ e </a:t>
            </a:r>
            <a:r>
              <a:rPr lang="pt" err="1"/>
              <a:t>B</a:t>
            </a:r>
            <a:r>
              <a:rPr lang="pt"/>
              <a:t>-para-</a:t>
            </a:r>
            <a:r>
              <a:rPr lang="pt" err="1"/>
              <a:t>B</a:t>
            </a:r>
            <a:r>
              <a:rPr lang="pt"/>
              <a:t>’ podem transmitir simultaneamente, sem colisões</a:t>
            </a:r>
            <a:endParaRPr lang="pt-BR"/>
          </a:p>
        </p:txBody>
      </p:sp>
      <p:sp>
        <p:nvSpPr>
          <p:cNvPr id="130" name="Left-Right Arrow 129">
            <a:extLst>
              <a:ext uri="{FF2B5EF4-FFF2-40B4-BE49-F238E27FC236}">
                <a16:creationId xmlns:a16="http://schemas.microsoft.com/office/drawing/2014/main" id="{390325D3-5B28-6141-9145-A34DF8C34806}"/>
              </a:ext>
            </a:extLst>
          </p:cNvPr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Left-Right Arrow 133">
            <a:extLst>
              <a:ext uri="{FF2B5EF4-FFF2-40B4-BE49-F238E27FC236}">
                <a16:creationId xmlns:a16="http://schemas.microsoft.com/office/drawing/2014/main" id="{8716E4D4-5340-A04D-84B1-535BF0345A0D}"/>
              </a:ext>
            </a:extLst>
          </p:cNvPr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2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0" grpId="0" animBg="1"/>
      <p:bldP spid="13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/>
              </a:rPr>
              <a:t>Switch: múltiplas transmissões simultâneas</a:t>
            </a:r>
            <a:endParaRPr lang="en-US" sz="4400" b="0">
              <a:latin typeface="+mn-lt"/>
              <a:ea typeface="ＭＳ Ｐゴシック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65</a:t>
            </a:fld>
            <a:endParaRPr lang="en-US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34">
              <a:extLst>
                <a:ext uri="{FF2B5EF4-FFF2-40B4-BE49-F238E27FC236}">
                  <a16:creationId xmlns:a16="http://schemas.microsoft.com/office/drawing/2014/main" id="{DCB0325C-FF8E-0B4E-A6A6-A9116B9F8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switch com seis interfaces (</a:t>
              </a: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1,2,3,4,5,6</a:t>
              </a:r>
              <a:r>
                <a:rPr kumimoji="0" lang="pt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)  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2400" i="0" kern="0">
                  <a:solidFill>
                    <a:srgbClr val="000000"/>
                  </a:solidFill>
                  <a:latin typeface="+mn-lt"/>
                  <a:cs typeface="Arial" charset="0"/>
                </a:rPr>
                <a:t>A</a:t>
              </a:r>
              <a:endParaRPr lang="pt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131" name="Rectangle 3">
            <a:extLst>
              <a:ext uri="{FF2B5EF4-FFF2-40B4-BE49-F238E27FC236}">
                <a16:creationId xmlns:a16="http://schemas.microsoft.com/office/drawing/2014/main" id="{C0047884-D119-174A-AE6D-FD50C58F7AB4}"/>
              </a:ext>
            </a:extLst>
          </p:cNvPr>
          <p:cNvSpPr txBox="1">
            <a:spLocks noChangeArrowheads="1"/>
          </p:cNvSpPr>
          <p:nvPr/>
        </p:nvSpPr>
        <p:spPr>
          <a:xfrm>
            <a:off x="929391" y="1533864"/>
            <a:ext cx="5846164" cy="343738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Os hosts têm conexão direta e dedicada ao switch</a:t>
            </a:r>
            <a:endParaRPr lang="pt-BR"/>
          </a:p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Pacotes de buffer de switches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/>
              <a:t>Protocolo Ethernet usado em </a:t>
            </a:r>
            <a:r>
              <a:rPr lang="pt" i="1"/>
              <a:t>cada</a:t>
            </a:r>
            <a:r>
              <a:rPr lang="pt"/>
              <a:t> enlace de entrada, então: 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859155" lvl="1" indent="-457200">
              <a:defRPr/>
            </a:pPr>
            <a:r>
              <a:rPr lang="pt" sz="2800"/>
              <a:t>sem colisões; Duplex completo</a:t>
            </a:r>
            <a:endParaRPr lang="pt" sz="2800">
              <a:ea typeface="Calibri" panose="020F0502020204030204"/>
              <a:cs typeface="Calibri" panose="020F0502020204030204"/>
            </a:endParaRPr>
          </a:p>
          <a:p>
            <a:pPr lvl="1">
              <a:defRPr/>
            </a:pPr>
            <a:r>
              <a:rPr lang="pt" sz="2800"/>
              <a:t>Cada enlace é seu próprio domínio de colisão</a:t>
            </a: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8FD6AE89-27E8-A046-84EB-C8AE1F12B488}"/>
              </a:ext>
            </a:extLst>
          </p:cNvPr>
          <p:cNvSpPr txBox="1">
            <a:spLocks noChangeArrowheads="1"/>
          </p:cNvSpPr>
          <p:nvPr/>
        </p:nvSpPr>
        <p:spPr>
          <a:xfrm>
            <a:off x="927244" y="4731249"/>
            <a:ext cx="6723621" cy="17505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6255" indent="-457200">
              <a:buClr>
                <a:srgbClr val="0000A8"/>
              </a:buClr>
              <a:buFont typeface="Arial" pitchFamily="2" charset="2"/>
              <a:buChar char="•"/>
              <a:defRPr/>
            </a:pPr>
            <a:r>
              <a:rPr lang="pt">
                <a:solidFill>
                  <a:srgbClr val="C00000"/>
                </a:solidFill>
              </a:rPr>
              <a:t>comutação: </a:t>
            </a:r>
            <a:r>
              <a:rPr lang="pt"/>
              <a:t>A-para-A' e B-para-B' podem transmitir simultaneamente, sem colisões</a:t>
            </a:r>
            <a:endParaRPr lang="pt-BR"/>
          </a:p>
          <a:p>
            <a:pPr lvl="1" indent="-293370">
              <a:defRPr/>
            </a:pPr>
            <a:r>
              <a:rPr lang="pt"/>
              <a:t>mas A-para-A' e C para A' </a:t>
            </a:r>
            <a:r>
              <a:rPr lang="pt" i="1"/>
              <a:t>não  podem </a:t>
            </a:r>
            <a:r>
              <a:rPr lang="pt"/>
              <a:t>acontecer simultaneamente 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0" name="Left-Right Arrow 129">
            <a:extLst>
              <a:ext uri="{FF2B5EF4-FFF2-40B4-BE49-F238E27FC236}">
                <a16:creationId xmlns:a16="http://schemas.microsoft.com/office/drawing/2014/main" id="{390325D3-5B28-6141-9145-A34DF8C34806}"/>
              </a:ext>
            </a:extLst>
          </p:cNvPr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9A3E0939-38DE-0C45-ACDE-CA1F0EECF0D8}"/>
              </a:ext>
            </a:extLst>
          </p:cNvPr>
          <p:cNvSpPr/>
          <p:nvPr/>
        </p:nvSpPr>
        <p:spPr>
          <a:xfrm>
            <a:off x="9120852" y="3472405"/>
            <a:ext cx="185194" cy="75235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3D7BA5-ACC3-8B47-832A-E18396A3E89E}"/>
              </a:ext>
            </a:extLst>
          </p:cNvPr>
          <p:cNvCxnSpPr>
            <a:cxnSpLocks/>
          </p:cNvCxnSpPr>
          <p:nvPr/>
        </p:nvCxnSpPr>
        <p:spPr>
          <a:xfrm>
            <a:off x="9178725" y="3487837"/>
            <a:ext cx="717630" cy="36653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ma imagem contendo desenho&#10;&#10;Descrição gerada automaticamente">
            <a:extLst>
              <a:ext uri="{FF2B5EF4-FFF2-40B4-BE49-F238E27FC236}">
                <a16:creationId xmlns:a16="http://schemas.microsoft.com/office/drawing/2014/main" id="{7F559CCE-5086-9E49-8C51-74974885AF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1000"/>
          </a:blip>
          <a:stretch>
            <a:fillRect/>
          </a:stretch>
        </p:blipFill>
        <p:spPr>
          <a:xfrm>
            <a:off x="8310621" y="2697717"/>
            <a:ext cx="1577693" cy="16990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358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Alternar tabela de encaminhamento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66</a:t>
            </a:fld>
            <a:endParaRPr lang="en-US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  <a:defRPr/>
              </a:pPr>
              <a:r>
                <a:rPr lang="pt" sz="2400" i="0" kern="0">
                  <a:solidFill>
                    <a:srgbClr val="000000"/>
                  </a:solidFill>
                  <a:latin typeface="+mn-lt"/>
                  <a:ea typeface="ＭＳ Ｐゴシック"/>
                  <a:cs typeface="Arial"/>
                </a:rPr>
                <a:t>A</a:t>
              </a:r>
              <a:endParaRPr lang="pt-BR"/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3272ACEF-9C84-214A-B643-3A7A1976A772}"/>
              </a:ext>
            </a:extLst>
          </p:cNvPr>
          <p:cNvSpPr txBox="1">
            <a:spLocks noChangeArrowheads="1"/>
          </p:cNvSpPr>
          <p:nvPr/>
        </p:nvSpPr>
        <p:spPr>
          <a:xfrm>
            <a:off x="789457" y="1563480"/>
            <a:ext cx="6960458" cy="1374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388938">
              <a:lnSpc>
                <a:spcPts val="3000"/>
              </a:lnSpc>
              <a:buFont typeface="Wingdings" charset="0"/>
              <a:buNone/>
              <a:defRPr/>
            </a:pPr>
            <a:r>
              <a:rPr lang="pt" i="1" u="sng">
                <a:solidFill>
                  <a:srgbClr val="CC0000"/>
                </a:solidFill>
              </a:rPr>
              <a:t>P:</a:t>
            </a:r>
            <a:r>
              <a:rPr lang="pt">
                <a:solidFill>
                  <a:srgbClr val="CC0000"/>
                </a:solidFill>
              </a:rPr>
              <a:t> </a:t>
            </a:r>
            <a:r>
              <a:rPr lang="pt"/>
              <a:t>como o switch sabe que A' é alcançável pela interface 4, B' acessível pela interface 5?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A82580A7-8BF6-A34C-A06F-64205B1C4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ts val="3000"/>
              </a:lnSpc>
              <a:buSzPct val="100000"/>
              <a:buNone/>
              <a:defRPr/>
            </a:pPr>
            <a:r>
              <a:rPr lang="pt" i="1" u="sng">
                <a:solidFill>
                  <a:srgbClr val="CC0000"/>
                </a:solidFill>
              </a:rPr>
              <a:t>A:</a:t>
            </a:r>
            <a:r>
              <a:rPr lang="pt" i="1">
                <a:solidFill>
                  <a:srgbClr val="CC0000"/>
                </a:solidFill>
              </a:rPr>
              <a:t>  </a:t>
            </a:r>
            <a:r>
              <a:rPr lang="pt"/>
              <a:t>Cada switch tem uma </a:t>
            </a:r>
            <a:r>
              <a:rPr lang="pt">
                <a:solidFill>
                  <a:srgbClr val="C00000"/>
                </a:solidFill>
              </a:rPr>
              <a:t>tabela de comutação (MAC)</a:t>
            </a:r>
            <a:r>
              <a:rPr lang="pt">
                <a:solidFill>
                  <a:srgbClr val="CC0000"/>
                </a:solidFill>
              </a:rPr>
              <a:t>,</a:t>
            </a:r>
            <a:r>
              <a:rPr lang="pt">
                <a:solidFill>
                  <a:srgbClr val="FF0000"/>
                </a:solidFill>
              </a:rPr>
              <a:t> </a:t>
            </a:r>
            <a:r>
              <a:rPr lang="pt"/>
              <a:t>cada entrada:</a:t>
            </a:r>
          </a:p>
          <a:p>
            <a:pPr marL="581025" lvl="1" indent="-342900">
              <a:lnSpc>
                <a:spcPct val="100000"/>
              </a:lnSpc>
              <a:buFont typeface="Arial" charset="0"/>
              <a:buChar char="•"/>
              <a:defRPr/>
            </a:pPr>
            <a:r>
              <a:rPr lang="pt"/>
              <a:t>(Endereço MAC do host, interface para acessar o host, carimbo de data/hora)</a:t>
            </a:r>
            <a:endParaRPr lang="pt">
              <a:cs typeface="Calibri" panose="020F0502020204030204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B5C1B845-8A4E-8643-95FE-E6C348037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461645" indent="-403225">
              <a:lnSpc>
                <a:spcPct val="90000"/>
              </a:lnSpc>
              <a:buFont typeface="Wingdings" charset="0"/>
              <a:buNone/>
              <a:defRPr/>
            </a:pPr>
            <a:r>
              <a:rPr lang="pt" sz="3200" i="1" u="sng">
                <a:solidFill>
                  <a:srgbClr val="CC0000"/>
                </a:solidFill>
                <a:ea typeface="ＭＳ Ｐゴシック"/>
              </a:rPr>
              <a:t>P:</a:t>
            </a:r>
            <a:r>
              <a:rPr lang="pt" sz="3200" i="1">
                <a:solidFill>
                  <a:srgbClr val="CC0000"/>
                </a:solidFill>
                <a:ea typeface="ＭＳ Ｐゴシック"/>
              </a:rPr>
              <a:t> </a:t>
            </a:r>
            <a:r>
              <a:rPr lang="pt">
                <a:ea typeface="ＭＳ Ｐゴシック"/>
              </a:rPr>
              <a:t>como as entradas são criadas, mantidas na tabela de comutação? </a:t>
            </a:r>
            <a:endParaRPr lang="en-US" sz="3200">
              <a:ea typeface="ＭＳ Ｐゴシック"/>
              <a:cs typeface="Calibri" panose="020F0502020204030204"/>
            </a:endParaRPr>
          </a:p>
          <a:p>
            <a:pPr marL="865505" lvl="1" indent="-342900">
              <a:lnSpc>
                <a:spcPct val="100000"/>
              </a:lnSpc>
              <a:buFont typeface="Arial" charset="0"/>
              <a:buChar char="•"/>
              <a:defRPr/>
            </a:pPr>
            <a:r>
              <a:rPr lang="pt-BR">
                <a:ea typeface="ＭＳ Ｐゴシック"/>
              </a:rPr>
              <a:t>A</a:t>
            </a:r>
            <a:r>
              <a:rPr lang="pt">
                <a:ea typeface="ＭＳ Ｐゴシック"/>
              </a:rPr>
              <a:t>prendizado</a:t>
            </a:r>
            <a:endParaRPr lang="pt">
              <a:ea typeface="ＭＳ Ｐゴシック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0783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/>
              </a:rPr>
              <a:t>Switch: autoaprendizagem</a:t>
            </a:r>
            <a:endParaRPr lang="en-US" sz="4400" b="0">
              <a:latin typeface="+mn-lt"/>
              <a:ea typeface="ＭＳ Ｐゴシック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67</a:t>
            </a:fld>
            <a:endParaRPr lang="en-US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sz="2400" i="0" kern="0">
                  <a:solidFill>
                    <a:srgbClr val="000000"/>
                  </a:solidFill>
                  <a:latin typeface="+mn-lt"/>
                  <a:ea typeface="ＭＳ Ｐゴシック"/>
                  <a:cs typeface="Arial"/>
                </a:rPr>
                <a:t>A</a:t>
              </a:r>
              <a:endParaRPr kumimoji="0" lang="pt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56" name="Rectangle 3">
            <a:extLst>
              <a:ext uri="{FF2B5EF4-FFF2-40B4-BE49-F238E27FC236}">
                <a16:creationId xmlns:a16="http://schemas.microsoft.com/office/drawing/2014/main" id="{85F01849-AEE6-3441-878F-12EDB7FD0A7C}"/>
              </a:ext>
            </a:extLst>
          </p:cNvPr>
          <p:cNvSpPr txBox="1">
            <a:spLocks noChangeArrowheads="1"/>
          </p:cNvSpPr>
          <p:nvPr/>
        </p:nvSpPr>
        <p:spPr>
          <a:xfrm>
            <a:off x="976536" y="1261672"/>
            <a:ext cx="5123322" cy="49560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Arial" pitchFamily="2" charset="2"/>
              <a:buChar char="•"/>
              <a:defRPr/>
            </a:pPr>
            <a:r>
              <a:rPr lang="pt" sz="3200"/>
              <a:t>switch</a:t>
            </a:r>
            <a:r>
              <a:rPr lang="pt" sz="3200">
                <a:solidFill>
                  <a:srgbClr val="FF0000"/>
                </a:solidFill>
              </a:rPr>
              <a:t> </a:t>
            </a:r>
            <a:r>
              <a:rPr lang="pt" sz="3200" i="1">
                <a:solidFill>
                  <a:srgbClr val="CC0000"/>
                </a:solidFill>
              </a:rPr>
              <a:t>aprende</a:t>
            </a:r>
            <a:r>
              <a:rPr lang="pt" sz="3200"/>
              <a:t> quais hosts podem ser alcançados por meio de</a:t>
            </a:r>
            <a:r>
              <a:rPr lang="pt" sz="3200">
                <a:solidFill>
                  <a:srgbClr val="CC0000"/>
                </a:solidFill>
              </a:rPr>
              <a:t>  quais interfaces</a:t>
            </a:r>
            <a:endParaRPr lang="pt-BR"/>
          </a:p>
        </p:txBody>
      </p:sp>
      <p:grpSp>
        <p:nvGrpSpPr>
          <p:cNvPr id="87" name="Group 36">
            <a:extLst>
              <a:ext uri="{FF2B5EF4-FFF2-40B4-BE49-F238E27FC236}">
                <a16:creationId xmlns:a16="http://schemas.microsoft.com/office/drawing/2014/main" id="{DAA48F12-6533-5E49-BC8C-E6111336043F}"/>
              </a:ext>
            </a:extLst>
          </p:cNvPr>
          <p:cNvGrpSpPr>
            <a:grpSpLocks/>
          </p:cNvGrpSpPr>
          <p:nvPr/>
        </p:nvGrpSpPr>
        <p:grpSpPr bwMode="auto"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90" name="Rectangle 32">
              <a:extLst>
                <a:ext uri="{FF2B5EF4-FFF2-40B4-BE49-F238E27FC236}">
                  <a16:creationId xmlns:a16="http://schemas.microsoft.com/office/drawing/2014/main" id="{D78A7103-7C7E-4148-ADEE-247272ED7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4" name="Text Box 33">
              <a:extLst>
                <a:ext uri="{FF2B5EF4-FFF2-40B4-BE49-F238E27FC236}">
                  <a16:creationId xmlns:a16="http://schemas.microsoft.com/office/drawing/2014/main" id="{DFB7B335-ED11-BB47-948B-912AABEB9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" i="0" kern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A</a:t>
              </a: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ＭＳ Ｐゴシック"/>
                  <a:cs typeface="Arial"/>
                </a:rPr>
                <a:t> </a:t>
              </a:r>
              <a:r>
                <a:rPr lang="pt" i="0" kern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A</a:t>
              </a: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ＭＳ Ｐゴシック"/>
                  <a:cs typeface="Arial"/>
                </a:rPr>
                <a:t>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endParaRPr>
            </a:p>
          </p:txBody>
        </p:sp>
        <p:sp>
          <p:nvSpPr>
            <p:cNvPr id="101" name="Line 34">
              <a:extLst>
                <a:ext uri="{FF2B5EF4-FFF2-40B4-BE49-F238E27FC236}">
                  <a16:creationId xmlns:a16="http://schemas.microsoft.com/office/drawing/2014/main" id="{5AD7E61E-1B4F-9F40-849C-B58555EB7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4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" name="Line 35">
              <a:extLst>
                <a:ext uri="{FF2B5EF4-FFF2-40B4-BE49-F238E27FC236}">
                  <a16:creationId xmlns:a16="http://schemas.microsoft.com/office/drawing/2014/main" id="{9BB2E148-C440-834C-AD0F-790E8F10D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2" name="Group 41">
            <a:extLst>
              <a:ext uri="{FF2B5EF4-FFF2-40B4-BE49-F238E27FC236}">
                <a16:creationId xmlns:a16="http://schemas.microsoft.com/office/drawing/2014/main" id="{3C28E805-471B-E04D-97A8-9A5E40DFB23E}"/>
              </a:ext>
            </a:extLst>
          </p:cNvPr>
          <p:cNvGrpSpPr>
            <a:grpSpLocks/>
          </p:cNvGrpSpPr>
          <p:nvPr/>
        </p:nvGrpSpPr>
        <p:grpSpPr bwMode="auto">
          <a:xfrm>
            <a:off x="9617804" y="1001713"/>
            <a:ext cx="1450975" cy="714375"/>
            <a:chOff x="4406" y="331"/>
            <a:chExt cx="914" cy="450"/>
          </a:xfrm>
        </p:grpSpPr>
        <p:sp>
          <p:nvSpPr>
            <p:cNvPr id="113" name="Line 37">
              <a:extLst>
                <a:ext uri="{FF2B5EF4-FFF2-40B4-BE49-F238E27FC236}">
                  <a16:creationId xmlns:a16="http://schemas.microsoft.com/office/drawing/2014/main" id="{6AB9F431-37D8-8C42-BF8F-9B4CFEC5C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4" name="Line 38">
              <a:extLst>
                <a:ext uri="{FF2B5EF4-FFF2-40B4-BE49-F238E27FC236}">
                  <a16:creationId xmlns:a16="http://schemas.microsoft.com/office/drawing/2014/main" id="{01DF6A7E-0C82-EF4D-B658-AFDC6B130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5" name="Text Box 39">
              <a:extLst>
                <a:ext uri="{FF2B5EF4-FFF2-40B4-BE49-F238E27FC236}">
                  <a16:creationId xmlns:a16="http://schemas.microsoft.com/office/drawing/2014/main" id="{89A8208A-B64D-A649-BF1C-4C74413EA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Fonte: A</a:t>
              </a:r>
            </a:p>
          </p:txBody>
        </p:sp>
        <p:sp>
          <p:nvSpPr>
            <p:cNvPr id="117" name="Text Box 40">
              <a:extLst>
                <a:ext uri="{FF2B5EF4-FFF2-40B4-BE49-F238E27FC236}">
                  <a16:creationId xmlns:a16="http://schemas.microsoft.com/office/drawing/2014/main" id="{DAE4B472-EC59-3840-A021-8B5DF3B0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Dest: A'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36" name="Group 47">
            <a:extLst>
              <a:ext uri="{FF2B5EF4-FFF2-40B4-BE49-F238E27FC236}">
                <a16:creationId xmlns:a16="http://schemas.microsoft.com/office/drawing/2014/main" id="{1B12577C-0191-8E4E-A291-946524830733}"/>
              </a:ext>
            </a:extLst>
          </p:cNvPr>
          <p:cNvGrpSpPr>
            <a:grpSpLocks/>
          </p:cNvGrpSpPr>
          <p:nvPr/>
        </p:nvGrpSpPr>
        <p:grpSpPr bwMode="auto">
          <a:xfrm>
            <a:off x="6502087" y="5169340"/>
            <a:ext cx="3017838" cy="1444625"/>
            <a:chOff x="3441" y="3154"/>
            <a:chExt cx="1901" cy="910"/>
          </a:xfrm>
        </p:grpSpPr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CFC4983A-87EB-6F46-ABFC-40F8E7DC6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38" name="Text Box 42">
              <a:extLst>
                <a:ext uri="{FF2B5EF4-FFF2-40B4-BE49-F238E27FC236}">
                  <a16:creationId xmlns:a16="http://schemas.microsoft.com/office/drawing/2014/main" id="{73B1613F-E0C4-884E-BF3F-ED286CD79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 i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27310E1A-F7A8-C34F-B4AB-DA69889E7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0" name="Line 45">
              <a:extLst>
                <a:ext uri="{FF2B5EF4-FFF2-40B4-BE49-F238E27FC236}">
                  <a16:creationId xmlns:a16="http://schemas.microsoft.com/office/drawing/2014/main" id="{8D5C0673-87EF-E145-991E-580068245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1" name="Line 46">
              <a:extLst>
                <a:ext uri="{FF2B5EF4-FFF2-40B4-BE49-F238E27FC236}">
                  <a16:creationId xmlns:a16="http://schemas.microsoft.com/office/drawing/2014/main" id="{25D52884-545E-1443-BF74-A53234D42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42" name="Text Box 48">
            <a:extLst>
              <a:ext uri="{FF2B5EF4-FFF2-40B4-BE49-F238E27FC236}">
                <a16:creationId xmlns:a16="http://schemas.microsoft.com/office/drawing/2014/main" id="{2C00B571-E4E4-084A-9CDA-551389440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920" y="5026261"/>
            <a:ext cx="24461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pt">
                <a:solidFill>
                  <a:srgbClr val="000000"/>
                </a:solidFill>
                <a:latin typeface="Arial" charset="0"/>
                <a:cs typeface="Arial" charset="0"/>
              </a:rPr>
              <a:t>Tabela de comutação </a:t>
            </a:r>
          </a:p>
          <a:p>
            <a:pPr algn="ctr">
              <a:defRPr/>
            </a:pPr>
            <a:r>
              <a:rPr lang="pt">
                <a:solidFill>
                  <a:srgbClr val="000000"/>
                </a:solidFill>
                <a:latin typeface="Arial" charset="0"/>
                <a:cs typeface="Arial" charset="0"/>
              </a:rPr>
              <a:t>(inicialmente vazia)</a:t>
            </a:r>
          </a:p>
        </p:txBody>
      </p:sp>
      <p:grpSp>
        <p:nvGrpSpPr>
          <p:cNvPr id="143" name="Group 53">
            <a:extLst>
              <a:ext uri="{FF2B5EF4-FFF2-40B4-BE49-F238E27FC236}">
                <a16:creationId xmlns:a16="http://schemas.microsoft.com/office/drawing/2014/main" id="{D17C6D36-E54D-044E-A019-1162299E8C67}"/>
              </a:ext>
            </a:extLst>
          </p:cNvPr>
          <p:cNvGrpSpPr>
            <a:grpSpLocks/>
          </p:cNvGrpSpPr>
          <p:nvPr/>
        </p:nvGrpSpPr>
        <p:grpSpPr bwMode="auto">
          <a:xfrm>
            <a:off x="6937062" y="5602728"/>
            <a:ext cx="2471738" cy="376237"/>
            <a:chOff x="2376" y="3383"/>
            <a:chExt cx="1557" cy="237"/>
          </a:xfrm>
        </p:grpSpPr>
        <p:sp>
          <p:nvSpPr>
            <p:cNvPr id="144" name="Text Box 49">
              <a:extLst>
                <a:ext uri="{FF2B5EF4-FFF2-40B4-BE49-F238E27FC236}">
                  <a16:creationId xmlns:a16="http://schemas.microsoft.com/office/drawing/2014/main" id="{10AD2303-735E-E141-A4FF-C74D8EE49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45" name="Text Box 50">
              <a:extLst>
                <a:ext uri="{FF2B5EF4-FFF2-40B4-BE49-F238E27FC236}">
                  <a16:creationId xmlns:a16="http://schemas.microsoft.com/office/drawing/2014/main" id="{6F0C2F89-1DDF-4F4A-8300-2FCD7BA38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46" name="Text Box 51">
              <a:extLst>
                <a:ext uri="{FF2B5EF4-FFF2-40B4-BE49-F238E27FC236}">
                  <a16:creationId xmlns:a16="http://schemas.microsoft.com/office/drawing/2014/main" id="{53CB1A69-A5BC-F24D-B6A2-DB1296661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147" name="Rectangle 3">
            <a:extLst>
              <a:ext uri="{FF2B5EF4-FFF2-40B4-BE49-F238E27FC236}">
                <a16:creationId xmlns:a16="http://schemas.microsoft.com/office/drawing/2014/main" id="{FBFA79B0-81AC-9341-8AC3-2D621A889701}"/>
              </a:ext>
            </a:extLst>
          </p:cNvPr>
          <p:cNvSpPr txBox="1">
            <a:spLocks noChangeArrowheads="1"/>
          </p:cNvSpPr>
          <p:nvPr/>
        </p:nvSpPr>
        <p:spPr>
          <a:xfrm>
            <a:off x="770121" y="2803034"/>
            <a:ext cx="5123322" cy="14101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1038" lvl="1" indent="-223838">
              <a:lnSpc>
                <a:spcPct val="100000"/>
              </a:lnSpc>
              <a:defRPr/>
            </a:pPr>
            <a:r>
              <a:rPr lang="pt" sz="2800"/>
              <a:t>quando o quadro é recebido, o switch "aprende" a localização do remetente: segmento LAN de entrada</a:t>
            </a:r>
          </a:p>
        </p:txBody>
      </p:sp>
      <p:sp>
        <p:nvSpPr>
          <p:cNvPr id="148" name="Rectangle 3">
            <a:extLst>
              <a:ext uri="{FF2B5EF4-FFF2-40B4-BE49-F238E27FC236}">
                <a16:creationId xmlns:a16="http://schemas.microsoft.com/office/drawing/2014/main" id="{F0D7D631-1213-B24D-A84E-319118ACBB6D}"/>
              </a:ext>
            </a:extLst>
          </p:cNvPr>
          <p:cNvSpPr txBox="1">
            <a:spLocks noChangeArrowheads="1"/>
          </p:cNvSpPr>
          <p:nvPr/>
        </p:nvSpPr>
        <p:spPr>
          <a:xfrm>
            <a:off x="783624" y="4101328"/>
            <a:ext cx="5123322" cy="1037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1038" lvl="1" indent="-223838">
              <a:lnSpc>
                <a:spcPct val="100000"/>
              </a:lnSpc>
              <a:defRPr/>
            </a:pPr>
            <a:r>
              <a:rPr lang="pt" sz="2800"/>
              <a:t>Pares de remetente/local de registros na tabela de comutação</a:t>
            </a:r>
          </a:p>
        </p:txBody>
      </p:sp>
    </p:spTree>
    <p:extLst>
      <p:ext uri="{BB962C8B-B14F-4D97-AF65-F5344CB8AC3E}">
        <p14:creationId xmlns:p14="http://schemas.microsoft.com/office/powerpoint/2010/main" val="190616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-0.1069 0.11481 L -0.1069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2" y="1215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7" grpId="0"/>
      <p:bldP spid="14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349426"/>
            <a:ext cx="10967027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/>
              </a:rPr>
              <a:t>Switch: filtragem/encaminhamento de quadros</a:t>
            </a:r>
            <a:endParaRPr lang="en-US" sz="4400" b="0">
              <a:latin typeface="+mn-lt"/>
              <a:ea typeface="ＭＳ Ｐゴシック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74" name="Rectangle 3">
            <a:extLst>
              <a:ext uri="{FF2B5EF4-FFF2-40B4-BE49-F238E27FC236}">
                <a16:creationId xmlns:a16="http://schemas.microsoft.com/office/drawing/2014/main" id="{9D301D7F-691E-9442-B7E1-16D484F2E6B3}"/>
              </a:ext>
            </a:extLst>
          </p:cNvPr>
          <p:cNvSpPr txBox="1">
            <a:spLocks noChangeArrowheads="1"/>
          </p:cNvSpPr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buFont typeface="Wingdings" charset="0"/>
              <a:buNone/>
              <a:defRPr/>
            </a:pPr>
            <a:r>
              <a:rPr lang="pt" sz="3200"/>
              <a:t>quando o quadro é recebido no switch:</a:t>
            </a:r>
            <a:endParaRPr lang="en-US"/>
          </a:p>
          <a:p>
            <a:pPr lvl="1">
              <a:buFont typeface="Wingdings" charset="0"/>
              <a:buNone/>
              <a:defRPr/>
            </a:pPr>
            <a:r>
              <a:rPr lang="pt" sz="2800"/>
              <a:t>1. grave o enlace de entrada, endereço MAC do host de envio</a:t>
            </a:r>
          </a:p>
          <a:p>
            <a:pPr lvl="1">
              <a:buFont typeface="Wingdings" charset="0"/>
              <a:buNone/>
              <a:defRPr/>
            </a:pPr>
            <a:r>
              <a:rPr lang="pt" sz="2800"/>
              <a:t>2. tabela de comutação de índice usando o endereço de destino MAC</a:t>
            </a:r>
            <a:endParaRPr lang="en-US" sz="2800" b="1">
              <a:solidFill>
                <a:schemeClr val="accent2"/>
              </a:solidFill>
            </a:endParaRPr>
          </a:p>
          <a:p>
            <a:pPr lvl="1">
              <a:buFont typeface="Wingdings" charset="0"/>
              <a:buNone/>
              <a:defRPr/>
            </a:pPr>
            <a:r>
              <a:rPr lang="pt" sz="2800">
                <a:solidFill>
                  <a:srgbClr val="000099"/>
                </a:solidFill>
              </a:rPr>
              <a:t>3. Se</a:t>
            </a:r>
            <a:r>
              <a:rPr lang="pt" sz="2800" b="1">
                <a:solidFill>
                  <a:schemeClr val="accent2"/>
                </a:solidFill>
              </a:rPr>
              <a:t> </a:t>
            </a:r>
            <a:r>
              <a:rPr lang="pt" sz="2800"/>
              <a:t>a entrada for encontrada para o destino</a:t>
            </a:r>
            <a:br>
              <a:rPr lang="en-US" sz="2800"/>
            </a:br>
            <a:r>
              <a:rPr lang="pt" sz="2800"/>
              <a:t>  </a:t>
            </a:r>
            <a:r>
              <a:rPr lang="pt" sz="2800">
                <a:solidFill>
                  <a:srgbClr val="000099"/>
                </a:solidFill>
              </a:rPr>
              <a:t>então {</a:t>
            </a:r>
          </a:p>
          <a:p>
            <a:pPr lvl="1">
              <a:buFont typeface="Wingdings" charset="0"/>
              <a:buNone/>
              <a:defRPr/>
            </a:pPr>
            <a:r>
              <a:rPr lang="pt" sz="2800" b="1">
                <a:solidFill>
                  <a:srgbClr val="000099"/>
                </a:solidFill>
              </a:rPr>
              <a:t>          </a:t>
            </a:r>
            <a:r>
              <a:rPr lang="pt" sz="2800">
                <a:solidFill>
                  <a:srgbClr val="000099"/>
                </a:solidFill>
              </a:rPr>
              <a:t>se</a:t>
            </a:r>
            <a:r>
              <a:rPr lang="pt" sz="2800" b="1">
                <a:solidFill>
                  <a:schemeClr val="accent2"/>
                </a:solidFill>
              </a:rPr>
              <a:t> </a:t>
            </a:r>
            <a:r>
              <a:rPr lang="pt" sz="2800"/>
              <a:t>o destino no segmento do qual o quadro chegou</a:t>
            </a:r>
            <a:br>
              <a:rPr lang="en-US" sz="2800"/>
            </a:br>
            <a:r>
              <a:rPr lang="pt" sz="2800"/>
              <a:t>       </a:t>
            </a:r>
            <a:r>
              <a:rPr lang="pt" sz="2800">
                <a:solidFill>
                  <a:srgbClr val="000099"/>
                </a:solidFill>
              </a:rPr>
              <a:t>então</a:t>
            </a:r>
            <a:r>
              <a:rPr lang="pt" sz="2800"/>
              <a:t> solte o quadro</a:t>
            </a:r>
          </a:p>
          <a:p>
            <a:pPr lvl="1">
              <a:buFont typeface="Wingdings" charset="0"/>
              <a:buNone/>
              <a:defRPr/>
            </a:pPr>
            <a:r>
              <a:rPr lang="pt" sz="2800"/>
              <a:t>          </a:t>
            </a:r>
            <a:r>
              <a:rPr lang="pt" sz="2800">
                <a:solidFill>
                  <a:srgbClr val="000099"/>
                </a:solidFill>
              </a:rPr>
              <a:t>senão</a:t>
            </a:r>
            <a:r>
              <a:rPr lang="pt" sz="2800"/>
              <a:t> encaminhe o quadro na interface indicada pela entrada</a:t>
            </a:r>
          </a:p>
          <a:p>
            <a:pPr lvl="1">
              <a:buFont typeface="Wingdings" charset="0"/>
              <a:buNone/>
              <a:defRPr/>
            </a:pPr>
            <a:r>
              <a:rPr lang="pt" sz="2800"/>
              <a:t>     </a:t>
            </a:r>
            <a:r>
              <a:rPr lang="pt" sz="2800" b="1">
                <a:solidFill>
                  <a:schemeClr val="accent2"/>
                </a:solidFill>
              </a:rPr>
              <a:t>  </a:t>
            </a:r>
            <a:r>
              <a:rPr lang="pt" sz="2800">
                <a:solidFill>
                  <a:srgbClr val="000099"/>
                </a:solidFill>
              </a:rPr>
              <a:t>}</a:t>
            </a:r>
            <a:r>
              <a:rPr lang="pt" sz="2800" b="1">
                <a:solidFill>
                  <a:schemeClr val="accent2"/>
                </a:solidFill>
              </a:rPr>
              <a:t>   </a:t>
            </a:r>
            <a:endParaRPr lang="en-US" sz="2800"/>
          </a:p>
          <a:p>
            <a:pPr lvl="1">
              <a:buFont typeface="Wingdings" charset="0"/>
              <a:buNone/>
              <a:defRPr/>
            </a:pPr>
            <a:r>
              <a:rPr lang="pt" sz="2800"/>
              <a:t>      </a:t>
            </a:r>
            <a:r>
              <a:rPr lang="pt" sz="2800">
                <a:solidFill>
                  <a:srgbClr val="000099"/>
                </a:solidFill>
              </a:rPr>
              <a:t>senão</a:t>
            </a:r>
            <a:r>
              <a:rPr lang="pt" sz="2800"/>
              <a:t> inunda /* encaminha em todas as interfaces, exceto na interface de chegada */</a:t>
            </a:r>
          </a:p>
          <a:p>
            <a:pPr lvl="3">
              <a:buFontTx/>
              <a:buNone/>
              <a:defRPr/>
            </a:pPr>
            <a:r>
              <a:rPr lang="en-US" sz="2400">
                <a:latin typeface="+mj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739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9C7336-B284-B248-977F-12A6ED5617B2}"/>
              </a:ext>
            </a:extLst>
          </p:cNvPr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9CA1041-69D6-AC4E-B034-24CA20B57C9C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 Box 23">
              <a:extLst>
                <a:ext uri="{FF2B5EF4-FFF2-40B4-BE49-F238E27FC236}">
                  <a16:creationId xmlns:a16="http://schemas.microsoft.com/office/drawing/2014/main" id="{442EB782-14E1-9E40-83D8-F1C1B938D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Um</a:t>
              </a:r>
            </a:p>
          </p:txBody>
        </p:sp>
        <p:sp>
          <p:nvSpPr>
            <p:cNvPr id="234" name="Text Box 24">
              <a:extLst>
                <a:ext uri="{FF2B5EF4-FFF2-40B4-BE49-F238E27FC236}">
                  <a16:creationId xmlns:a16="http://schemas.microsoft.com/office/drawing/2014/main" id="{0318F838-23C5-BE44-9E0A-BDEEDCAB6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235" name="Text Box 25">
              <a:extLst>
                <a:ext uri="{FF2B5EF4-FFF2-40B4-BE49-F238E27FC236}">
                  <a16:creationId xmlns:a16="http://schemas.microsoft.com/office/drawing/2014/main" id="{63DDD5B0-A791-0E47-A5AA-5DF8B5F1A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236" name="Text Box 26">
              <a:extLst>
                <a:ext uri="{FF2B5EF4-FFF2-40B4-BE49-F238E27FC236}">
                  <a16:creationId xmlns:a16="http://schemas.microsoft.com/office/drawing/2014/main" id="{C027FE79-CD04-FD4A-881F-30A897250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B’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237" name="Text Box 27">
              <a:extLst>
                <a:ext uri="{FF2B5EF4-FFF2-40B4-BE49-F238E27FC236}">
                  <a16:creationId xmlns:a16="http://schemas.microsoft.com/office/drawing/2014/main" id="{A053DC0F-643C-F04F-B0B7-D3D3390D0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238" name="Text Box 28">
              <a:extLst>
                <a:ext uri="{FF2B5EF4-FFF2-40B4-BE49-F238E27FC236}">
                  <a16:creationId xmlns:a16="http://schemas.microsoft.com/office/drawing/2014/main" id="{B0BD91C8-3388-7343-9A43-D6ECC51BD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C’</a:t>
              </a:r>
            </a:p>
          </p:txBody>
        </p:sp>
        <p:grpSp>
          <p:nvGrpSpPr>
            <p:cNvPr id="239" name="Group 49">
              <a:extLst>
                <a:ext uri="{FF2B5EF4-FFF2-40B4-BE49-F238E27FC236}">
                  <a16:creationId xmlns:a16="http://schemas.microsoft.com/office/drawing/2014/main" id="{F3D12A85-8DCB-6F4C-87B3-910D40AD4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276" name="Picture 50" descr="desktop_computer_stylized_medium">
                <a:extLst>
                  <a:ext uri="{FF2B5EF4-FFF2-40B4-BE49-F238E27FC236}">
                    <a16:creationId xmlns:a16="http://schemas.microsoft.com/office/drawing/2014/main" id="{0FA5F242-D9CC-7B43-8B0F-CAA8253CEA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" name="Freeform 51">
                <a:extLst>
                  <a:ext uri="{FF2B5EF4-FFF2-40B4-BE49-F238E27FC236}">
                    <a16:creationId xmlns:a16="http://schemas.microsoft.com/office/drawing/2014/main" id="{4E3DB5FC-CF20-3248-9431-D1DB3E948D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40" name="Group 49">
              <a:extLst>
                <a:ext uri="{FF2B5EF4-FFF2-40B4-BE49-F238E27FC236}">
                  <a16:creationId xmlns:a16="http://schemas.microsoft.com/office/drawing/2014/main" id="{258BBD35-B717-1C41-8439-B58A64DE32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274" name="Picture 50" descr="desktop_computer_stylized_medium">
                <a:extLst>
                  <a:ext uri="{FF2B5EF4-FFF2-40B4-BE49-F238E27FC236}">
                    <a16:creationId xmlns:a16="http://schemas.microsoft.com/office/drawing/2014/main" id="{6340044B-A1E6-C542-8E79-5919087AB8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5" name="Freeform 51">
                <a:extLst>
                  <a:ext uri="{FF2B5EF4-FFF2-40B4-BE49-F238E27FC236}">
                    <a16:creationId xmlns:a16="http://schemas.microsoft.com/office/drawing/2014/main" id="{733DB364-ACCE-4B43-AE61-F2D72C3FE79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241" name="Text Box 35">
              <a:extLst>
                <a:ext uri="{FF2B5EF4-FFF2-40B4-BE49-F238E27FC236}">
                  <a16:creationId xmlns:a16="http://schemas.microsoft.com/office/drawing/2014/main" id="{B2B2BEF6-3229-AC41-BF08-049A7A48F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242" name="Text Box 36">
              <a:extLst>
                <a:ext uri="{FF2B5EF4-FFF2-40B4-BE49-F238E27FC236}">
                  <a16:creationId xmlns:a16="http://schemas.microsoft.com/office/drawing/2014/main" id="{29AB05FA-043D-1141-98C2-F8D6AD2F6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243" name="Text Box 37">
              <a:extLst>
                <a:ext uri="{FF2B5EF4-FFF2-40B4-BE49-F238E27FC236}">
                  <a16:creationId xmlns:a16="http://schemas.microsoft.com/office/drawing/2014/main" id="{845B5800-C9CB-9C48-BBE7-C52D3843E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244" name="Text Box 38">
              <a:extLst>
                <a:ext uri="{FF2B5EF4-FFF2-40B4-BE49-F238E27FC236}">
                  <a16:creationId xmlns:a16="http://schemas.microsoft.com/office/drawing/2014/main" id="{6641849E-350C-FA4A-8B4F-5659349E1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245" name="Text Box 39">
              <a:extLst>
                <a:ext uri="{FF2B5EF4-FFF2-40B4-BE49-F238E27FC236}">
                  <a16:creationId xmlns:a16="http://schemas.microsoft.com/office/drawing/2014/main" id="{EA081912-6C33-A94C-B256-B5A4BA7F1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246" name="Text Box 40">
              <a:extLst>
                <a:ext uri="{FF2B5EF4-FFF2-40B4-BE49-F238E27FC236}">
                  <a16:creationId xmlns:a16="http://schemas.microsoft.com/office/drawing/2014/main" id="{537638BC-1028-1D4B-B4E0-32654E447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247" name="Rectangle 37">
              <a:extLst>
                <a:ext uri="{FF2B5EF4-FFF2-40B4-BE49-F238E27FC236}">
                  <a16:creationId xmlns:a16="http://schemas.microsoft.com/office/drawing/2014/main" id="{90D086F5-7A0E-AA45-A64C-8A5FF6B159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48" name="Rectangle 37">
              <a:extLst>
                <a:ext uri="{FF2B5EF4-FFF2-40B4-BE49-F238E27FC236}">
                  <a16:creationId xmlns:a16="http://schemas.microsoft.com/office/drawing/2014/main" id="{BA79AAD5-72BD-E845-9E60-E71A083155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49" name="Rectangle 37">
              <a:extLst>
                <a:ext uri="{FF2B5EF4-FFF2-40B4-BE49-F238E27FC236}">
                  <a16:creationId xmlns:a16="http://schemas.microsoft.com/office/drawing/2014/main" id="{53C00B0F-614B-9B4A-8B5D-F18B57A035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50" name="Rectangle 37">
              <a:extLst>
                <a:ext uri="{FF2B5EF4-FFF2-40B4-BE49-F238E27FC236}">
                  <a16:creationId xmlns:a16="http://schemas.microsoft.com/office/drawing/2014/main" id="{49C94F37-988D-9C40-8F4A-18EA0D6348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251" name="Group 44">
              <a:extLst>
                <a:ext uri="{FF2B5EF4-FFF2-40B4-BE49-F238E27FC236}">
                  <a16:creationId xmlns:a16="http://schemas.microsoft.com/office/drawing/2014/main" id="{7E9300E7-296C-AF4E-B26B-6F621B493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272" name="Picture 45" descr="desktop_computer_stylized_medium">
                <a:extLst>
                  <a:ext uri="{FF2B5EF4-FFF2-40B4-BE49-F238E27FC236}">
                    <a16:creationId xmlns:a16="http://schemas.microsoft.com/office/drawing/2014/main" id="{BB1D91A6-CE77-6745-9F01-197C26458F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3" name="Freeform 46">
                <a:extLst>
                  <a:ext uri="{FF2B5EF4-FFF2-40B4-BE49-F238E27FC236}">
                    <a16:creationId xmlns:a16="http://schemas.microsoft.com/office/drawing/2014/main" id="{006EE6F6-0578-544E-992A-7AB336043B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252" name="Picture 45" descr="desktop_computer_stylized_medium">
              <a:extLst>
                <a:ext uri="{FF2B5EF4-FFF2-40B4-BE49-F238E27FC236}">
                  <a16:creationId xmlns:a16="http://schemas.microsoft.com/office/drawing/2014/main" id="{9ACA2EB6-F20A-2C4B-8A2F-E6D3F5E5F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" name="Freeform 46">
              <a:extLst>
                <a:ext uri="{FF2B5EF4-FFF2-40B4-BE49-F238E27FC236}">
                  <a16:creationId xmlns:a16="http://schemas.microsoft.com/office/drawing/2014/main" id="{FFF48EE2-DF55-E144-A9BA-13654A919B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86E80F9-DAE6-1B41-8589-04255A26C26C}"/>
                </a:ext>
              </a:extLst>
            </p:cNvPr>
            <p:cNvCxnSpPr>
              <a:cxnSpLocks/>
              <a:stCxn id="247" idx="0"/>
              <a:endCxn id="250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15D3AA51-A22B-CA45-B72B-D80C35362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angle 37">
              <a:extLst>
                <a:ext uri="{FF2B5EF4-FFF2-40B4-BE49-F238E27FC236}">
                  <a16:creationId xmlns:a16="http://schemas.microsoft.com/office/drawing/2014/main" id="{067CFD89-4499-D246-A986-D0BCD2B68E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57" name="Rectangle 37">
              <a:extLst>
                <a:ext uri="{FF2B5EF4-FFF2-40B4-BE49-F238E27FC236}">
                  <a16:creationId xmlns:a16="http://schemas.microsoft.com/office/drawing/2014/main" id="{61A42C6C-B063-584F-BF1D-F06305DDE7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AF5A4350-90DC-1B4D-96F3-BB88397B0C86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39002E78-2621-974E-B083-B26AFB5BE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4E4FBC91-5F89-5B45-ADE8-ECD82C1228A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B0D16B52-431B-3C43-9235-AEE9F9BC634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3FA7CB23-A881-CF4A-BF07-A7DFE7D23EB9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02B7B083-6A6E-184A-92E8-9F1B934DE8FD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56145C06-CABB-F140-BE89-9C6F8A9D818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EFB9D617-C10B-044D-905E-DB979763CE5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9" name="Group 44">
              <a:extLst>
                <a:ext uri="{FF2B5EF4-FFF2-40B4-BE49-F238E27FC236}">
                  <a16:creationId xmlns:a16="http://schemas.microsoft.com/office/drawing/2014/main" id="{3019FB51-9833-4343-8126-22D5F2F3D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263" name="Picture 45" descr="desktop_computer_stylized_medium">
                <a:extLst>
                  <a:ext uri="{FF2B5EF4-FFF2-40B4-BE49-F238E27FC236}">
                    <a16:creationId xmlns:a16="http://schemas.microsoft.com/office/drawing/2014/main" id="{B0D7DBF9-401C-CD44-9543-1523E4E9D0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4" name="Freeform 46">
                <a:extLst>
                  <a:ext uri="{FF2B5EF4-FFF2-40B4-BE49-F238E27FC236}">
                    <a16:creationId xmlns:a16="http://schemas.microsoft.com/office/drawing/2014/main" id="{A575CFD9-375B-754C-B04B-92FCB9BD719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60" name="Group 44">
              <a:extLst>
                <a:ext uri="{FF2B5EF4-FFF2-40B4-BE49-F238E27FC236}">
                  <a16:creationId xmlns:a16="http://schemas.microsoft.com/office/drawing/2014/main" id="{89E2D833-C5F0-7D4C-931F-4B3742677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261" name="Picture 45" descr="desktop_computer_stylized_medium">
                <a:extLst>
                  <a:ext uri="{FF2B5EF4-FFF2-40B4-BE49-F238E27FC236}">
                    <a16:creationId xmlns:a16="http://schemas.microsoft.com/office/drawing/2014/main" id="{548CE23B-194D-254B-8DDD-77CBA1F3C9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2" name="Freeform 46">
                <a:extLst>
                  <a:ext uri="{FF2B5EF4-FFF2-40B4-BE49-F238E27FC236}">
                    <a16:creationId xmlns:a16="http://schemas.microsoft.com/office/drawing/2014/main" id="{AA81A17E-A136-9648-BEC6-6585B4A5807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Autoaprendizagem, encaminhamento: exemplo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69</a:t>
            </a:fld>
            <a:endParaRPr lang="en-US"/>
          </a:p>
        </p:txBody>
      </p:sp>
      <p:grpSp>
        <p:nvGrpSpPr>
          <p:cNvPr id="174" name="Group 32">
            <a:extLst>
              <a:ext uri="{FF2B5EF4-FFF2-40B4-BE49-F238E27FC236}">
                <a16:creationId xmlns:a16="http://schemas.microsoft.com/office/drawing/2014/main" id="{C266851A-F364-8B48-9090-9CB1462826F1}"/>
              </a:ext>
            </a:extLst>
          </p:cNvPr>
          <p:cNvGrpSpPr>
            <a:grpSpLocks/>
          </p:cNvGrpSpPr>
          <p:nvPr/>
        </p:nvGrpSpPr>
        <p:grpSpPr bwMode="auto"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175" name="Rectangle 33">
              <a:extLst>
                <a:ext uri="{FF2B5EF4-FFF2-40B4-BE49-F238E27FC236}">
                  <a16:creationId xmlns:a16="http://schemas.microsoft.com/office/drawing/2014/main" id="{485FB877-F911-EB4F-A49F-95B5441AC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6" name="Text Box 34">
              <a:extLst>
                <a:ext uri="{FF2B5EF4-FFF2-40B4-BE49-F238E27FC236}">
                  <a16:creationId xmlns:a16="http://schemas.microsoft.com/office/drawing/2014/main" id="{9647B7AF-99C3-0645-BCDD-C2443A75E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4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 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7" name="Line 35">
              <a:extLst>
                <a:ext uri="{FF2B5EF4-FFF2-40B4-BE49-F238E27FC236}">
                  <a16:creationId xmlns:a16="http://schemas.microsoft.com/office/drawing/2014/main" id="{5F1C54FA-0D0F-9F4A-AF40-1A6B11BE7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41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Line 36">
              <a:extLst>
                <a:ext uri="{FF2B5EF4-FFF2-40B4-BE49-F238E27FC236}">
                  <a16:creationId xmlns:a16="http://schemas.microsoft.com/office/drawing/2014/main" id="{591F0F0F-4084-B44F-BF0B-206ADFFC3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9" name="Group 37">
            <a:extLst>
              <a:ext uri="{FF2B5EF4-FFF2-40B4-BE49-F238E27FC236}">
                <a16:creationId xmlns:a16="http://schemas.microsoft.com/office/drawing/2014/main" id="{84CB8778-552F-DC47-8381-8923E80DD487}"/>
              </a:ext>
            </a:extLst>
          </p:cNvPr>
          <p:cNvGrpSpPr>
            <a:grpSpLocks/>
          </p:cNvGrpSpPr>
          <p:nvPr/>
        </p:nvGrpSpPr>
        <p:grpSpPr bwMode="auto">
          <a:xfrm>
            <a:off x="9392951" y="900218"/>
            <a:ext cx="1450975" cy="714375"/>
            <a:chOff x="4406" y="331"/>
            <a:chExt cx="914" cy="450"/>
          </a:xfrm>
        </p:grpSpPr>
        <p:sp>
          <p:nvSpPr>
            <p:cNvPr id="180" name="Line 38">
              <a:extLst>
                <a:ext uri="{FF2B5EF4-FFF2-40B4-BE49-F238E27FC236}">
                  <a16:creationId xmlns:a16="http://schemas.microsoft.com/office/drawing/2014/main" id="{68CD449D-9E6F-2743-9791-A674C2479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Line 39">
              <a:extLst>
                <a:ext uri="{FF2B5EF4-FFF2-40B4-BE49-F238E27FC236}">
                  <a16:creationId xmlns:a16="http://schemas.microsoft.com/office/drawing/2014/main" id="{8B49B4ED-E730-9C48-A972-53ED32223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40">
              <a:extLst>
                <a:ext uri="{FF2B5EF4-FFF2-40B4-BE49-F238E27FC236}">
                  <a16:creationId xmlns:a16="http://schemas.microsoft.com/office/drawing/2014/main" id="{D92E1CF2-C9E4-FF4B-B342-D208EAA41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Fonte: A</a:t>
              </a:r>
            </a:p>
          </p:txBody>
        </p:sp>
        <p:sp>
          <p:nvSpPr>
            <p:cNvPr id="183" name="Text Box 41">
              <a:extLst>
                <a:ext uri="{FF2B5EF4-FFF2-40B4-BE49-F238E27FC236}">
                  <a16:creationId xmlns:a16="http://schemas.microsoft.com/office/drawing/2014/main" id="{6F725A7E-9279-3D44-A43B-0C1275684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Dest: A'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84" name="Group 42">
            <a:extLst>
              <a:ext uri="{FF2B5EF4-FFF2-40B4-BE49-F238E27FC236}">
                <a16:creationId xmlns:a16="http://schemas.microsoft.com/office/drawing/2014/main" id="{02E491F0-F4A4-3B4A-8F02-FCFB333B8BB2}"/>
              </a:ext>
            </a:extLst>
          </p:cNvPr>
          <p:cNvGrpSpPr>
            <a:grpSpLocks/>
          </p:cNvGrpSpPr>
          <p:nvPr/>
        </p:nvGrpSpPr>
        <p:grpSpPr bwMode="auto">
          <a:xfrm>
            <a:off x="6246874" y="5144136"/>
            <a:ext cx="3017838" cy="1444625"/>
            <a:chOff x="3441" y="3154"/>
            <a:chExt cx="1901" cy="910"/>
          </a:xfrm>
        </p:grpSpPr>
        <p:sp>
          <p:nvSpPr>
            <p:cNvPr id="185" name="Rectangle 43">
              <a:extLst>
                <a:ext uri="{FF2B5EF4-FFF2-40B4-BE49-F238E27FC236}">
                  <a16:creationId xmlns:a16="http://schemas.microsoft.com/office/drawing/2014/main" id="{17639B98-3172-DF4E-8DA8-73C48C521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Text Box 44">
              <a:extLst>
                <a:ext uri="{FF2B5EF4-FFF2-40B4-BE49-F238E27FC236}">
                  <a16:creationId xmlns:a16="http://schemas.microsoft.com/office/drawing/2014/main" id="{8FDEFC82-5E34-0D43-BB68-E0C8B0766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187" name="Line 45">
              <a:extLst>
                <a:ext uri="{FF2B5EF4-FFF2-40B4-BE49-F238E27FC236}">
                  <a16:creationId xmlns:a16="http://schemas.microsoft.com/office/drawing/2014/main" id="{1CAFF5B7-050E-B24B-984E-13EE05E15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46">
              <a:extLst>
                <a:ext uri="{FF2B5EF4-FFF2-40B4-BE49-F238E27FC236}">
                  <a16:creationId xmlns:a16="http://schemas.microsoft.com/office/drawing/2014/main" id="{5DD71EFC-96E5-5644-864B-DE9F18945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47">
              <a:extLst>
                <a:ext uri="{FF2B5EF4-FFF2-40B4-BE49-F238E27FC236}">
                  <a16:creationId xmlns:a16="http://schemas.microsoft.com/office/drawing/2014/main" id="{EA938DD2-F21D-AD48-AC6C-D011FD853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90" name="Text Box 48">
            <a:extLst>
              <a:ext uri="{FF2B5EF4-FFF2-40B4-BE49-F238E27FC236}">
                <a16:creationId xmlns:a16="http://schemas.microsoft.com/office/drawing/2014/main" id="{6BD98D70-4DED-E244-91B4-CC2840F0D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27" y="5505609"/>
            <a:ext cx="23903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>
                <a:solidFill>
                  <a:srgbClr val="000000"/>
                </a:solidFill>
                <a:latin typeface="Arial" charset="0"/>
                <a:cs typeface="Arial" charset="0"/>
              </a:rPr>
              <a:t>tabela de comutação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>
                <a:solidFill>
                  <a:srgbClr val="000000"/>
                </a:solidFill>
                <a:latin typeface="Arial" charset="0"/>
                <a:cs typeface="Arial" charset="0"/>
              </a:rPr>
              <a:t>(inicialmente vazia)</a:t>
            </a:r>
          </a:p>
        </p:txBody>
      </p:sp>
      <p:grpSp>
        <p:nvGrpSpPr>
          <p:cNvPr id="191" name="Group 49">
            <a:extLst>
              <a:ext uri="{FF2B5EF4-FFF2-40B4-BE49-F238E27FC236}">
                <a16:creationId xmlns:a16="http://schemas.microsoft.com/office/drawing/2014/main" id="{8B9081E4-811C-DA49-AFAB-29F72B60D4BB}"/>
              </a:ext>
            </a:extLst>
          </p:cNvPr>
          <p:cNvGrpSpPr>
            <a:grpSpLocks/>
          </p:cNvGrpSpPr>
          <p:nvPr/>
        </p:nvGrpSpPr>
        <p:grpSpPr bwMode="auto">
          <a:xfrm>
            <a:off x="6672324" y="5577517"/>
            <a:ext cx="2481263" cy="377824"/>
            <a:chOff x="2370" y="3383"/>
            <a:chExt cx="1563" cy="238"/>
          </a:xfrm>
        </p:grpSpPr>
        <p:sp>
          <p:nvSpPr>
            <p:cNvPr id="192" name="Text Box 50">
              <a:extLst>
                <a:ext uri="{FF2B5EF4-FFF2-40B4-BE49-F238E27FC236}">
                  <a16:creationId xmlns:a16="http://schemas.microsoft.com/office/drawing/2014/main" id="{97D41679-78B9-5343-BEC1-DA708964B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" y="3388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93" name="Text Box 51">
              <a:extLst>
                <a:ext uri="{FF2B5EF4-FFF2-40B4-BE49-F238E27FC236}">
                  <a16:creationId xmlns:a16="http://schemas.microsoft.com/office/drawing/2014/main" id="{D9DF1D7D-9670-A247-8047-BB6719D26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94" name="Text Box 52">
              <a:extLst>
                <a:ext uri="{FF2B5EF4-FFF2-40B4-BE49-F238E27FC236}">
                  <a16:creationId xmlns:a16="http://schemas.microsoft.com/office/drawing/2014/main" id="{2260A1CA-8A5E-9C4E-8BAE-4138F78D8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195" name="Group 59">
            <a:extLst>
              <a:ext uri="{FF2B5EF4-FFF2-40B4-BE49-F238E27FC236}">
                <a16:creationId xmlns:a16="http://schemas.microsoft.com/office/drawing/2014/main" id="{903E115E-BC14-4748-858A-D5FFC60F6755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196" name="Rectangle 60">
              <a:extLst>
                <a:ext uri="{FF2B5EF4-FFF2-40B4-BE49-F238E27FC236}">
                  <a16:creationId xmlns:a16="http://schemas.microsoft.com/office/drawing/2014/main" id="{644AB50C-EFB0-AF45-B9A3-6D66B4075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7" name="Text Box 61">
              <a:extLst>
                <a:ext uri="{FF2B5EF4-FFF2-40B4-BE49-F238E27FC236}">
                  <a16:creationId xmlns:a16="http://schemas.microsoft.com/office/drawing/2014/main" id="{B284E544-83C3-AB4A-BC66-AA0DF1C5B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UMA UMA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Line 62">
              <a:extLst>
                <a:ext uri="{FF2B5EF4-FFF2-40B4-BE49-F238E27FC236}">
                  <a16:creationId xmlns:a16="http://schemas.microsoft.com/office/drawing/2014/main" id="{2CA577B3-39AE-804C-864D-443D5711C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9" name="Line 63">
              <a:extLst>
                <a:ext uri="{FF2B5EF4-FFF2-40B4-BE49-F238E27FC236}">
                  <a16:creationId xmlns:a16="http://schemas.microsoft.com/office/drawing/2014/main" id="{74F06A00-0D46-7749-BC9F-11E00CDBB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00" name="Group 64">
            <a:extLst>
              <a:ext uri="{FF2B5EF4-FFF2-40B4-BE49-F238E27FC236}">
                <a16:creationId xmlns:a16="http://schemas.microsoft.com/office/drawing/2014/main" id="{36F25405-B90C-2C46-B956-67AF3C9F032F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201" name="Rectangle 65">
              <a:extLst>
                <a:ext uri="{FF2B5EF4-FFF2-40B4-BE49-F238E27FC236}">
                  <a16:creationId xmlns:a16="http://schemas.microsoft.com/office/drawing/2014/main" id="{37F60D01-9E8D-FE4E-BD36-4CD88667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2" name="Text Box 66">
              <a:extLst>
                <a:ext uri="{FF2B5EF4-FFF2-40B4-BE49-F238E27FC236}">
                  <a16:creationId xmlns:a16="http://schemas.microsoft.com/office/drawing/2014/main" id="{A6DF3585-9FEA-0140-8050-A22A987FE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UMA UMA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3" name="Line 67">
              <a:extLst>
                <a:ext uri="{FF2B5EF4-FFF2-40B4-BE49-F238E27FC236}">
                  <a16:creationId xmlns:a16="http://schemas.microsoft.com/office/drawing/2014/main" id="{C515ADCC-D409-2C42-BCFA-38F14064C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4" name="Line 68">
              <a:extLst>
                <a:ext uri="{FF2B5EF4-FFF2-40B4-BE49-F238E27FC236}">
                  <a16:creationId xmlns:a16="http://schemas.microsoft.com/office/drawing/2014/main" id="{51ACED30-867C-7C4E-B7D2-EFBC84B12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05" name="Group 69">
            <a:extLst>
              <a:ext uri="{FF2B5EF4-FFF2-40B4-BE49-F238E27FC236}">
                <a16:creationId xmlns:a16="http://schemas.microsoft.com/office/drawing/2014/main" id="{B4E87009-38ED-E940-9BFA-C6965D3C976F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06" name="Rectangle 70">
              <a:extLst>
                <a:ext uri="{FF2B5EF4-FFF2-40B4-BE49-F238E27FC236}">
                  <a16:creationId xmlns:a16="http://schemas.microsoft.com/office/drawing/2014/main" id="{6248BF62-3EA1-6A49-93A8-FC813DA0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7" name="Text Box 71">
              <a:extLst>
                <a:ext uri="{FF2B5EF4-FFF2-40B4-BE49-F238E27FC236}">
                  <a16:creationId xmlns:a16="http://schemas.microsoft.com/office/drawing/2014/main" id="{00AA1FEE-7000-E747-9173-C6842FE06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UMA UMA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8" name="Line 72">
              <a:extLst>
                <a:ext uri="{FF2B5EF4-FFF2-40B4-BE49-F238E27FC236}">
                  <a16:creationId xmlns:a16="http://schemas.microsoft.com/office/drawing/2014/main" id="{5FDDCB7C-81BC-B34E-AFC3-3CDA9605B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9" name="Line 73">
              <a:extLst>
                <a:ext uri="{FF2B5EF4-FFF2-40B4-BE49-F238E27FC236}">
                  <a16:creationId xmlns:a16="http://schemas.microsoft.com/office/drawing/2014/main" id="{EF8FD2D7-2282-C840-8B09-C82ADFC54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74">
            <a:extLst>
              <a:ext uri="{FF2B5EF4-FFF2-40B4-BE49-F238E27FC236}">
                <a16:creationId xmlns:a16="http://schemas.microsoft.com/office/drawing/2014/main" id="{7FD60212-2FF9-404A-9485-023D84866317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11" name="Rectangle 75">
              <a:extLst>
                <a:ext uri="{FF2B5EF4-FFF2-40B4-BE49-F238E27FC236}">
                  <a16:creationId xmlns:a16="http://schemas.microsoft.com/office/drawing/2014/main" id="{7D54E101-A7C1-BF47-A4DF-2F2002E4D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2" name="Text Box 76">
              <a:extLst>
                <a:ext uri="{FF2B5EF4-FFF2-40B4-BE49-F238E27FC236}">
                  <a16:creationId xmlns:a16="http://schemas.microsoft.com/office/drawing/2014/main" id="{E561303C-0E60-284F-98F1-C49081A2F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UMA UMA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Line 77">
              <a:extLst>
                <a:ext uri="{FF2B5EF4-FFF2-40B4-BE49-F238E27FC236}">
                  <a16:creationId xmlns:a16="http://schemas.microsoft.com/office/drawing/2014/main" id="{90071223-4F6D-B645-B6BA-5C215A4D1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4" name="Line 78">
              <a:extLst>
                <a:ext uri="{FF2B5EF4-FFF2-40B4-BE49-F238E27FC236}">
                  <a16:creationId xmlns:a16="http://schemas.microsoft.com/office/drawing/2014/main" id="{58840410-3DD1-334E-8F95-AA19BCF68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5" name="Group 79">
            <a:extLst>
              <a:ext uri="{FF2B5EF4-FFF2-40B4-BE49-F238E27FC236}">
                <a16:creationId xmlns:a16="http://schemas.microsoft.com/office/drawing/2014/main" id="{B58C14CA-6C0A-E64E-95A3-6BDCBDD04063}"/>
              </a:ext>
            </a:extLst>
          </p:cNvPr>
          <p:cNvGrpSpPr>
            <a:grpSpLocks/>
          </p:cNvGrpSpPr>
          <p:nvPr/>
        </p:nvGrpSpPr>
        <p:grpSpPr bwMode="auto">
          <a:xfrm>
            <a:off x="8213441" y="3254480"/>
            <a:ext cx="1409701" cy="369888"/>
            <a:chOff x="1762" y="3514"/>
            <a:chExt cx="888" cy="233"/>
          </a:xfrm>
        </p:grpSpPr>
        <p:sp>
          <p:nvSpPr>
            <p:cNvPr id="216" name="Rectangle 80">
              <a:extLst>
                <a:ext uri="{FF2B5EF4-FFF2-40B4-BE49-F238E27FC236}">
                  <a16:creationId xmlns:a16="http://schemas.microsoft.com/office/drawing/2014/main" id="{53031030-6075-9644-9CD4-E1BE9D15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Text Box 81">
              <a:extLst>
                <a:ext uri="{FF2B5EF4-FFF2-40B4-BE49-F238E27FC236}">
                  <a16:creationId xmlns:a16="http://schemas.microsoft.com/office/drawing/2014/main" id="{0EA82F91-189F-4D41-AFA6-0FA95AACC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514"/>
              <a:ext cx="4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 '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Line 82">
              <a:extLst>
                <a:ext uri="{FF2B5EF4-FFF2-40B4-BE49-F238E27FC236}">
                  <a16:creationId xmlns:a16="http://schemas.microsoft.com/office/drawing/2014/main" id="{8D0DFD4D-816F-A24A-A991-659C66E55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Line 83">
              <a:extLst>
                <a:ext uri="{FF2B5EF4-FFF2-40B4-BE49-F238E27FC236}">
                  <a16:creationId xmlns:a16="http://schemas.microsoft.com/office/drawing/2014/main" id="{D760E2ED-6F20-9D4E-AE11-C1B99B282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1" name="Group 92">
            <a:extLst>
              <a:ext uri="{FF2B5EF4-FFF2-40B4-BE49-F238E27FC236}">
                <a16:creationId xmlns:a16="http://schemas.microsoft.com/office/drawing/2014/main" id="{3370A2C8-4CE7-C741-8929-9217859A0561}"/>
              </a:ext>
            </a:extLst>
          </p:cNvPr>
          <p:cNvGrpSpPr>
            <a:grpSpLocks/>
          </p:cNvGrpSpPr>
          <p:nvPr/>
        </p:nvGrpSpPr>
        <p:grpSpPr bwMode="auto"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222" name="Rectangle 88">
              <a:extLst>
                <a:ext uri="{FF2B5EF4-FFF2-40B4-BE49-F238E27FC236}">
                  <a16:creationId xmlns:a16="http://schemas.microsoft.com/office/drawing/2014/main" id="{E50BA891-DC66-6748-9209-EA9D4F2B0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3" name="Text Box 89">
              <a:extLst>
                <a:ext uri="{FF2B5EF4-FFF2-40B4-BE49-F238E27FC236}">
                  <a16:creationId xmlns:a16="http://schemas.microsoft.com/office/drawing/2014/main" id="{17C11772-AB70-0344-B94C-1B06764AC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A' A</a:t>
              </a:r>
            </a:p>
          </p:txBody>
        </p:sp>
        <p:sp>
          <p:nvSpPr>
            <p:cNvPr id="224" name="Line 90">
              <a:extLst>
                <a:ext uri="{FF2B5EF4-FFF2-40B4-BE49-F238E27FC236}">
                  <a16:creationId xmlns:a16="http://schemas.microsoft.com/office/drawing/2014/main" id="{92A1D7A9-6B7D-6245-8648-0585E752C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2499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5" name="Line 91">
              <a:extLst>
                <a:ext uri="{FF2B5EF4-FFF2-40B4-BE49-F238E27FC236}">
                  <a16:creationId xmlns:a16="http://schemas.microsoft.com/office/drawing/2014/main" id="{F9EF27B4-FE96-D148-89C0-7A525840F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6" name="Group 94">
            <a:extLst>
              <a:ext uri="{FF2B5EF4-FFF2-40B4-BE49-F238E27FC236}">
                <a16:creationId xmlns:a16="http://schemas.microsoft.com/office/drawing/2014/main" id="{EC5CFC4C-B38C-5948-9557-ADD689122F82}"/>
              </a:ext>
            </a:extLst>
          </p:cNvPr>
          <p:cNvGrpSpPr>
            <a:grpSpLocks/>
          </p:cNvGrpSpPr>
          <p:nvPr/>
        </p:nvGrpSpPr>
        <p:grpSpPr bwMode="auto">
          <a:xfrm>
            <a:off x="6678674" y="5863274"/>
            <a:ext cx="2471738" cy="374650"/>
            <a:chOff x="2376" y="3383"/>
            <a:chExt cx="1557" cy="236"/>
          </a:xfrm>
        </p:grpSpPr>
        <p:sp>
          <p:nvSpPr>
            <p:cNvPr id="227" name="Text Box 95">
              <a:extLst>
                <a:ext uri="{FF2B5EF4-FFF2-40B4-BE49-F238E27FC236}">
                  <a16:creationId xmlns:a16="http://schemas.microsoft.com/office/drawing/2014/main" id="{9D1F6511-0EBF-3C44-9268-558C639B4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A’</a:t>
              </a:r>
              <a:endParaRPr lang="en-US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8" name="Text Box 96">
              <a:extLst>
                <a:ext uri="{FF2B5EF4-FFF2-40B4-BE49-F238E27FC236}">
                  <a16:creationId xmlns:a16="http://schemas.microsoft.com/office/drawing/2014/main" id="{44CF8BAE-BCDF-884C-B092-5D9BC5021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229" name="Text Box 97">
              <a:extLst>
                <a:ext uri="{FF2B5EF4-FFF2-40B4-BE49-F238E27FC236}">
                  <a16:creationId xmlns:a16="http://schemas.microsoft.com/office/drawing/2014/main" id="{E14D8E40-E7CD-ED4A-9731-066C07364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278" name="Rectangle 84">
            <a:extLst>
              <a:ext uri="{FF2B5EF4-FFF2-40B4-BE49-F238E27FC236}">
                <a16:creationId xmlns:a16="http://schemas.microsoft.com/office/drawing/2014/main" id="{78229FD9-9E00-354C-8B01-81EA9369D550}"/>
              </a:ext>
            </a:extLst>
          </p:cNvPr>
          <p:cNvSpPr txBox="1">
            <a:spLocks noChangeArrowheads="1"/>
          </p:cNvSpPr>
          <p:nvPr/>
        </p:nvSpPr>
        <p:spPr>
          <a:xfrm>
            <a:off x="870366" y="1583075"/>
            <a:ext cx="5485270" cy="26263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pt"/>
              <a:t>destino do quadro, A', localização desconhecida: </a:t>
            </a:r>
            <a:r>
              <a:rPr lang="pt">
                <a:solidFill>
                  <a:srgbClr val="CC0000"/>
                </a:solidFill>
              </a:rPr>
              <a:t>inundação</a:t>
            </a:r>
            <a:endParaRPr lang="pt-BR"/>
          </a:p>
          <a:p>
            <a:pPr>
              <a:buFont typeface="Arial" pitchFamily="2" charset="2"/>
              <a:buChar char="•"/>
              <a:defRPr/>
            </a:pPr>
            <a:r>
              <a:rPr lang="pt">
                <a:solidFill>
                  <a:srgbClr val="000000"/>
                </a:solidFill>
              </a:rPr>
              <a:t>destino A local conhecido: </a:t>
            </a:r>
            <a:r>
              <a:rPr lang="pt">
                <a:solidFill>
                  <a:srgbClr val="CC0000"/>
                </a:solidFill>
              </a:rPr>
              <a:t>envia seletivamente  em apenas um enlace</a:t>
            </a:r>
            <a:endParaRPr lang="pt">
              <a:solidFill>
                <a:srgbClr val="CC0000"/>
              </a:solidFill>
              <a:ea typeface="Calibri" panose="020F0502020204030204"/>
              <a:cs typeface="Calibri" panose="020F0502020204030204"/>
            </a:endParaRPr>
          </a:p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Arial" charset="2"/>
              <a:buChar char="•"/>
              <a:defRPr/>
            </a:pPr>
            <a:endParaRPr lang="en-US">
              <a:solidFill>
                <a:srgbClr val="FF000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 pitchFamily="2" charset="2"/>
              <a:buChar char="•"/>
              <a:defRPr/>
            </a:pPr>
            <a:endParaRPr lang="en-US" i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0" name="Rectangle 93">
            <a:extLst>
              <a:ext uri="{FF2B5EF4-FFF2-40B4-BE49-F238E27FC236}">
                <a16:creationId xmlns:a16="http://schemas.microsoft.com/office/drawing/2014/main" id="{03EE78BF-359C-A14B-BDC2-3A060C04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endParaRPr lang="en-US" sz="2800">
              <a:solidFill>
                <a:srgbClr val="FF0000"/>
              </a:solidFill>
              <a:cs typeface="+mn-cs"/>
            </a:endParaRPr>
          </a:p>
        </p:txBody>
      </p:sp>
      <p:sp>
        <p:nvSpPr>
          <p:cNvPr id="281" name="Rectangle 98">
            <a:extLst>
              <a:ext uri="{FF2B5EF4-FFF2-40B4-BE49-F238E27FC236}">
                <a16:creationId xmlns:a16="http://schemas.microsoft.com/office/drawing/2014/main" id="{4A0C0776-2D33-A54C-8754-1AB684225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4760" y="3139129"/>
            <a:ext cx="4417575" cy="1252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pt" sz="2800">
                <a:solidFill>
                  <a:srgbClr val="CC0000"/>
                </a:solidFill>
                <a:cs typeface="+mn-cs"/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6990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-0.1069 0.11482 L -0.1069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2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-0.12122 -0.0981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68" y="-490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L -0.10365 0.09444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472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0349 0.1550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775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12083 0.05209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42" y="259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0.11549 -0.1023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8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0051 L -0.03763 -0.17014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06 -0.1588 L -0.03476 -0.32871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/>
      <p:bldP spid="278" grpId="0" build="p"/>
      <p:bldP spid="280" grpId="0" build="p"/>
      <p:bldP spid="281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Interconexão de switches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170" name="Rectangle 6">
            <a:extLst>
              <a:ext uri="{FF2B5EF4-FFF2-40B4-BE49-F238E27FC236}">
                <a16:creationId xmlns:a16="http://schemas.microsoft.com/office/drawing/2014/main" id="{D00993B5-4690-E140-B05C-69E88A020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64" y="1335790"/>
            <a:ext cx="982217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pt" kern="0">
                <a:cs typeface="+mn-cs"/>
              </a:rPr>
              <a:t>Os switches de autoaprendizagem podem ser conectados juntos:</a:t>
            </a:r>
          </a:p>
        </p:txBody>
      </p:sp>
      <p:sp>
        <p:nvSpPr>
          <p:cNvPr id="171" name="Rectangle 70">
            <a:extLst>
              <a:ext uri="{FF2B5EF4-FFF2-40B4-BE49-F238E27FC236}">
                <a16:creationId xmlns:a16="http://schemas.microsoft.com/office/drawing/2014/main" id="{4FA79001-8106-D44D-B7AE-1DA5FDFFA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460375" indent="-3968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pt" sz="2800" i="1" u="sng" err="1">
                <a:solidFill>
                  <a:srgbClr val="CC0000"/>
                </a:solidFill>
                <a:ea typeface="ＭＳ Ｐゴシック" charset="0"/>
              </a:rPr>
              <a:t>P</a:t>
            </a:r>
            <a:r>
              <a:rPr lang="pt" sz="2800" i="1" u="sng">
                <a:solidFill>
                  <a:srgbClr val="CC0000"/>
                </a:solidFill>
                <a:ea typeface="ＭＳ Ｐゴシック" charset="0"/>
              </a:rPr>
              <a:t>:</a:t>
            </a:r>
            <a:r>
              <a:rPr lang="pt" sz="2800" i="1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envio de A para </a:t>
            </a:r>
            <a:r>
              <a:rPr lang="pt" sz="2800" err="1">
                <a:solidFill>
                  <a:srgbClr val="000000"/>
                </a:solidFill>
                <a:ea typeface="ＭＳ Ｐゴシック" charset="0"/>
              </a:rPr>
              <a:t>G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 - como S</a:t>
            </a:r>
            <a:r>
              <a:rPr lang="pt" sz="2800" baseline="-25000">
                <a:solidFill>
                  <a:srgbClr val="000000"/>
                </a:solidFill>
                <a:ea typeface="ＭＳ Ｐゴシック" charset="0"/>
              </a:rPr>
              <a:t>1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 sabe encaminhar o quadro destinado a </a:t>
            </a:r>
            <a:r>
              <a:rPr lang="pt" sz="2800" err="1">
                <a:solidFill>
                  <a:srgbClr val="000000"/>
                </a:solidFill>
                <a:ea typeface="ＭＳ Ｐゴシック" charset="0"/>
              </a:rPr>
              <a:t>G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 via S</a:t>
            </a:r>
            <a:r>
              <a:rPr lang="pt" sz="2800" baseline="-25000">
                <a:solidFill>
                  <a:srgbClr val="000000"/>
                </a:solidFill>
                <a:ea typeface="ＭＳ Ｐゴシック" charset="0"/>
              </a:rPr>
              <a:t>4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 e S</a:t>
            </a:r>
            <a:r>
              <a:rPr lang="pt" sz="2800" baseline="-25000">
                <a:solidFill>
                  <a:srgbClr val="000000"/>
                </a:solidFill>
                <a:ea typeface="ＭＳ Ｐゴシック" charset="0"/>
              </a:rPr>
              <a:t>3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?</a:t>
            </a:r>
          </a:p>
          <a:p>
            <a:pPr marL="457200" indent="-287338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pt" sz="2800" i="1" u="sng" err="1">
                <a:solidFill>
                  <a:srgbClr val="CC0000"/>
                </a:solidFill>
                <a:ea typeface="ＭＳ Ｐゴシック" charset="0"/>
              </a:rPr>
              <a:t>R</a:t>
            </a:r>
            <a:r>
              <a:rPr lang="pt" sz="2800" i="1" u="sng">
                <a:solidFill>
                  <a:srgbClr val="CC0000"/>
                </a:solidFill>
                <a:ea typeface="ＭＳ Ｐゴシック" charset="0"/>
              </a:rPr>
              <a:t>:</a:t>
            </a:r>
            <a:r>
              <a:rPr lang="pt" sz="2800" i="1">
                <a:solidFill>
                  <a:srgbClr val="CC0000"/>
                </a:solidFill>
                <a:ea typeface="ＭＳ Ｐゴシック" charset="0"/>
              </a:rPr>
              <a:t> </a:t>
            </a:r>
            <a:r>
              <a:rPr lang="pt" sz="2800">
                <a:solidFill>
                  <a:srgbClr val="000000"/>
                </a:solidFill>
                <a:ea typeface="ＭＳ Ｐゴシック" charset="0"/>
              </a:rPr>
              <a:t>autoaprendizagem! (funciona exatamente da mesma forma que no cenário com um único switch!)</a:t>
            </a:r>
          </a:p>
        </p:txBody>
      </p:sp>
      <p:grpSp>
        <p:nvGrpSpPr>
          <p:cNvPr id="172" name="Group 1">
            <a:extLst>
              <a:ext uri="{FF2B5EF4-FFF2-40B4-BE49-F238E27FC236}">
                <a16:creationId xmlns:a16="http://schemas.microsoft.com/office/drawing/2014/main" id="{6ACB2ECE-A6EE-2F42-BFE2-A88609E9FC4C}"/>
              </a:ext>
            </a:extLst>
          </p:cNvPr>
          <p:cNvGrpSpPr>
            <a:grpSpLocks/>
          </p:cNvGrpSpPr>
          <p:nvPr/>
        </p:nvGrpSpPr>
        <p:grpSpPr bwMode="auto">
          <a:xfrm>
            <a:off x="2517827" y="2654612"/>
            <a:ext cx="2005135" cy="1358900"/>
            <a:chOff x="958850" y="2444750"/>
            <a:chExt cx="2005665" cy="1358710"/>
          </a:xfrm>
        </p:grpSpPr>
        <p:sp>
          <p:nvSpPr>
            <p:cNvPr id="173" name="Line 20">
              <a:extLst>
                <a:ext uri="{FF2B5EF4-FFF2-40B4-BE49-F238E27FC236}">
                  <a16:creationId xmlns:a16="http://schemas.microsoft.com/office/drawing/2014/main" id="{A3FD6BE2-2CD4-6143-B6C7-1587A108B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20" name="Line 21">
              <a:extLst>
                <a:ext uri="{FF2B5EF4-FFF2-40B4-BE49-F238E27FC236}">
                  <a16:creationId xmlns:a16="http://schemas.microsoft.com/office/drawing/2014/main" id="{3DA59D3F-F827-094B-A805-1A54870E1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32" name="Line 22">
              <a:extLst>
                <a:ext uri="{FF2B5EF4-FFF2-40B4-BE49-F238E27FC236}">
                  <a16:creationId xmlns:a16="http://schemas.microsoft.com/office/drawing/2014/main" id="{2168E2D5-CF45-3B47-AB69-F33DF11C9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82" name="Text Box 64">
              <a:extLst>
                <a:ext uri="{FF2B5EF4-FFF2-40B4-BE49-F238E27FC236}">
                  <a16:creationId xmlns:a16="http://schemas.microsoft.com/office/drawing/2014/main" id="{0105097B-F91D-A240-ACB8-B8FE8F879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283" name="Text Box 65">
              <a:extLst>
                <a:ext uri="{FF2B5EF4-FFF2-40B4-BE49-F238E27FC236}">
                  <a16:creationId xmlns:a16="http://schemas.microsoft.com/office/drawing/2014/main" id="{1C6222BA-8E34-C046-9685-A8AA4450E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284" name="Text Box 73">
              <a:extLst>
                <a:ext uri="{FF2B5EF4-FFF2-40B4-BE49-F238E27FC236}">
                  <a16:creationId xmlns:a16="http://schemas.microsoft.com/office/drawing/2014/main" id="{54488D61-5701-C14F-AE1F-1F70DE4CE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</a:t>
              </a:r>
              <a:r>
                <a:rPr kumimoji="0" lang="pt" sz="18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285" name="Text Box 66">
              <a:extLst>
                <a:ext uri="{FF2B5EF4-FFF2-40B4-BE49-F238E27FC236}">
                  <a16:creationId xmlns:a16="http://schemas.microsoft.com/office/drawing/2014/main" id="{1CC25A49-338C-1F44-9BAE-7CAED2A9A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286" name="Group 44">
              <a:extLst>
                <a:ext uri="{FF2B5EF4-FFF2-40B4-BE49-F238E27FC236}">
                  <a16:creationId xmlns:a16="http://schemas.microsoft.com/office/drawing/2014/main" id="{202C5460-F11A-2D44-9706-A94732DA78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294" name="Picture 45" descr="desktop_computer_stylized_medium">
                <a:extLst>
                  <a:ext uri="{FF2B5EF4-FFF2-40B4-BE49-F238E27FC236}">
                    <a16:creationId xmlns:a16="http://schemas.microsoft.com/office/drawing/2014/main" id="{7120F0F2-50A9-3C4D-910D-4BB9142A02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5" name="Freeform 46">
                <a:extLst>
                  <a:ext uri="{FF2B5EF4-FFF2-40B4-BE49-F238E27FC236}">
                    <a16:creationId xmlns:a16="http://schemas.microsoft.com/office/drawing/2014/main" id="{C9BEE683-FE6F-D043-B338-7EB0184590C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87" name="Group 44">
              <a:extLst>
                <a:ext uri="{FF2B5EF4-FFF2-40B4-BE49-F238E27FC236}">
                  <a16:creationId xmlns:a16="http://schemas.microsoft.com/office/drawing/2014/main" id="{A92DFDE4-2038-4B47-B1BF-86DCDC002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292" name="Picture 45" descr="desktop_computer_stylized_medium">
                <a:extLst>
                  <a:ext uri="{FF2B5EF4-FFF2-40B4-BE49-F238E27FC236}">
                    <a16:creationId xmlns:a16="http://schemas.microsoft.com/office/drawing/2014/main" id="{E569455D-4E55-0044-83EF-B08B7B4ED4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3" name="Freeform 46">
                <a:extLst>
                  <a:ext uri="{FF2B5EF4-FFF2-40B4-BE49-F238E27FC236}">
                    <a16:creationId xmlns:a16="http://schemas.microsoft.com/office/drawing/2014/main" id="{306E34CC-1F03-244B-B814-D6B9650DD43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88" name="Group 44">
              <a:extLst>
                <a:ext uri="{FF2B5EF4-FFF2-40B4-BE49-F238E27FC236}">
                  <a16:creationId xmlns:a16="http://schemas.microsoft.com/office/drawing/2014/main" id="{48CCA417-6C89-B64D-98DA-51EE4AF3D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290" name="Picture 45" descr="desktop_computer_stylized_medium">
                <a:extLst>
                  <a:ext uri="{FF2B5EF4-FFF2-40B4-BE49-F238E27FC236}">
                    <a16:creationId xmlns:a16="http://schemas.microsoft.com/office/drawing/2014/main" id="{074846CF-8FFE-1E48-8A24-4F106758ED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46">
                <a:extLst>
                  <a:ext uri="{FF2B5EF4-FFF2-40B4-BE49-F238E27FC236}">
                    <a16:creationId xmlns:a16="http://schemas.microsoft.com/office/drawing/2014/main" id="{7DA76408-C614-1A41-A0F3-713C04FAF6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289" name="Picture 3">
              <a:extLst>
                <a:ext uri="{FF2B5EF4-FFF2-40B4-BE49-F238E27FC236}">
                  <a16:creationId xmlns:a16="http://schemas.microsoft.com/office/drawing/2014/main" id="{8CEF6460-C3D7-8046-8A73-96F0A807C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7404B8-E1BB-474B-A99A-C610AFAFCB65}"/>
              </a:ext>
            </a:extLst>
          </p:cNvPr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250CAC08-1B66-E940-BD6A-FDFBCA415B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0752" y="2194237"/>
              <a:ext cx="4856162" cy="2044145"/>
              <a:chOff x="2379663" y="1984375"/>
              <a:chExt cx="4855711" cy="2043590"/>
            </a:xfrm>
          </p:grpSpPr>
          <p:sp>
            <p:nvSpPr>
              <p:cNvPr id="297" name="Line 23">
                <a:extLst>
                  <a:ext uri="{FF2B5EF4-FFF2-40B4-BE49-F238E27FC236}">
                    <a16:creationId xmlns:a16="http://schemas.microsoft.com/office/drawing/2014/main" id="{49AAAEFF-FE53-5C4F-9879-CAE69B40D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258" y="3068344"/>
                <a:ext cx="346043" cy="2158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98" name="Line 24">
                <a:extLst>
                  <a:ext uri="{FF2B5EF4-FFF2-40B4-BE49-F238E27FC236}">
                    <a16:creationId xmlns:a16="http://schemas.microsoft.com/office/drawing/2014/main" id="{DD18F58C-CBA1-334F-87D1-D27087E0A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9554" y="3087389"/>
                <a:ext cx="125401" cy="587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99" name="Line 25">
                <a:extLst>
                  <a:ext uri="{FF2B5EF4-FFF2-40B4-BE49-F238E27FC236}">
                    <a16:creationId xmlns:a16="http://schemas.microsoft.com/office/drawing/2014/main" id="{0810A11B-6CE3-4B4A-892A-D88467FF0C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4326" y="3030254"/>
                <a:ext cx="230167" cy="3618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0" name="Line 26">
                <a:extLst>
                  <a:ext uri="{FF2B5EF4-FFF2-40B4-BE49-F238E27FC236}">
                    <a16:creationId xmlns:a16="http://schemas.microsoft.com/office/drawing/2014/main" id="{D3BCC038-234F-EE40-8E10-0F7AEA907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2145" y="3106433"/>
                <a:ext cx="428585" cy="2444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1" name="Line 27">
                <a:extLst>
                  <a:ext uri="{FF2B5EF4-FFF2-40B4-BE49-F238E27FC236}">
                    <a16:creationId xmlns:a16="http://schemas.microsoft.com/office/drawing/2014/main" id="{CAF3C678-3D9A-294A-92F0-F6754B906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35335" y="3077866"/>
                <a:ext cx="9524" cy="4697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2" name="Line 35">
                <a:extLst>
                  <a:ext uri="{FF2B5EF4-FFF2-40B4-BE49-F238E27FC236}">
                    <a16:creationId xmlns:a16="http://schemas.microsoft.com/office/drawing/2014/main" id="{35D390D2-019E-0B44-9120-1A7C03C987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9663" y="2355749"/>
                <a:ext cx="1517509" cy="5364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3" name="Line 36">
                <a:extLst>
                  <a:ext uri="{FF2B5EF4-FFF2-40B4-BE49-F238E27FC236}">
                    <a16:creationId xmlns:a16="http://schemas.microsoft.com/office/drawing/2014/main" id="{07E72922-2BC5-824E-B2F0-2A0C9BBF1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0356" y="2322421"/>
                <a:ext cx="0" cy="5999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4" name="Line 37">
                <a:extLst>
                  <a:ext uri="{FF2B5EF4-FFF2-40B4-BE49-F238E27FC236}">
                    <a16:creationId xmlns:a16="http://schemas.microsoft.com/office/drawing/2014/main" id="{EB84757E-562A-C946-8296-30C62384C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49571" y="2306551"/>
                <a:ext cx="1406394" cy="6840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5" name="Line 63">
                <a:extLst>
                  <a:ext uri="{FF2B5EF4-FFF2-40B4-BE49-F238E27FC236}">
                    <a16:creationId xmlns:a16="http://schemas.microsoft.com/office/drawing/2014/main" id="{CBB1E0F6-DA9A-234C-8F78-2F42A9BA4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1539" y="3131826"/>
                <a:ext cx="285723" cy="1587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6" name="Text Box 67">
                <a:extLst>
                  <a:ext uri="{FF2B5EF4-FFF2-40B4-BE49-F238E27FC236}">
                    <a16:creationId xmlns:a16="http://schemas.microsoft.com/office/drawing/2014/main" id="{65DA7922-1FE3-A54E-B585-6D332125E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  <p:sp>
            <p:nvSpPr>
              <p:cNvPr id="307" name="Text Box 68">
                <a:extLst>
                  <a:ext uri="{FF2B5EF4-FFF2-40B4-BE49-F238E27FC236}">
                    <a16:creationId xmlns:a16="http://schemas.microsoft.com/office/drawing/2014/main" id="{3343D53D-3E0E-2A4D-A833-D3A2A9F3B7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</a:t>
                </a:r>
              </a:p>
            </p:txBody>
          </p:sp>
          <p:sp>
            <p:nvSpPr>
              <p:cNvPr id="308" name="Text Box 69">
                <a:extLst>
                  <a:ext uri="{FF2B5EF4-FFF2-40B4-BE49-F238E27FC236}">
                    <a16:creationId xmlns:a16="http://schemas.microsoft.com/office/drawing/2014/main" id="{0A60F714-DC84-1843-A5C5-D915B65F12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F</a:t>
                </a:r>
              </a:p>
            </p:txBody>
          </p:sp>
          <p:sp>
            <p:nvSpPr>
              <p:cNvPr id="309" name="Text Box 74">
                <a:extLst>
                  <a:ext uri="{FF2B5EF4-FFF2-40B4-BE49-F238E27FC236}">
                    <a16:creationId xmlns:a16="http://schemas.microsoft.com/office/drawing/2014/main" id="{D0CA346A-C9B0-5B42-8D05-2411A6B2D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</a:t>
                </a:r>
                <a:r>
                  <a:rPr kumimoji="0" lang="pt" sz="1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310" name="Text Box 75">
                <a:extLst>
                  <a:ext uri="{FF2B5EF4-FFF2-40B4-BE49-F238E27FC236}">
                    <a16:creationId xmlns:a16="http://schemas.microsoft.com/office/drawing/2014/main" id="{F0F5C6E8-D75A-DE41-9CA5-225DDACA8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</a:t>
                </a:r>
                <a:r>
                  <a:rPr kumimoji="0" lang="pt" sz="1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311" name="Text Box 76">
                <a:extLst>
                  <a:ext uri="{FF2B5EF4-FFF2-40B4-BE49-F238E27FC236}">
                    <a16:creationId xmlns:a16="http://schemas.microsoft.com/office/drawing/2014/main" id="{70567B04-06CD-C745-BE8D-1EA39B3A8F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</a:t>
                </a:r>
                <a:r>
                  <a:rPr kumimoji="0" lang="pt" sz="1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312" name="Text Box 78">
                <a:extLst>
                  <a:ext uri="{FF2B5EF4-FFF2-40B4-BE49-F238E27FC236}">
                    <a16:creationId xmlns:a16="http://schemas.microsoft.com/office/drawing/2014/main" id="{92C2CEEA-E74F-CD4F-9E93-4106B9711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H</a:t>
                </a:r>
              </a:p>
            </p:txBody>
          </p:sp>
          <p:sp>
            <p:nvSpPr>
              <p:cNvPr id="313" name="Text Box 79">
                <a:extLst>
                  <a:ext uri="{FF2B5EF4-FFF2-40B4-BE49-F238E27FC236}">
                    <a16:creationId xmlns:a16="http://schemas.microsoft.com/office/drawing/2014/main" id="{767F8C52-0473-094B-81C9-B0074DCAC8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I</a:t>
                </a:r>
                <a:endPara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14" name="Text Box 80">
                <a:extLst>
                  <a:ext uri="{FF2B5EF4-FFF2-40B4-BE49-F238E27FC236}">
                    <a16:creationId xmlns:a16="http://schemas.microsoft.com/office/drawing/2014/main" id="{AD433860-39B4-F94C-97D1-8ED2BC51F0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G</a:t>
                </a:r>
              </a:p>
            </p:txBody>
          </p:sp>
          <p:pic>
            <p:nvPicPr>
              <p:cNvPr id="315" name="Picture 3">
                <a:extLst>
                  <a:ext uri="{FF2B5EF4-FFF2-40B4-BE49-F238E27FC236}">
                    <a16:creationId xmlns:a16="http://schemas.microsoft.com/office/drawing/2014/main" id="{14EE1F48-9E60-234B-9CCF-63F7C147B0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316" name="Group 44">
                <a:extLst>
                  <a:ext uri="{FF2B5EF4-FFF2-40B4-BE49-F238E27FC236}">
                    <a16:creationId xmlns:a16="http://schemas.microsoft.com/office/drawing/2014/main" id="{843B54DD-D810-6746-9846-37B2CA4C4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id="334" name="Picture 45" descr="desktop_computer_stylized_medium">
                  <a:extLst>
                    <a:ext uri="{FF2B5EF4-FFF2-40B4-BE49-F238E27FC236}">
                      <a16:creationId xmlns:a16="http://schemas.microsoft.com/office/drawing/2014/main" id="{3D52FA82-0F33-BF48-BE19-E000988EA1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5" name="Freeform 46">
                  <a:extLst>
                    <a:ext uri="{FF2B5EF4-FFF2-40B4-BE49-F238E27FC236}">
                      <a16:creationId xmlns:a16="http://schemas.microsoft.com/office/drawing/2014/main" id="{2C894004-AB5E-DE41-B89A-F88D90E6D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7" name="Group 44">
                <a:extLst>
                  <a:ext uri="{FF2B5EF4-FFF2-40B4-BE49-F238E27FC236}">
                    <a16:creationId xmlns:a16="http://schemas.microsoft.com/office/drawing/2014/main" id="{B697333C-8F88-6F49-AA8F-4C9781CC4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id="332" name="Picture 45" descr="desktop_computer_stylized_medium">
                  <a:extLst>
                    <a:ext uri="{FF2B5EF4-FFF2-40B4-BE49-F238E27FC236}">
                      <a16:creationId xmlns:a16="http://schemas.microsoft.com/office/drawing/2014/main" id="{5D4339C7-D62D-5C40-8498-60F25F7FD1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3" name="Freeform 46">
                  <a:extLst>
                    <a:ext uri="{FF2B5EF4-FFF2-40B4-BE49-F238E27FC236}">
                      <a16:creationId xmlns:a16="http://schemas.microsoft.com/office/drawing/2014/main" id="{B5C6667F-C532-F44B-B08E-ED6763A83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8" name="Group 44">
                <a:extLst>
                  <a:ext uri="{FF2B5EF4-FFF2-40B4-BE49-F238E27FC236}">
                    <a16:creationId xmlns:a16="http://schemas.microsoft.com/office/drawing/2014/main" id="{2B5BB1C4-0E8F-B54A-9FC0-4F56ED5EC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id="330" name="Picture 45" descr="desktop_computer_stylized_medium">
                  <a:extLst>
                    <a:ext uri="{FF2B5EF4-FFF2-40B4-BE49-F238E27FC236}">
                      <a16:creationId xmlns:a16="http://schemas.microsoft.com/office/drawing/2014/main" id="{A8C81D48-C92D-CB48-8DCD-645F4CADBD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1" name="Freeform 46">
                  <a:extLst>
                    <a:ext uri="{FF2B5EF4-FFF2-40B4-BE49-F238E27FC236}">
                      <a16:creationId xmlns:a16="http://schemas.microsoft.com/office/drawing/2014/main" id="{9B794396-471F-E040-88AC-B51C16761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E0884B22-EEAE-D248-A754-2308A9D242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id="328" name="Picture 45" descr="desktop_computer_stylized_medium">
                  <a:extLst>
                    <a:ext uri="{FF2B5EF4-FFF2-40B4-BE49-F238E27FC236}">
                      <a16:creationId xmlns:a16="http://schemas.microsoft.com/office/drawing/2014/main" id="{71042587-5DB5-414E-BCB6-1C166E167C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29" name="Freeform 46">
                  <a:extLst>
                    <a:ext uri="{FF2B5EF4-FFF2-40B4-BE49-F238E27FC236}">
                      <a16:creationId xmlns:a16="http://schemas.microsoft.com/office/drawing/2014/main" id="{8C2EA73F-6D60-594A-AE51-D16A3EA7E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20" name="Group 44">
                <a:extLst>
                  <a:ext uri="{FF2B5EF4-FFF2-40B4-BE49-F238E27FC236}">
                    <a16:creationId xmlns:a16="http://schemas.microsoft.com/office/drawing/2014/main" id="{A0D7C560-9874-664B-BBED-733D586AA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id="326" name="Picture 45" descr="desktop_computer_stylized_medium">
                  <a:extLst>
                    <a:ext uri="{FF2B5EF4-FFF2-40B4-BE49-F238E27FC236}">
                      <a16:creationId xmlns:a16="http://schemas.microsoft.com/office/drawing/2014/main" id="{650C7B5B-E94A-604C-9410-81943E94DBE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27" name="Freeform 46">
                  <a:extLst>
                    <a:ext uri="{FF2B5EF4-FFF2-40B4-BE49-F238E27FC236}">
                      <a16:creationId xmlns:a16="http://schemas.microsoft.com/office/drawing/2014/main" id="{7AA9C5DC-63F6-3F4E-8635-3EE72EAD47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21" name="Group 44">
                <a:extLst>
                  <a:ext uri="{FF2B5EF4-FFF2-40B4-BE49-F238E27FC236}">
                    <a16:creationId xmlns:a16="http://schemas.microsoft.com/office/drawing/2014/main" id="{BCE68852-14F6-9845-8C5C-6CDD723AF6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id="324" name="Picture 45" descr="desktop_computer_stylized_medium">
                  <a:extLst>
                    <a:ext uri="{FF2B5EF4-FFF2-40B4-BE49-F238E27FC236}">
                      <a16:creationId xmlns:a16="http://schemas.microsoft.com/office/drawing/2014/main" id="{949A9AE4-491E-BF40-A346-2463B1309FD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25" name="Freeform 46">
                  <a:extLst>
                    <a:ext uri="{FF2B5EF4-FFF2-40B4-BE49-F238E27FC236}">
                      <a16:creationId xmlns:a16="http://schemas.microsoft.com/office/drawing/2014/main" id="{87843F82-764B-4044-9508-F2FD38BC18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322" name="Picture 3">
                <a:extLst>
                  <a:ext uri="{FF2B5EF4-FFF2-40B4-BE49-F238E27FC236}">
                    <a16:creationId xmlns:a16="http://schemas.microsoft.com/office/drawing/2014/main" id="{1165B26C-61A1-EA46-8168-13B1A65377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pic>
            <p:nvPicPr>
              <p:cNvPr id="323" name="Picture 3">
                <a:extLst>
                  <a:ext uri="{FF2B5EF4-FFF2-40B4-BE49-F238E27FC236}">
                    <a16:creationId xmlns:a16="http://schemas.microsoft.com/office/drawing/2014/main" id="{A24E10B4-3314-8346-B6DA-C6D2CF4D78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0D6DB29E-8183-5D4A-A6C1-D8FB12A01668}"/>
                </a:ext>
              </a:extLst>
            </p:cNvPr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2115A91-641C-E845-93FC-31B53FD5B8B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F1A867AC-0657-BC47-AC4D-010D15AD77FA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CF10FB39-5E1F-B248-9A7A-4C01C4EFD35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id="{6762CBB0-CBF1-DC47-8A14-38F59E1135B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id="{D05CC814-ADCE-AE43-B2BF-2E57EE6D6E93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id="{90D34BF2-9267-B246-BC83-C97A4D97DEE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id="{1925F9C3-6A09-134C-8318-7290AD8B60A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E61C4667-123F-A845-BCC0-8455101ACF2F}"/>
                </a:ext>
              </a:extLst>
            </p:cNvPr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7B7E719E-C4A3-4940-BB4F-671C6F1E7357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71CB114A-BFFE-4245-9969-879EF7F16EA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72121964-7151-184E-B215-6FFAE4FA284F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56" name="Freeform 355">
                  <a:extLst>
                    <a:ext uri="{FF2B5EF4-FFF2-40B4-BE49-F238E27FC236}">
                      <a16:creationId xmlns:a16="http://schemas.microsoft.com/office/drawing/2014/main" id="{BB494E8E-F2D9-8D4C-8855-005A1DEE03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Freeform 356">
                  <a:extLst>
                    <a:ext uri="{FF2B5EF4-FFF2-40B4-BE49-F238E27FC236}">
                      <a16:creationId xmlns:a16="http://schemas.microsoft.com/office/drawing/2014/main" id="{21953B9A-7B59-5B48-B542-2BE643E43FA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8" name="Freeform 357">
                  <a:extLst>
                    <a:ext uri="{FF2B5EF4-FFF2-40B4-BE49-F238E27FC236}">
                      <a16:creationId xmlns:a16="http://schemas.microsoft.com/office/drawing/2014/main" id="{64E057B3-0410-8944-96E8-A73328F40DF9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Freeform 358">
                  <a:extLst>
                    <a:ext uri="{FF2B5EF4-FFF2-40B4-BE49-F238E27FC236}">
                      <a16:creationId xmlns:a16="http://schemas.microsoft.com/office/drawing/2014/main" id="{4F3BC6AC-6740-644B-B895-210B6ABEA3B6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5C1BDD41-89CC-5142-82E0-31AD1AEA5928}"/>
                </a:ext>
              </a:extLst>
            </p:cNvPr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8CAAD1B8-7EF7-104B-A99C-66500B373B1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C3709934-88FB-7B49-8DD5-B867C648DC42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A129641A-31D4-0744-9BA2-E6B8031E0C71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64" name="Freeform 363">
                  <a:extLst>
                    <a:ext uri="{FF2B5EF4-FFF2-40B4-BE49-F238E27FC236}">
                      <a16:creationId xmlns:a16="http://schemas.microsoft.com/office/drawing/2014/main" id="{AC8F2956-A0C1-9347-A821-CF7760F8BF1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Freeform 364">
                  <a:extLst>
                    <a:ext uri="{FF2B5EF4-FFF2-40B4-BE49-F238E27FC236}">
                      <a16:creationId xmlns:a16="http://schemas.microsoft.com/office/drawing/2014/main" id="{3A2DD6F3-4BB4-7344-8796-936E8627C7EA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6" name="Freeform 365">
                  <a:extLst>
                    <a:ext uri="{FF2B5EF4-FFF2-40B4-BE49-F238E27FC236}">
                      <a16:creationId xmlns:a16="http://schemas.microsoft.com/office/drawing/2014/main" id="{1B108877-A9F2-B740-94FB-2FACB13C189C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Freeform 366">
                  <a:extLst>
                    <a:ext uri="{FF2B5EF4-FFF2-40B4-BE49-F238E27FC236}">
                      <a16:creationId xmlns:a16="http://schemas.microsoft.com/office/drawing/2014/main" id="{A4E7367F-EA46-6943-A52D-D2D39663AFD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E7BFFEF5-1E5A-214E-815E-5352DB1D8B9D}"/>
              </a:ext>
            </a:extLst>
          </p:cNvPr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3882DC2F-B27B-0C40-807D-179D4FF6760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C45558C7-AA03-9549-BB76-2D627A97AB4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C5245A52-75E9-4F43-901F-B3CDDA16D9A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5719E44D-592D-2B40-8629-8CAC92FD2898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8F866AE4-8716-1943-A767-116C65DECED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5286B54F-3F16-8E4C-9916-F5AD40E1D77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A4B59C80-FD6E-ED49-8253-93F2FF9267E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849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Exemplo de aprendizagem multi-switch</a:t>
            </a:r>
            <a:endParaRPr lang="pt" sz="4400" b="0">
              <a:latin typeface="+mn-lt"/>
              <a:ea typeface="Calibri"/>
              <a:cs typeface="Calibri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568450DB-9CD6-EE43-953D-FA5EF552531B}"/>
              </a:ext>
            </a:extLst>
          </p:cNvPr>
          <p:cNvSpPr txBox="1">
            <a:spLocks noChangeArrowheads="1"/>
          </p:cNvSpPr>
          <p:nvPr/>
        </p:nvSpPr>
        <p:spPr>
          <a:xfrm>
            <a:off x="1060528" y="1364678"/>
            <a:ext cx="8743038" cy="8088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sz="3200"/>
              <a:t>Suponha que C envie um quadro para I, I responda a C</a:t>
            </a:r>
            <a:endParaRPr lang="en-US" sz="3600"/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B511F9CE-E792-7F49-809B-1ABFB62EB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r>
              <a:rPr lang="pt" sz="3200" u="sng" err="1">
                <a:solidFill>
                  <a:srgbClr val="CC0000"/>
                </a:solidFill>
                <a:cs typeface="+mn-cs"/>
              </a:rPr>
              <a:t>P</a:t>
            </a:r>
            <a:r>
              <a:rPr lang="pt" sz="3200" u="sng">
                <a:solidFill>
                  <a:srgbClr val="CC0000"/>
                </a:solidFill>
                <a:cs typeface="+mn-cs"/>
              </a:rPr>
              <a:t>:</a:t>
            </a:r>
            <a:r>
              <a:rPr lang="pt" sz="3200" i="0">
                <a:solidFill>
                  <a:srgbClr val="CC0000"/>
                </a:solidFill>
                <a:cs typeface="+mn-cs"/>
              </a:rPr>
              <a:t> </a:t>
            </a:r>
            <a:r>
              <a:rPr lang="pt" sz="3200" i="0">
                <a:solidFill>
                  <a:srgbClr val="000000"/>
                </a:solidFill>
                <a:cs typeface="+mn-cs"/>
              </a:rPr>
              <a:t>mostrar tabelas de comutação e encaminhamento de pacotes em S</a:t>
            </a:r>
            <a:r>
              <a:rPr lang="pt" sz="3200" i="0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pt" sz="3200" i="0">
                <a:solidFill>
                  <a:srgbClr val="000000"/>
                </a:solidFill>
                <a:cs typeface="+mn-cs"/>
              </a:rPr>
              <a:t>, S</a:t>
            </a:r>
            <a:r>
              <a:rPr lang="pt" sz="3200" i="0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pt" sz="3200" i="0">
                <a:solidFill>
                  <a:srgbClr val="000000"/>
                </a:solidFill>
                <a:cs typeface="+mn-cs"/>
              </a:rPr>
              <a:t>, S</a:t>
            </a:r>
            <a:r>
              <a:rPr lang="pt" sz="3200" i="0" baseline="-25000">
                <a:solidFill>
                  <a:srgbClr val="000000"/>
                </a:solidFill>
                <a:cs typeface="+mn-cs"/>
              </a:rPr>
              <a:t>3</a:t>
            </a:r>
            <a:r>
              <a:rPr lang="pt" sz="3200" i="0">
                <a:solidFill>
                  <a:srgbClr val="000000"/>
                </a:solidFill>
                <a:cs typeface="+mn-cs"/>
              </a:rPr>
              <a:t>, S</a:t>
            </a:r>
            <a:r>
              <a:rPr lang="pt" sz="3200" i="0" baseline="-25000">
                <a:solidFill>
                  <a:srgbClr val="000000"/>
                </a:solidFill>
                <a:cs typeface="+mn-cs"/>
              </a:rPr>
              <a:t>4</a:t>
            </a:r>
            <a:r>
              <a:rPr lang="pt" sz="3200" i="0">
                <a:solidFill>
                  <a:srgbClr val="000000"/>
                </a:solidFill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21FFF95-C7EA-144E-84F5-63512E675D5A}"/>
              </a:ext>
            </a:extLst>
          </p:cNvPr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101" name="Group 1">
              <a:extLst>
                <a:ext uri="{FF2B5EF4-FFF2-40B4-BE49-F238E27FC236}">
                  <a16:creationId xmlns:a16="http://schemas.microsoft.com/office/drawing/2014/main" id="{E174CED5-AC35-D54C-8BF6-1C9463848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827" y="2654612"/>
              <a:ext cx="2005135" cy="1358900"/>
              <a:chOff x="958850" y="2444750"/>
              <a:chExt cx="2005665" cy="1358710"/>
            </a:xfrm>
          </p:grpSpPr>
          <p:sp>
            <p:nvSpPr>
              <p:cNvPr id="102" name="Line 20">
                <a:extLst>
                  <a:ext uri="{FF2B5EF4-FFF2-40B4-BE49-F238E27FC236}">
                    <a16:creationId xmlns:a16="http://schemas.microsoft.com/office/drawing/2014/main" id="{99456C36-8A4C-D04A-935F-F188E1160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2903" y="3030456"/>
                <a:ext cx="5557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3" name="Line 21">
                <a:extLst>
                  <a:ext uri="{FF2B5EF4-FFF2-40B4-BE49-F238E27FC236}">
                    <a16:creationId xmlns:a16="http://schemas.microsoft.com/office/drawing/2014/main" id="{55CE708E-2A34-9F40-8A40-EC8F4808B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70355" y="3078074"/>
                <a:ext cx="271534" cy="3142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4" name="Line 22">
                <a:extLst>
                  <a:ext uri="{FF2B5EF4-FFF2-40B4-BE49-F238E27FC236}">
                    <a16:creationId xmlns:a16="http://schemas.microsoft.com/office/drawing/2014/main" id="{25CA20B9-2A94-684B-9200-B43A5DC1A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9566" y="3106645"/>
                <a:ext cx="73044" cy="2952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5" name="Text Box 64">
                <a:extLst>
                  <a:ext uri="{FF2B5EF4-FFF2-40B4-BE49-F238E27FC236}">
                    <a16:creationId xmlns:a16="http://schemas.microsoft.com/office/drawing/2014/main" id="{4DEB5825-2375-754E-8531-766CDA61C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106" name="Text Box 65">
                <a:extLst>
                  <a:ext uri="{FF2B5EF4-FFF2-40B4-BE49-F238E27FC236}">
                    <a16:creationId xmlns:a16="http://schemas.microsoft.com/office/drawing/2014/main" id="{799C545E-6574-C94C-A803-1B1F400DC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107" name="Text Box 73">
                <a:extLst>
                  <a:ext uri="{FF2B5EF4-FFF2-40B4-BE49-F238E27FC236}">
                    <a16:creationId xmlns:a16="http://schemas.microsoft.com/office/drawing/2014/main" id="{0DF107CE-E588-A94A-88C7-2C3915755E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</a:t>
                </a:r>
                <a:r>
                  <a:rPr kumimoji="0" lang="pt" sz="1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08" name="Text Box 66">
                <a:extLst>
                  <a:ext uri="{FF2B5EF4-FFF2-40B4-BE49-F238E27FC236}">
                    <a16:creationId xmlns:a16="http://schemas.microsoft.com/office/drawing/2014/main" id="{BFDB47B6-1E5E-BD42-AC91-800C3CCA6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grpSp>
            <p:nvGrpSpPr>
              <p:cNvPr id="109" name="Group 44">
                <a:extLst>
                  <a:ext uri="{FF2B5EF4-FFF2-40B4-BE49-F238E27FC236}">
                    <a16:creationId xmlns:a16="http://schemas.microsoft.com/office/drawing/2014/main" id="{DC837921-0D64-BD47-861E-F31CC635EE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id="117" name="Picture 45" descr="desktop_computer_stylized_medium">
                  <a:extLst>
                    <a:ext uri="{FF2B5EF4-FFF2-40B4-BE49-F238E27FC236}">
                      <a16:creationId xmlns:a16="http://schemas.microsoft.com/office/drawing/2014/main" id="{99A10DAA-F025-3840-A597-986C2A27A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8" name="Freeform 46">
                  <a:extLst>
                    <a:ext uri="{FF2B5EF4-FFF2-40B4-BE49-F238E27FC236}">
                      <a16:creationId xmlns:a16="http://schemas.microsoft.com/office/drawing/2014/main" id="{83738852-B2D6-8A45-99DE-7F2DF5918B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110" name="Group 44">
                <a:extLst>
                  <a:ext uri="{FF2B5EF4-FFF2-40B4-BE49-F238E27FC236}">
                    <a16:creationId xmlns:a16="http://schemas.microsoft.com/office/drawing/2014/main" id="{A033586C-CAEE-E347-8D88-3B31D913E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id="115" name="Picture 45" descr="desktop_computer_stylized_medium">
                  <a:extLst>
                    <a:ext uri="{FF2B5EF4-FFF2-40B4-BE49-F238E27FC236}">
                      <a16:creationId xmlns:a16="http://schemas.microsoft.com/office/drawing/2014/main" id="{21CE84B5-06A2-D14C-AEBE-CFD46034D49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6" name="Freeform 46">
                  <a:extLst>
                    <a:ext uri="{FF2B5EF4-FFF2-40B4-BE49-F238E27FC236}">
                      <a16:creationId xmlns:a16="http://schemas.microsoft.com/office/drawing/2014/main" id="{5FD3094A-1859-F648-BB49-F2B23B15C5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111" name="Group 44">
                <a:extLst>
                  <a:ext uri="{FF2B5EF4-FFF2-40B4-BE49-F238E27FC236}">
                    <a16:creationId xmlns:a16="http://schemas.microsoft.com/office/drawing/2014/main" id="{655FEA45-4989-2C4A-8309-EA2DBF28B5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id="113" name="Picture 45" descr="desktop_computer_stylized_medium">
                  <a:extLst>
                    <a:ext uri="{FF2B5EF4-FFF2-40B4-BE49-F238E27FC236}">
                      <a16:creationId xmlns:a16="http://schemas.microsoft.com/office/drawing/2014/main" id="{C2B6BF88-F812-964A-96C8-B3552CB52B6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" name="Freeform 46">
                  <a:extLst>
                    <a:ext uri="{FF2B5EF4-FFF2-40B4-BE49-F238E27FC236}">
                      <a16:creationId xmlns:a16="http://schemas.microsoft.com/office/drawing/2014/main" id="{C7D61B70-C386-EB44-94E6-4FCDCA9CCD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pic>
            <p:nvPicPr>
              <p:cNvPr id="112" name="Picture 3">
                <a:extLst>
                  <a:ext uri="{FF2B5EF4-FFF2-40B4-BE49-F238E27FC236}">
                    <a16:creationId xmlns:a16="http://schemas.microsoft.com/office/drawing/2014/main" id="{B5A71CE8-50DE-B246-AE60-22D59D7124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816478B-C7BF-3A4B-9910-57E846BFA2AE}"/>
                </a:ext>
              </a:extLst>
            </p:cNvPr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ABDB365C-75DD-BA4C-8483-F86287AD44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sp>
              <p:nvSpPr>
                <p:cNvPr id="145" name="Line 23">
                  <a:extLst>
                    <a:ext uri="{FF2B5EF4-FFF2-40B4-BE49-F238E27FC236}">
                      <a16:creationId xmlns:a16="http://schemas.microsoft.com/office/drawing/2014/main" id="{68A6B2AD-4A9F-214F-BE1D-B7DF7E1C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35258" y="3068344"/>
                  <a:ext cx="346043" cy="2158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6" name="Line 24">
                  <a:extLst>
                    <a:ext uri="{FF2B5EF4-FFF2-40B4-BE49-F238E27FC236}">
                      <a16:creationId xmlns:a16="http://schemas.microsoft.com/office/drawing/2014/main" id="{D84ED115-8A00-2C43-AB0E-B0231CCF9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49554" y="3087389"/>
                  <a:ext cx="125401" cy="587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7" name="Line 25">
                  <a:extLst>
                    <a:ext uri="{FF2B5EF4-FFF2-40B4-BE49-F238E27FC236}">
                      <a16:creationId xmlns:a16="http://schemas.microsoft.com/office/drawing/2014/main" id="{B1AA3E0A-B9A5-294C-A748-5E42A95E3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4326" y="3030254"/>
                  <a:ext cx="230167" cy="36185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8" name="Line 26">
                  <a:extLst>
                    <a:ext uri="{FF2B5EF4-FFF2-40B4-BE49-F238E27FC236}">
                      <a16:creationId xmlns:a16="http://schemas.microsoft.com/office/drawing/2014/main" id="{CC0F30F5-BEDC-5D4D-B554-BBE6A2062F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2145" y="3106433"/>
                  <a:ext cx="428585" cy="24440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9" name="Line 27">
                  <a:extLst>
                    <a:ext uri="{FF2B5EF4-FFF2-40B4-BE49-F238E27FC236}">
                      <a16:creationId xmlns:a16="http://schemas.microsoft.com/office/drawing/2014/main" id="{306D12EE-4853-A448-A0E4-6AA00BE66B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035335" y="3077866"/>
                  <a:ext cx="9524" cy="4697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0" name="Line 35">
                  <a:extLst>
                    <a:ext uri="{FF2B5EF4-FFF2-40B4-BE49-F238E27FC236}">
                      <a16:creationId xmlns:a16="http://schemas.microsoft.com/office/drawing/2014/main" id="{2F390777-5412-4D49-92B7-E21F0873B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79663" y="2355749"/>
                  <a:ext cx="1517509" cy="5364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1" name="Line 36">
                  <a:extLst>
                    <a:ext uri="{FF2B5EF4-FFF2-40B4-BE49-F238E27FC236}">
                      <a16:creationId xmlns:a16="http://schemas.microsoft.com/office/drawing/2014/main" id="{2A8B696B-9EF3-6144-9251-35E77662F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00356" y="2322421"/>
                  <a:ext cx="0" cy="599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2" name="Line 37">
                  <a:extLst>
                    <a:ext uri="{FF2B5EF4-FFF2-40B4-BE49-F238E27FC236}">
                      <a16:creationId xmlns:a16="http://schemas.microsoft.com/office/drawing/2014/main" id="{EE382A21-6506-2149-B95A-87DC8F5C2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449571" y="2306551"/>
                  <a:ext cx="1406394" cy="68402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3" name="Line 63">
                  <a:extLst>
                    <a:ext uri="{FF2B5EF4-FFF2-40B4-BE49-F238E27FC236}">
                      <a16:creationId xmlns:a16="http://schemas.microsoft.com/office/drawing/2014/main" id="{BDF97CF4-DC42-E04A-B487-6437DFE7CE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11539" y="3131826"/>
                  <a:ext cx="285723" cy="15870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4" name="Text Box 67">
                  <a:extLst>
                    <a:ext uri="{FF2B5EF4-FFF2-40B4-BE49-F238E27FC236}">
                      <a16:creationId xmlns:a16="http://schemas.microsoft.com/office/drawing/2014/main" id="{2188C4D3-BD36-E047-9559-CABADC9F0F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D</a:t>
                  </a:r>
                </a:p>
              </p:txBody>
            </p:sp>
            <p:sp>
              <p:nvSpPr>
                <p:cNvPr id="155" name="Text Box 68">
                  <a:extLst>
                    <a:ext uri="{FF2B5EF4-FFF2-40B4-BE49-F238E27FC236}">
                      <a16:creationId xmlns:a16="http://schemas.microsoft.com/office/drawing/2014/main" id="{D377AFD9-065B-0D42-89D3-C837E5B125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E</a:t>
                  </a:r>
                </a:p>
              </p:txBody>
            </p:sp>
            <p:sp>
              <p:nvSpPr>
                <p:cNvPr id="156" name="Text Box 69">
                  <a:extLst>
                    <a:ext uri="{FF2B5EF4-FFF2-40B4-BE49-F238E27FC236}">
                      <a16:creationId xmlns:a16="http://schemas.microsoft.com/office/drawing/2014/main" id="{0CFCAF43-7430-1543-B71F-013915B7D5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F</a:t>
                  </a:r>
                </a:p>
              </p:txBody>
            </p:sp>
            <p:sp>
              <p:nvSpPr>
                <p:cNvPr id="157" name="Text Box 74">
                  <a:extLst>
                    <a:ext uri="{FF2B5EF4-FFF2-40B4-BE49-F238E27FC236}">
                      <a16:creationId xmlns:a16="http://schemas.microsoft.com/office/drawing/2014/main" id="{09D60F24-0E65-E540-A132-B2087CA454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S</a:t>
                  </a:r>
                  <a:r>
                    <a:rPr kumimoji="0" lang="pt" sz="1800" b="0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2</a:t>
                  </a:r>
                </a:p>
              </p:txBody>
            </p:sp>
            <p:sp>
              <p:nvSpPr>
                <p:cNvPr id="158" name="Text Box 75">
                  <a:extLst>
                    <a:ext uri="{FF2B5EF4-FFF2-40B4-BE49-F238E27FC236}">
                      <a16:creationId xmlns:a16="http://schemas.microsoft.com/office/drawing/2014/main" id="{61B735CA-251A-CF4F-988F-56BD7EB991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S</a:t>
                  </a:r>
                  <a:r>
                    <a:rPr kumimoji="0" lang="pt" sz="1800" b="0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4</a:t>
                  </a:r>
                </a:p>
              </p:txBody>
            </p:sp>
            <p:sp>
              <p:nvSpPr>
                <p:cNvPr id="159" name="Text Box 76">
                  <a:extLst>
                    <a:ext uri="{FF2B5EF4-FFF2-40B4-BE49-F238E27FC236}">
                      <a16:creationId xmlns:a16="http://schemas.microsoft.com/office/drawing/2014/main" id="{5684E9B9-6F8F-9B49-87D7-884038727F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S</a:t>
                  </a:r>
                  <a:r>
                    <a:rPr kumimoji="0" lang="pt" sz="1800" b="0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3</a:t>
                  </a:r>
                </a:p>
              </p:txBody>
            </p:sp>
            <p:sp>
              <p:nvSpPr>
                <p:cNvPr id="160" name="Text Box 78">
                  <a:extLst>
                    <a:ext uri="{FF2B5EF4-FFF2-40B4-BE49-F238E27FC236}">
                      <a16:creationId xmlns:a16="http://schemas.microsoft.com/office/drawing/2014/main" id="{811B64AB-D4E5-1E43-81FE-A68C071F63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H</a:t>
                  </a:r>
                </a:p>
              </p:txBody>
            </p:sp>
            <p:sp>
              <p:nvSpPr>
                <p:cNvPr id="161" name="Text Box 79">
                  <a:extLst>
                    <a:ext uri="{FF2B5EF4-FFF2-40B4-BE49-F238E27FC236}">
                      <a16:creationId xmlns:a16="http://schemas.microsoft.com/office/drawing/2014/main" id="{5D07C5EE-CF96-1441-A8A4-14B2C1E5BC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I</a:t>
                  </a:r>
                  <a:endParaRPr kumimoji="0" lang="pt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62" name="Text Box 80">
                  <a:extLst>
                    <a:ext uri="{FF2B5EF4-FFF2-40B4-BE49-F238E27FC236}">
                      <a16:creationId xmlns:a16="http://schemas.microsoft.com/office/drawing/2014/main" id="{76121A31-0CF9-CD4B-AE69-015165CDB9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G</a:t>
                  </a:r>
                </a:p>
              </p:txBody>
            </p:sp>
            <p:pic>
              <p:nvPicPr>
                <p:cNvPr id="163" name="Picture 3">
                  <a:extLst>
                    <a:ext uri="{FF2B5EF4-FFF2-40B4-BE49-F238E27FC236}">
                      <a16:creationId xmlns:a16="http://schemas.microsoft.com/office/drawing/2014/main" id="{A60EFC24-CD1C-1840-BFF1-506A513FE7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164" name="Group 44">
                  <a:extLst>
                    <a:ext uri="{FF2B5EF4-FFF2-40B4-BE49-F238E27FC236}">
                      <a16:creationId xmlns:a16="http://schemas.microsoft.com/office/drawing/2014/main" id="{72C50D88-FE1C-914B-9179-8D1F978E03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86" name="Picture 45" descr="desktop_computer_stylized_medium">
                    <a:extLst>
                      <a:ext uri="{FF2B5EF4-FFF2-40B4-BE49-F238E27FC236}">
                        <a16:creationId xmlns:a16="http://schemas.microsoft.com/office/drawing/2014/main" id="{6B6B128B-F962-F94D-9DF1-5108488503D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7" name="Freeform 46">
                    <a:extLst>
                      <a:ext uri="{FF2B5EF4-FFF2-40B4-BE49-F238E27FC236}">
                        <a16:creationId xmlns:a16="http://schemas.microsoft.com/office/drawing/2014/main" id="{C0150CF8-A697-CE42-940C-37756D41BF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65" name="Group 44">
                  <a:extLst>
                    <a:ext uri="{FF2B5EF4-FFF2-40B4-BE49-F238E27FC236}">
                      <a16:creationId xmlns:a16="http://schemas.microsoft.com/office/drawing/2014/main" id="{3070217F-553E-764A-99FA-E2DA6A9B3D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84" name="Picture 45" descr="desktop_computer_stylized_medium">
                    <a:extLst>
                      <a:ext uri="{FF2B5EF4-FFF2-40B4-BE49-F238E27FC236}">
                        <a16:creationId xmlns:a16="http://schemas.microsoft.com/office/drawing/2014/main" id="{A7C73311-AB56-AB43-AD0E-BECBF1D54F0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5" name="Freeform 46">
                    <a:extLst>
                      <a:ext uri="{FF2B5EF4-FFF2-40B4-BE49-F238E27FC236}">
                        <a16:creationId xmlns:a16="http://schemas.microsoft.com/office/drawing/2014/main" id="{52C81438-9114-5446-B747-FBE54C6601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66" name="Group 44">
                  <a:extLst>
                    <a:ext uri="{FF2B5EF4-FFF2-40B4-BE49-F238E27FC236}">
                      <a16:creationId xmlns:a16="http://schemas.microsoft.com/office/drawing/2014/main" id="{4533CD9B-FBCF-5447-8350-43CE87CD63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82" name="Picture 45" descr="desktop_computer_stylized_medium">
                    <a:extLst>
                      <a:ext uri="{FF2B5EF4-FFF2-40B4-BE49-F238E27FC236}">
                        <a16:creationId xmlns:a16="http://schemas.microsoft.com/office/drawing/2014/main" id="{B2D533C9-2A78-B940-8439-12C55294CFA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3" name="Freeform 46">
                    <a:extLst>
                      <a:ext uri="{FF2B5EF4-FFF2-40B4-BE49-F238E27FC236}">
                        <a16:creationId xmlns:a16="http://schemas.microsoft.com/office/drawing/2014/main" id="{57FD2025-5E4C-8743-B974-760B988813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67" name="Group 44">
                  <a:extLst>
                    <a:ext uri="{FF2B5EF4-FFF2-40B4-BE49-F238E27FC236}">
                      <a16:creationId xmlns:a16="http://schemas.microsoft.com/office/drawing/2014/main" id="{39417816-E3DF-9944-8BB2-9ECAEA9355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80" name="Picture 45" descr="desktop_computer_stylized_medium">
                    <a:extLst>
                      <a:ext uri="{FF2B5EF4-FFF2-40B4-BE49-F238E27FC236}">
                        <a16:creationId xmlns:a16="http://schemas.microsoft.com/office/drawing/2014/main" id="{DB414230-1306-5F4E-A458-0537D0528CD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1" name="Freeform 46">
                    <a:extLst>
                      <a:ext uri="{FF2B5EF4-FFF2-40B4-BE49-F238E27FC236}">
                        <a16:creationId xmlns:a16="http://schemas.microsoft.com/office/drawing/2014/main" id="{309159E7-31D8-234D-93D0-BE8C004157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68" name="Group 44">
                  <a:extLst>
                    <a:ext uri="{FF2B5EF4-FFF2-40B4-BE49-F238E27FC236}">
                      <a16:creationId xmlns:a16="http://schemas.microsoft.com/office/drawing/2014/main" id="{4E2C6A6D-6868-344A-8B6D-7879FC94C5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78" name="Picture 45" descr="desktop_computer_stylized_medium">
                    <a:extLst>
                      <a:ext uri="{FF2B5EF4-FFF2-40B4-BE49-F238E27FC236}">
                        <a16:creationId xmlns:a16="http://schemas.microsoft.com/office/drawing/2014/main" id="{241FED28-3695-BF44-9514-315EAD53285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79" name="Freeform 46">
                    <a:extLst>
                      <a:ext uri="{FF2B5EF4-FFF2-40B4-BE49-F238E27FC236}">
                        <a16:creationId xmlns:a16="http://schemas.microsoft.com/office/drawing/2014/main" id="{2B011CDD-EC17-8A46-97F7-9084D9FC85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69" name="Group 44">
                  <a:extLst>
                    <a:ext uri="{FF2B5EF4-FFF2-40B4-BE49-F238E27FC236}">
                      <a16:creationId xmlns:a16="http://schemas.microsoft.com/office/drawing/2014/main" id="{7F3E3005-6E4C-2E48-BEB0-D7DCE47F5B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id="176" name="Picture 45" descr="desktop_computer_stylized_medium">
                    <a:extLst>
                      <a:ext uri="{FF2B5EF4-FFF2-40B4-BE49-F238E27FC236}">
                        <a16:creationId xmlns:a16="http://schemas.microsoft.com/office/drawing/2014/main" id="{2F69E930-531C-CC49-9369-A6258D2C3DF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77" name="Freeform 46">
                    <a:extLst>
                      <a:ext uri="{FF2B5EF4-FFF2-40B4-BE49-F238E27FC236}">
                        <a16:creationId xmlns:a16="http://schemas.microsoft.com/office/drawing/2014/main" id="{275B5DF6-0840-1741-A596-61D1E7D339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</a:endParaRPr>
                  </a:p>
                </p:txBody>
              </p:sp>
            </p:grpSp>
            <p:pic>
              <p:nvPicPr>
                <p:cNvPr id="174" name="Picture 3">
                  <a:extLst>
                    <a:ext uri="{FF2B5EF4-FFF2-40B4-BE49-F238E27FC236}">
                      <a16:creationId xmlns:a16="http://schemas.microsoft.com/office/drawing/2014/main" id="{99A8D395-2415-D740-B879-CB64DE3E7C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75" name="Picture 3">
                  <a:extLst>
                    <a:ext uri="{FF2B5EF4-FFF2-40B4-BE49-F238E27FC236}">
                      <a16:creationId xmlns:a16="http://schemas.microsoft.com/office/drawing/2014/main" id="{7E37AF4C-6642-944F-893E-8F764A201E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BC8817A8-53E1-E640-9C0B-D148675E84B3}"/>
                  </a:ext>
                </a:extLst>
              </p:cNvPr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3B86E610-C8E9-A14E-BADA-D521477BFA53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38">
                  <a:extLst>
                    <a:ext uri="{FF2B5EF4-FFF2-40B4-BE49-F238E27FC236}">
                      <a16:creationId xmlns:a16="http://schemas.microsoft.com/office/drawing/2014/main" id="{09BCF10E-F11E-0940-9427-2C52D3A04423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74F91BDF-2C7D-004F-9F7E-3424FDD7E858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41" name="Freeform 140">
                    <a:extLst>
                      <a:ext uri="{FF2B5EF4-FFF2-40B4-BE49-F238E27FC236}">
                        <a16:creationId xmlns:a16="http://schemas.microsoft.com/office/drawing/2014/main" id="{866D5738-B1DB-A64F-B2FF-D00B6DCAFBC8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2" name="Freeform 141">
                    <a:extLst>
                      <a:ext uri="{FF2B5EF4-FFF2-40B4-BE49-F238E27FC236}">
                        <a16:creationId xmlns:a16="http://schemas.microsoft.com/office/drawing/2014/main" id="{8F3D5853-4CB9-3346-8B27-854B90D8207B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3" name="Freeform 142">
                    <a:extLst>
                      <a:ext uri="{FF2B5EF4-FFF2-40B4-BE49-F238E27FC236}">
                        <a16:creationId xmlns:a16="http://schemas.microsoft.com/office/drawing/2014/main" id="{114FA665-825C-3446-AE24-97A1A9B094BE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4" name="Freeform 143">
                    <a:extLst>
                      <a:ext uri="{FF2B5EF4-FFF2-40B4-BE49-F238E27FC236}">
                        <a16:creationId xmlns:a16="http://schemas.microsoft.com/office/drawing/2014/main" id="{CF92E888-6087-BF4C-9FD9-B93CB8E3684F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DD0CB96-FF06-0747-8D6C-17B6E3D64A00}"/>
                  </a:ext>
                </a:extLst>
              </p:cNvPr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BBE4C02F-92B5-E34A-8A31-6DCFE62E955D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FC68E576-D54E-734B-8697-D893832C877A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B96132C5-D867-5746-8DB9-936FC4CA34AB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34" name="Freeform 133">
                    <a:extLst>
                      <a:ext uri="{FF2B5EF4-FFF2-40B4-BE49-F238E27FC236}">
                        <a16:creationId xmlns:a16="http://schemas.microsoft.com/office/drawing/2014/main" id="{F331719B-2E38-6C46-8045-A59B4810FCF3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 134">
                    <a:extLst>
                      <a:ext uri="{FF2B5EF4-FFF2-40B4-BE49-F238E27FC236}">
                        <a16:creationId xmlns:a16="http://schemas.microsoft.com/office/drawing/2014/main" id="{0FAF6128-2431-6D43-969E-D212F9385490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Freeform 135">
                    <a:extLst>
                      <a:ext uri="{FF2B5EF4-FFF2-40B4-BE49-F238E27FC236}">
                        <a16:creationId xmlns:a16="http://schemas.microsoft.com/office/drawing/2014/main" id="{105D7E56-FF41-A349-A7F2-51A25370D45A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Freeform 136">
                    <a:extLst>
                      <a:ext uri="{FF2B5EF4-FFF2-40B4-BE49-F238E27FC236}">
                        <a16:creationId xmlns:a16="http://schemas.microsoft.com/office/drawing/2014/main" id="{406FE8BF-E5DA-3A43-8C2C-0214135AEF61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1382BC6-B124-C34A-AF5F-106CD750D54D}"/>
                  </a:ext>
                </a:extLst>
              </p:cNvPr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54875C8-3537-534D-8699-79202C6EF3CC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37C804ED-78E1-0B43-8D28-3CBDFC6F9751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029B3492-B39F-9C4E-9E12-23A21BE7194F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27" name="Freeform 126">
                    <a:extLst>
                      <a:ext uri="{FF2B5EF4-FFF2-40B4-BE49-F238E27FC236}">
                        <a16:creationId xmlns:a16="http://schemas.microsoft.com/office/drawing/2014/main" id="{3146775C-54FD-D548-A314-3302205C36ED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Freeform 127">
                    <a:extLst>
                      <a:ext uri="{FF2B5EF4-FFF2-40B4-BE49-F238E27FC236}">
                        <a16:creationId xmlns:a16="http://schemas.microsoft.com/office/drawing/2014/main" id="{7C1051E3-E4D3-EA4F-B5CF-25F7520318D1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 128">
                    <a:extLst>
                      <a:ext uri="{FF2B5EF4-FFF2-40B4-BE49-F238E27FC236}">
                        <a16:creationId xmlns:a16="http://schemas.microsoft.com/office/drawing/2014/main" id="{06D6E15E-1DE1-A94F-AE8B-1AB24533AFE8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Freeform 129">
                    <a:extLst>
                      <a:ext uri="{FF2B5EF4-FFF2-40B4-BE49-F238E27FC236}">
                        <a16:creationId xmlns:a16="http://schemas.microsoft.com/office/drawing/2014/main" id="{68FA2054-559F-3D4E-8F12-33A0DEB0D2B1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8092B4B-73A7-B84A-B44A-87B3F8EE42A7}"/>
                </a:ext>
              </a:extLst>
            </p:cNvPr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00081AD-DFBF-1947-B539-A661D799E72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FB88302-207F-7041-A836-DBC7ED27F4DD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5A1C7D64-8BED-D44B-9F41-2A71D08A306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AC3DE160-A795-FB4B-AEE9-AB6FD5F7BA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0795C6B9-582B-1C4C-94D8-E6BE17D986C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D9D86823-997E-6E44-B47F-086D7D2EDA6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BF0DBBF3-4106-7A4E-9218-F47B958ADE7D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2288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Pequena rede institucional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338" name="Freeform 81">
            <a:extLst>
              <a:ext uri="{FF2B5EF4-FFF2-40B4-BE49-F238E27FC236}">
                <a16:creationId xmlns:a16="http://schemas.microsoft.com/office/drawing/2014/main" id="{1DD2AEB4-851F-3544-B2F7-195B95897CCD}"/>
              </a:ext>
            </a:extLst>
          </p:cNvPr>
          <p:cNvSpPr>
            <a:spLocks/>
          </p:cNvSpPr>
          <p:nvPr/>
        </p:nvSpPr>
        <p:spPr bwMode="auto">
          <a:xfrm rot="5400000">
            <a:off x="4293252" y="22542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9" name="Line 33">
            <a:extLst>
              <a:ext uri="{FF2B5EF4-FFF2-40B4-BE49-F238E27FC236}">
                <a16:creationId xmlns:a16="http://schemas.microsoft.com/office/drawing/2014/main" id="{9C1D8CDE-7155-F441-98A2-3C45AB8689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4678" y="3368675"/>
            <a:ext cx="2047875" cy="1416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0" name="Line 34">
            <a:extLst>
              <a:ext uri="{FF2B5EF4-FFF2-40B4-BE49-F238E27FC236}">
                <a16:creationId xmlns:a16="http://schemas.microsoft.com/office/drawing/2014/main" id="{20739350-D08C-5A41-88F0-04FEE1E01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4640" y="3355975"/>
            <a:ext cx="0" cy="1466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1" name="Line 35">
            <a:extLst>
              <a:ext uri="{FF2B5EF4-FFF2-40B4-BE49-F238E27FC236}">
                <a16:creationId xmlns:a16="http://schemas.microsoft.com/office/drawing/2014/main" id="{C23179C1-50B5-DF48-96CD-F4BCBE2B87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98315" y="3290888"/>
            <a:ext cx="1841500" cy="1622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2" name="Line 59">
            <a:extLst>
              <a:ext uri="{FF2B5EF4-FFF2-40B4-BE49-F238E27FC236}">
                <a16:creationId xmlns:a16="http://schemas.microsoft.com/office/drawing/2014/main" id="{FEFC486E-98E8-D243-B2DA-33F74D0F14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503" y="2673350"/>
            <a:ext cx="1223962" cy="423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3" name="Line 60">
            <a:extLst>
              <a:ext uri="{FF2B5EF4-FFF2-40B4-BE49-F238E27FC236}">
                <a16:creationId xmlns:a16="http://schemas.microsoft.com/office/drawing/2014/main" id="{CCC7534E-E985-2943-898D-A4D514E538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5128" y="2351088"/>
            <a:ext cx="669925" cy="758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4" name="Line 77">
            <a:extLst>
              <a:ext uri="{FF2B5EF4-FFF2-40B4-BE49-F238E27FC236}">
                <a16:creationId xmlns:a16="http://schemas.microsoft.com/office/drawing/2014/main" id="{AB6C4A41-CCC9-F54B-8FBA-C0BD38886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1340" y="2505075"/>
            <a:ext cx="862013" cy="644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5" name="Line 78">
            <a:extLst>
              <a:ext uri="{FF2B5EF4-FFF2-40B4-BE49-F238E27FC236}">
                <a16:creationId xmlns:a16="http://schemas.microsoft.com/office/drawing/2014/main" id="{4A44EE39-C1D8-AE4F-8DD7-B92BE6639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9103" y="2401888"/>
            <a:ext cx="850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6" name="Text Box 79">
            <a:extLst>
              <a:ext uri="{FF2B5EF4-FFF2-40B4-BE49-F238E27FC236}">
                <a16:creationId xmlns:a16="http://schemas.microsoft.com/office/drawing/2014/main" id="{FBFB42CB-34E2-D24C-B58D-B3E379117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8153" y="2022475"/>
            <a:ext cx="12362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  <a:cs typeface="Arial" charset="0"/>
              </a:rPr>
              <a:t>para rede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  <a:cs typeface="Arial" charset="0"/>
              </a:rPr>
              <a:t>externa</a:t>
            </a:r>
          </a:p>
        </p:txBody>
      </p:sp>
      <p:sp>
        <p:nvSpPr>
          <p:cNvPr id="347" name="Text Box 80">
            <a:extLst>
              <a:ext uri="{FF2B5EF4-FFF2-40B4-BE49-F238E27FC236}">
                <a16:creationId xmlns:a16="http://schemas.microsoft.com/office/drawing/2014/main" id="{E6535D94-AEC3-AD4D-8510-1EF310CA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  <a:cs typeface="Arial" charset="0"/>
              </a:rPr>
              <a:t>roteador</a:t>
            </a:r>
          </a:p>
        </p:txBody>
      </p:sp>
      <p:sp>
        <p:nvSpPr>
          <p:cNvPr id="348" name="Text Box 82">
            <a:extLst>
              <a:ext uri="{FF2B5EF4-FFF2-40B4-BE49-F238E27FC236}">
                <a16:creationId xmlns:a16="http://schemas.microsoft.com/office/drawing/2014/main" id="{728FD7CE-1C4E-3742-901C-649915E60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400">
                <a:solidFill>
                  <a:srgbClr val="CC0000"/>
                </a:solidFill>
                <a:latin typeface="Arial" charset="0"/>
                <a:cs typeface="Arial" charset="0"/>
              </a:rPr>
              <a:t>Sub-rede IP</a:t>
            </a:r>
          </a:p>
        </p:txBody>
      </p:sp>
      <p:sp>
        <p:nvSpPr>
          <p:cNvPr id="349" name="Text Box 83">
            <a:extLst>
              <a:ext uri="{FF2B5EF4-FFF2-40B4-BE49-F238E27FC236}">
                <a16:creationId xmlns:a16="http://schemas.microsoft.com/office/drawing/2014/main" id="{E3A2D782-9E47-194D-A995-3E10BA06F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  <a:cs typeface="Arial" charset="0"/>
              </a:rPr>
              <a:t>servidor de e-mail</a:t>
            </a:r>
          </a:p>
        </p:txBody>
      </p:sp>
      <p:sp>
        <p:nvSpPr>
          <p:cNvPr id="350" name="Text Box 84">
            <a:extLst>
              <a:ext uri="{FF2B5EF4-FFF2-40B4-BE49-F238E27FC236}">
                <a16:creationId xmlns:a16="http://schemas.microsoft.com/office/drawing/2014/main" id="{BF948EC1-0E64-1446-8EBB-3F705B661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i="0">
                <a:solidFill>
                  <a:srgbClr val="000000"/>
                </a:solidFill>
                <a:latin typeface="Arial" charset="0"/>
                <a:cs typeface="Arial" charset="0"/>
              </a:rPr>
              <a:t>servidor Web</a:t>
            </a:r>
          </a:p>
        </p:txBody>
      </p:sp>
      <p:sp>
        <p:nvSpPr>
          <p:cNvPr id="351" name="Line 20">
            <a:extLst>
              <a:ext uri="{FF2B5EF4-FFF2-40B4-BE49-F238E27FC236}">
                <a16:creationId xmlns:a16="http://schemas.microsoft.com/office/drawing/2014/main" id="{CA36AD85-4F0F-B949-9B2B-9D467D7BC8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8878" y="4735513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2" name="Line 21">
            <a:extLst>
              <a:ext uri="{FF2B5EF4-FFF2-40B4-BE49-F238E27FC236}">
                <a16:creationId xmlns:a16="http://schemas.microsoft.com/office/drawing/2014/main" id="{2C2F95BF-E0B6-CF4E-AC71-5428A58F04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6228" y="4783138"/>
            <a:ext cx="271462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3" name="Line 22">
            <a:extLst>
              <a:ext uri="{FF2B5EF4-FFF2-40B4-BE49-F238E27FC236}">
                <a16:creationId xmlns:a16="http://schemas.microsoft.com/office/drawing/2014/main" id="{4B6A0F97-8361-514F-ABF1-10DAB9513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5328" y="4811713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54" name="Group 44">
            <a:extLst>
              <a:ext uri="{FF2B5EF4-FFF2-40B4-BE49-F238E27FC236}">
                <a16:creationId xmlns:a16="http://schemas.microsoft.com/office/drawing/2014/main" id="{941C3232-2EC1-3E45-861B-43206D07B044}"/>
              </a:ext>
            </a:extLst>
          </p:cNvPr>
          <p:cNvGrpSpPr>
            <a:grpSpLocks/>
          </p:cNvGrpSpPr>
          <p:nvPr/>
        </p:nvGrpSpPr>
        <p:grpSpPr bwMode="auto"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id="355" name="Picture 45" descr="desktop_computer_stylized_medium">
              <a:extLst>
                <a:ext uri="{FF2B5EF4-FFF2-40B4-BE49-F238E27FC236}">
                  <a16:creationId xmlns:a16="http://schemas.microsoft.com/office/drawing/2014/main" id="{56C4DE76-422A-3F41-B5E3-7E3F0577EA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6" name="Freeform 46">
              <a:extLst>
                <a:ext uri="{FF2B5EF4-FFF2-40B4-BE49-F238E27FC236}">
                  <a16:creationId xmlns:a16="http://schemas.microsoft.com/office/drawing/2014/main" id="{102BD1D2-8765-F94B-AE22-07E54C03C4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7" name="Group 44">
            <a:extLst>
              <a:ext uri="{FF2B5EF4-FFF2-40B4-BE49-F238E27FC236}">
                <a16:creationId xmlns:a16="http://schemas.microsoft.com/office/drawing/2014/main" id="{04CCA9C4-C7E7-0D49-8ED5-C0A424C22AFF}"/>
              </a:ext>
            </a:extLst>
          </p:cNvPr>
          <p:cNvGrpSpPr>
            <a:grpSpLocks/>
          </p:cNvGrpSpPr>
          <p:nvPr/>
        </p:nvGrpSpPr>
        <p:grpSpPr bwMode="auto"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id="358" name="Picture 45" descr="desktop_computer_stylized_medium">
              <a:extLst>
                <a:ext uri="{FF2B5EF4-FFF2-40B4-BE49-F238E27FC236}">
                  <a16:creationId xmlns:a16="http://schemas.microsoft.com/office/drawing/2014/main" id="{A1E987A4-00BB-DE46-B53A-3E267AEDB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" name="Freeform 46">
              <a:extLst>
                <a:ext uri="{FF2B5EF4-FFF2-40B4-BE49-F238E27FC236}">
                  <a16:creationId xmlns:a16="http://schemas.microsoft.com/office/drawing/2014/main" id="{105A5D6D-DF1C-E04D-AF77-07EB2A6B5B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60" name="Group 44">
            <a:extLst>
              <a:ext uri="{FF2B5EF4-FFF2-40B4-BE49-F238E27FC236}">
                <a16:creationId xmlns:a16="http://schemas.microsoft.com/office/drawing/2014/main" id="{B09E3AAA-200D-6348-AB8E-E9E0B74D373A}"/>
              </a:ext>
            </a:extLst>
          </p:cNvPr>
          <p:cNvGrpSpPr>
            <a:grpSpLocks/>
          </p:cNvGrpSpPr>
          <p:nvPr/>
        </p:nvGrpSpPr>
        <p:grpSpPr bwMode="auto"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id="361" name="Picture 45" descr="desktop_computer_stylized_medium">
              <a:extLst>
                <a:ext uri="{FF2B5EF4-FFF2-40B4-BE49-F238E27FC236}">
                  <a16:creationId xmlns:a16="http://schemas.microsoft.com/office/drawing/2014/main" id="{DC09FF8D-C636-6347-BC58-1E42C10B35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46">
              <a:extLst>
                <a:ext uri="{FF2B5EF4-FFF2-40B4-BE49-F238E27FC236}">
                  <a16:creationId xmlns:a16="http://schemas.microsoft.com/office/drawing/2014/main" id="{5CEDCE92-3307-C345-B156-BC62565D2A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63" name="Line 21">
            <a:extLst>
              <a:ext uri="{FF2B5EF4-FFF2-40B4-BE49-F238E27FC236}">
                <a16:creationId xmlns:a16="http://schemas.microsoft.com/office/drawing/2014/main" id="{8707D218-BC2D-E147-BF42-31916D82F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4403" y="4741863"/>
            <a:ext cx="377825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64" name="Line 22">
            <a:extLst>
              <a:ext uri="{FF2B5EF4-FFF2-40B4-BE49-F238E27FC236}">
                <a16:creationId xmlns:a16="http://schemas.microsoft.com/office/drawing/2014/main" id="{8DA81E08-E605-2C4A-B116-07559D95DF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6178" y="5237163"/>
            <a:ext cx="120650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65" name="Line 22">
            <a:extLst>
              <a:ext uri="{FF2B5EF4-FFF2-40B4-BE49-F238E27FC236}">
                <a16:creationId xmlns:a16="http://schemas.microsoft.com/office/drawing/2014/main" id="{74B35603-8088-6343-A1DD-EFD3214ED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990" y="5248275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66" name="Line 20">
            <a:extLst>
              <a:ext uri="{FF2B5EF4-FFF2-40B4-BE49-F238E27FC236}">
                <a16:creationId xmlns:a16="http://schemas.microsoft.com/office/drawing/2014/main" id="{6DFE18D9-1340-4D4E-BCDA-2F5EB7328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9390" y="5129213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44">
            <a:extLst>
              <a:ext uri="{FF2B5EF4-FFF2-40B4-BE49-F238E27FC236}">
                <a16:creationId xmlns:a16="http://schemas.microsoft.com/office/drawing/2014/main" id="{2BB0F214-8617-AC45-AF28-614088ABC5AF}"/>
              </a:ext>
            </a:extLst>
          </p:cNvPr>
          <p:cNvGrpSpPr>
            <a:grpSpLocks/>
          </p:cNvGrpSpPr>
          <p:nvPr/>
        </p:nvGrpSpPr>
        <p:grpSpPr bwMode="auto"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id="368" name="Picture 45" descr="desktop_computer_stylized_medium">
              <a:extLst>
                <a:ext uri="{FF2B5EF4-FFF2-40B4-BE49-F238E27FC236}">
                  <a16:creationId xmlns:a16="http://schemas.microsoft.com/office/drawing/2014/main" id="{D749DC47-C064-0840-8A4D-B6E7E9B42D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" name="Freeform 46">
              <a:extLst>
                <a:ext uri="{FF2B5EF4-FFF2-40B4-BE49-F238E27FC236}">
                  <a16:creationId xmlns:a16="http://schemas.microsoft.com/office/drawing/2014/main" id="{798F3421-D990-3C41-BAEF-6AD50E20B4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70" name="Group 44">
            <a:extLst>
              <a:ext uri="{FF2B5EF4-FFF2-40B4-BE49-F238E27FC236}">
                <a16:creationId xmlns:a16="http://schemas.microsoft.com/office/drawing/2014/main" id="{490EB974-D8DC-2041-A57F-76393D20BB6D}"/>
              </a:ext>
            </a:extLst>
          </p:cNvPr>
          <p:cNvGrpSpPr>
            <a:grpSpLocks/>
          </p:cNvGrpSpPr>
          <p:nvPr/>
        </p:nvGrpSpPr>
        <p:grpSpPr bwMode="auto"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id="371" name="Picture 45" descr="desktop_computer_stylized_medium">
              <a:extLst>
                <a:ext uri="{FF2B5EF4-FFF2-40B4-BE49-F238E27FC236}">
                  <a16:creationId xmlns:a16="http://schemas.microsoft.com/office/drawing/2014/main" id="{1957017E-88FD-1641-944A-A44AF61DDA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2" name="Freeform 46">
              <a:extLst>
                <a:ext uri="{FF2B5EF4-FFF2-40B4-BE49-F238E27FC236}">
                  <a16:creationId xmlns:a16="http://schemas.microsoft.com/office/drawing/2014/main" id="{5905493A-8F06-CA4E-98F5-D104CA7308A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75" name="Group 44">
            <a:extLst>
              <a:ext uri="{FF2B5EF4-FFF2-40B4-BE49-F238E27FC236}">
                <a16:creationId xmlns:a16="http://schemas.microsoft.com/office/drawing/2014/main" id="{546516DA-D987-804E-B9DE-22A3D14F68D4}"/>
              </a:ext>
            </a:extLst>
          </p:cNvPr>
          <p:cNvGrpSpPr>
            <a:grpSpLocks/>
          </p:cNvGrpSpPr>
          <p:nvPr/>
        </p:nvGrpSpPr>
        <p:grpSpPr bwMode="auto"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id="376" name="Picture 45" descr="desktop_computer_stylized_medium">
              <a:extLst>
                <a:ext uri="{FF2B5EF4-FFF2-40B4-BE49-F238E27FC236}">
                  <a16:creationId xmlns:a16="http://schemas.microsoft.com/office/drawing/2014/main" id="{4A582920-8075-9B41-9AD3-3968BFABBF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7" name="Freeform 46">
              <a:extLst>
                <a:ext uri="{FF2B5EF4-FFF2-40B4-BE49-F238E27FC236}">
                  <a16:creationId xmlns:a16="http://schemas.microsoft.com/office/drawing/2014/main" id="{5232BF48-896A-2440-A098-B901E4E7D2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78" name="Line 20">
            <a:extLst>
              <a:ext uri="{FF2B5EF4-FFF2-40B4-BE49-F238E27FC236}">
                <a16:creationId xmlns:a16="http://schemas.microsoft.com/office/drawing/2014/main" id="{DBEDF0CB-00D7-0548-824A-81E9C6FA50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8453" y="5003800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79" name="Line 21">
            <a:extLst>
              <a:ext uri="{FF2B5EF4-FFF2-40B4-BE49-F238E27FC236}">
                <a16:creationId xmlns:a16="http://schemas.microsoft.com/office/drawing/2014/main" id="{5327C553-0FC2-8C41-80DD-5D1C853FF8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85803" y="5051425"/>
            <a:ext cx="271462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80" name="Line 22">
            <a:extLst>
              <a:ext uri="{FF2B5EF4-FFF2-40B4-BE49-F238E27FC236}">
                <a16:creationId xmlns:a16="http://schemas.microsoft.com/office/drawing/2014/main" id="{2522FB8B-3AB1-AB43-8650-28F7ACFDE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4903" y="5080000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81" name="Group 44">
            <a:extLst>
              <a:ext uri="{FF2B5EF4-FFF2-40B4-BE49-F238E27FC236}">
                <a16:creationId xmlns:a16="http://schemas.microsoft.com/office/drawing/2014/main" id="{05CBF0A1-4254-5C4B-8A95-3790E40E52D6}"/>
              </a:ext>
            </a:extLst>
          </p:cNvPr>
          <p:cNvGrpSpPr>
            <a:grpSpLocks/>
          </p:cNvGrpSpPr>
          <p:nvPr/>
        </p:nvGrpSpPr>
        <p:grpSpPr bwMode="auto"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id="382" name="Picture 45" descr="desktop_computer_stylized_medium">
              <a:extLst>
                <a:ext uri="{FF2B5EF4-FFF2-40B4-BE49-F238E27FC236}">
                  <a16:creationId xmlns:a16="http://schemas.microsoft.com/office/drawing/2014/main" id="{48A3D65B-B90E-114C-B7F8-81813E2AE6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3" name="Freeform 46">
              <a:extLst>
                <a:ext uri="{FF2B5EF4-FFF2-40B4-BE49-F238E27FC236}">
                  <a16:creationId xmlns:a16="http://schemas.microsoft.com/office/drawing/2014/main" id="{8C40008B-9985-4946-A656-DC94A014C4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84" name="Group 44">
            <a:extLst>
              <a:ext uri="{FF2B5EF4-FFF2-40B4-BE49-F238E27FC236}">
                <a16:creationId xmlns:a16="http://schemas.microsoft.com/office/drawing/2014/main" id="{48F1C933-4EBC-5043-9E08-EED2B5CD3B6B}"/>
              </a:ext>
            </a:extLst>
          </p:cNvPr>
          <p:cNvGrpSpPr>
            <a:grpSpLocks/>
          </p:cNvGrpSpPr>
          <p:nvPr/>
        </p:nvGrpSpPr>
        <p:grpSpPr bwMode="auto"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id="385" name="Picture 45" descr="desktop_computer_stylized_medium">
              <a:extLst>
                <a:ext uri="{FF2B5EF4-FFF2-40B4-BE49-F238E27FC236}">
                  <a16:creationId xmlns:a16="http://schemas.microsoft.com/office/drawing/2014/main" id="{DD47D611-8FDA-9145-8B8C-7E0DAF88A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6" name="Freeform 46">
              <a:extLst>
                <a:ext uri="{FF2B5EF4-FFF2-40B4-BE49-F238E27FC236}">
                  <a16:creationId xmlns:a16="http://schemas.microsoft.com/office/drawing/2014/main" id="{2005903E-2F47-354D-9158-187170A92C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87" name="Group 44">
            <a:extLst>
              <a:ext uri="{FF2B5EF4-FFF2-40B4-BE49-F238E27FC236}">
                <a16:creationId xmlns:a16="http://schemas.microsoft.com/office/drawing/2014/main" id="{442B24C8-889C-A148-AD4B-172A25362150}"/>
              </a:ext>
            </a:extLst>
          </p:cNvPr>
          <p:cNvGrpSpPr>
            <a:grpSpLocks/>
          </p:cNvGrpSpPr>
          <p:nvPr/>
        </p:nvGrpSpPr>
        <p:grpSpPr bwMode="auto"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id="388" name="Picture 45" descr="desktop_computer_stylized_medium">
              <a:extLst>
                <a:ext uri="{FF2B5EF4-FFF2-40B4-BE49-F238E27FC236}">
                  <a16:creationId xmlns:a16="http://schemas.microsoft.com/office/drawing/2014/main" id="{EE095724-2313-224E-A105-C354F085A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" name="Freeform 46">
              <a:extLst>
                <a:ext uri="{FF2B5EF4-FFF2-40B4-BE49-F238E27FC236}">
                  <a16:creationId xmlns:a16="http://schemas.microsoft.com/office/drawing/2014/main" id="{E5278B7E-CF34-8644-9800-2590E12D127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0" name="Line 20">
            <a:extLst>
              <a:ext uri="{FF2B5EF4-FFF2-40B4-BE49-F238E27FC236}">
                <a16:creationId xmlns:a16="http://schemas.microsoft.com/office/drawing/2014/main" id="{F31177A2-08FB-D649-8137-218BCBAA95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72928" y="5049838"/>
            <a:ext cx="606425" cy="312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1" name="Line 21">
            <a:extLst>
              <a:ext uri="{FF2B5EF4-FFF2-40B4-BE49-F238E27FC236}">
                <a16:creationId xmlns:a16="http://schemas.microsoft.com/office/drawing/2014/main" id="{86917A5E-DF0C-3645-A831-E70C6AECBF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9378" y="5003800"/>
            <a:ext cx="271462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2" name="Line 22">
            <a:extLst>
              <a:ext uri="{FF2B5EF4-FFF2-40B4-BE49-F238E27FC236}">
                <a16:creationId xmlns:a16="http://schemas.microsoft.com/office/drawing/2014/main" id="{59638B79-290F-974B-AA54-66E4644BD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8478" y="5032375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93" name="Group 44">
            <a:extLst>
              <a:ext uri="{FF2B5EF4-FFF2-40B4-BE49-F238E27FC236}">
                <a16:creationId xmlns:a16="http://schemas.microsoft.com/office/drawing/2014/main" id="{6DC045E6-78AD-5649-9438-E026B64715BA}"/>
              </a:ext>
            </a:extLst>
          </p:cNvPr>
          <p:cNvGrpSpPr>
            <a:grpSpLocks/>
          </p:cNvGrpSpPr>
          <p:nvPr/>
        </p:nvGrpSpPr>
        <p:grpSpPr bwMode="auto"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id="394" name="Picture 45" descr="desktop_computer_stylized_medium">
              <a:extLst>
                <a:ext uri="{FF2B5EF4-FFF2-40B4-BE49-F238E27FC236}">
                  <a16:creationId xmlns:a16="http://schemas.microsoft.com/office/drawing/2014/main" id="{08EEEF9C-176E-0740-8B83-5B2CC85CF9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5" name="Freeform 46">
              <a:extLst>
                <a:ext uri="{FF2B5EF4-FFF2-40B4-BE49-F238E27FC236}">
                  <a16:creationId xmlns:a16="http://schemas.microsoft.com/office/drawing/2014/main" id="{CF428064-F6F1-E346-B336-6FAD5386D25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96" name="Group 44">
            <a:extLst>
              <a:ext uri="{FF2B5EF4-FFF2-40B4-BE49-F238E27FC236}">
                <a16:creationId xmlns:a16="http://schemas.microsoft.com/office/drawing/2014/main" id="{F7DC80A6-D9DB-F84F-9225-1A52CA48A6D5}"/>
              </a:ext>
            </a:extLst>
          </p:cNvPr>
          <p:cNvGrpSpPr>
            <a:grpSpLocks/>
          </p:cNvGrpSpPr>
          <p:nvPr/>
        </p:nvGrpSpPr>
        <p:grpSpPr bwMode="auto"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id="397" name="Picture 45" descr="desktop_computer_stylized_medium">
              <a:extLst>
                <a:ext uri="{FF2B5EF4-FFF2-40B4-BE49-F238E27FC236}">
                  <a16:creationId xmlns:a16="http://schemas.microsoft.com/office/drawing/2014/main" id="{5B916C64-22C9-964E-A895-2BB4426577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8" name="Freeform 46">
              <a:extLst>
                <a:ext uri="{FF2B5EF4-FFF2-40B4-BE49-F238E27FC236}">
                  <a16:creationId xmlns:a16="http://schemas.microsoft.com/office/drawing/2014/main" id="{8F1A2616-3F9C-1443-8FC2-598CBA0777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99" name="Group 44">
            <a:extLst>
              <a:ext uri="{FF2B5EF4-FFF2-40B4-BE49-F238E27FC236}">
                <a16:creationId xmlns:a16="http://schemas.microsoft.com/office/drawing/2014/main" id="{164A88BF-33ED-D647-BB76-7AD2B2966070}"/>
              </a:ext>
            </a:extLst>
          </p:cNvPr>
          <p:cNvGrpSpPr>
            <a:grpSpLocks/>
          </p:cNvGrpSpPr>
          <p:nvPr/>
        </p:nvGrpSpPr>
        <p:grpSpPr bwMode="auto"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id="400" name="Picture 45" descr="desktop_computer_stylized_medium">
              <a:extLst>
                <a:ext uri="{FF2B5EF4-FFF2-40B4-BE49-F238E27FC236}">
                  <a16:creationId xmlns:a16="http://schemas.microsoft.com/office/drawing/2014/main" id="{6D8BE219-D629-4344-9062-A7BB61D92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1" name="Freeform 46">
              <a:extLst>
                <a:ext uri="{FF2B5EF4-FFF2-40B4-BE49-F238E27FC236}">
                  <a16:creationId xmlns:a16="http://schemas.microsoft.com/office/drawing/2014/main" id="{860563F5-CC50-744F-87D1-5CFECCB56D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3" name="Line 20">
            <a:extLst>
              <a:ext uri="{FF2B5EF4-FFF2-40B4-BE49-F238E27FC236}">
                <a16:creationId xmlns:a16="http://schemas.microsoft.com/office/drawing/2014/main" id="{0E474B3A-FCAF-C343-A649-E9B83258A0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3478" y="5081588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05" name="Group 44">
            <a:extLst>
              <a:ext uri="{FF2B5EF4-FFF2-40B4-BE49-F238E27FC236}">
                <a16:creationId xmlns:a16="http://schemas.microsoft.com/office/drawing/2014/main" id="{DEE37EF7-2C39-C140-B9D9-3CA9F1B65775}"/>
              </a:ext>
            </a:extLst>
          </p:cNvPr>
          <p:cNvGrpSpPr>
            <a:grpSpLocks/>
          </p:cNvGrpSpPr>
          <p:nvPr/>
        </p:nvGrpSpPr>
        <p:grpSpPr bwMode="auto"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id="406" name="Picture 45" descr="desktop_computer_stylized_medium">
              <a:extLst>
                <a:ext uri="{FF2B5EF4-FFF2-40B4-BE49-F238E27FC236}">
                  <a16:creationId xmlns:a16="http://schemas.microsoft.com/office/drawing/2014/main" id="{2D3AB814-7A31-8245-A0F5-F7361A6BDD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7" name="Freeform 46">
              <a:extLst>
                <a:ext uri="{FF2B5EF4-FFF2-40B4-BE49-F238E27FC236}">
                  <a16:creationId xmlns:a16="http://schemas.microsoft.com/office/drawing/2014/main" id="{95F1AA1F-5CA8-1C4B-808E-D7B05ACF05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9" name="Group 906">
            <a:extLst>
              <a:ext uri="{FF2B5EF4-FFF2-40B4-BE49-F238E27FC236}">
                <a16:creationId xmlns:a16="http://schemas.microsoft.com/office/drawing/2014/main" id="{9FA00216-E422-F043-A6BC-D7F2D6292183}"/>
              </a:ext>
            </a:extLst>
          </p:cNvPr>
          <p:cNvGrpSpPr>
            <a:grpSpLocks/>
          </p:cNvGrpSpPr>
          <p:nvPr/>
        </p:nvGrpSpPr>
        <p:grpSpPr bwMode="auto"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410" name="Freeform 907">
              <a:extLst>
                <a:ext uri="{FF2B5EF4-FFF2-40B4-BE49-F238E27FC236}">
                  <a16:creationId xmlns:a16="http://schemas.microsoft.com/office/drawing/2014/main" id="{A6DCAB35-6772-A346-860B-3DEC4F19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Rectangle 908">
              <a:extLst>
                <a:ext uri="{FF2B5EF4-FFF2-40B4-BE49-F238E27FC236}">
                  <a16:creationId xmlns:a16="http://schemas.microsoft.com/office/drawing/2014/main" id="{AEDDB3DD-EAAE-AF4D-8BD3-0D7469DF3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12" name="Freeform 909">
              <a:extLst>
                <a:ext uri="{FF2B5EF4-FFF2-40B4-BE49-F238E27FC236}">
                  <a16:creationId xmlns:a16="http://schemas.microsoft.com/office/drawing/2014/main" id="{222A8086-05CB-6D4D-B2D7-85C20BFFB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Freeform 910">
              <a:extLst>
                <a:ext uri="{FF2B5EF4-FFF2-40B4-BE49-F238E27FC236}">
                  <a16:creationId xmlns:a16="http://schemas.microsoft.com/office/drawing/2014/main" id="{3CEAD03B-5C15-7242-8F96-B847E73D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Rectangle 911">
              <a:extLst>
                <a:ext uri="{FF2B5EF4-FFF2-40B4-BE49-F238E27FC236}">
                  <a16:creationId xmlns:a16="http://schemas.microsoft.com/office/drawing/2014/main" id="{BE2E6454-71F1-DB4F-BE07-4D20497AD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15" name="Group 912">
              <a:extLst>
                <a:ext uri="{FF2B5EF4-FFF2-40B4-BE49-F238E27FC236}">
                  <a16:creationId xmlns:a16="http://schemas.microsoft.com/office/drawing/2014/main" id="{F1AC1EA4-26B9-C24D-B883-A8FE35EF8F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1" name="AutoShape 913">
                <a:extLst>
                  <a:ext uri="{FF2B5EF4-FFF2-40B4-BE49-F238E27FC236}">
                    <a16:creationId xmlns:a16="http://schemas.microsoft.com/office/drawing/2014/main" id="{6B532944-5855-E44E-A4E9-213C05A03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42" name="AutoShape 914">
                <a:extLst>
                  <a:ext uri="{FF2B5EF4-FFF2-40B4-BE49-F238E27FC236}">
                    <a16:creationId xmlns:a16="http://schemas.microsoft.com/office/drawing/2014/main" id="{E8DB8C4C-A541-224F-A24E-230E9ADAC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16" name="Rectangle 915">
              <a:extLst>
                <a:ext uri="{FF2B5EF4-FFF2-40B4-BE49-F238E27FC236}">
                  <a16:creationId xmlns:a16="http://schemas.microsoft.com/office/drawing/2014/main" id="{FB0B862A-AC1F-C244-BE2A-3909E5F85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17" name="Group 916">
              <a:extLst>
                <a:ext uri="{FF2B5EF4-FFF2-40B4-BE49-F238E27FC236}">
                  <a16:creationId xmlns:a16="http://schemas.microsoft.com/office/drawing/2014/main" id="{C81C8D89-3C65-4940-881B-9EE41418B1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8" name="AutoShape 917">
                <a:extLst>
                  <a:ext uri="{FF2B5EF4-FFF2-40B4-BE49-F238E27FC236}">
                    <a16:creationId xmlns:a16="http://schemas.microsoft.com/office/drawing/2014/main" id="{970A92D1-DE3D-A746-82B2-D9CE1A643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40" name="AutoShape 918">
                <a:extLst>
                  <a:ext uri="{FF2B5EF4-FFF2-40B4-BE49-F238E27FC236}">
                    <a16:creationId xmlns:a16="http://schemas.microsoft.com/office/drawing/2014/main" id="{CBF27E18-7854-324C-AA43-69A4BA77A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18" name="Rectangle 919">
              <a:extLst>
                <a:ext uri="{FF2B5EF4-FFF2-40B4-BE49-F238E27FC236}">
                  <a16:creationId xmlns:a16="http://schemas.microsoft.com/office/drawing/2014/main" id="{4C856C7C-9B4D-E34E-BEF8-6FE14DF3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19" name="Rectangle 920">
              <a:extLst>
                <a:ext uri="{FF2B5EF4-FFF2-40B4-BE49-F238E27FC236}">
                  <a16:creationId xmlns:a16="http://schemas.microsoft.com/office/drawing/2014/main" id="{E75357F7-348C-7C46-AE06-7A7DF580A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20" name="Group 921">
              <a:extLst>
                <a:ext uri="{FF2B5EF4-FFF2-40B4-BE49-F238E27FC236}">
                  <a16:creationId xmlns:a16="http://schemas.microsoft.com/office/drawing/2014/main" id="{FF488E2B-47A2-B440-A599-04535AB72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6" name="AutoShape 922">
                <a:extLst>
                  <a:ext uri="{FF2B5EF4-FFF2-40B4-BE49-F238E27FC236}">
                    <a16:creationId xmlns:a16="http://schemas.microsoft.com/office/drawing/2014/main" id="{415D750D-E3C1-6E4E-B4EC-3463E7619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7" name="AutoShape 923">
                <a:extLst>
                  <a:ext uri="{FF2B5EF4-FFF2-40B4-BE49-F238E27FC236}">
                    <a16:creationId xmlns:a16="http://schemas.microsoft.com/office/drawing/2014/main" id="{37701C35-EF2F-B04C-BD54-87B4B1643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21" name="Freeform 924">
              <a:extLst>
                <a:ext uri="{FF2B5EF4-FFF2-40B4-BE49-F238E27FC236}">
                  <a16:creationId xmlns:a16="http://schemas.microsoft.com/office/drawing/2014/main" id="{E22AAC27-6B47-3742-B283-B9A1BD59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22" name="Group 925">
              <a:extLst>
                <a:ext uri="{FF2B5EF4-FFF2-40B4-BE49-F238E27FC236}">
                  <a16:creationId xmlns:a16="http://schemas.microsoft.com/office/drawing/2014/main" id="{4FBE4506-2CCA-2F46-A053-51F3D09B33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4" name="AutoShape 926">
                <a:extLst>
                  <a:ext uri="{FF2B5EF4-FFF2-40B4-BE49-F238E27FC236}">
                    <a16:creationId xmlns:a16="http://schemas.microsoft.com/office/drawing/2014/main" id="{4AEB9237-7E7B-A84B-8DE4-0516B792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5" name="AutoShape 927">
                <a:extLst>
                  <a:ext uri="{FF2B5EF4-FFF2-40B4-BE49-F238E27FC236}">
                    <a16:creationId xmlns:a16="http://schemas.microsoft.com/office/drawing/2014/main" id="{E5DA622B-C9CC-BA47-961A-7980BB631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23" name="Rectangle 928">
              <a:extLst>
                <a:ext uri="{FF2B5EF4-FFF2-40B4-BE49-F238E27FC236}">
                  <a16:creationId xmlns:a16="http://schemas.microsoft.com/office/drawing/2014/main" id="{8706B57A-1C9E-8744-AB23-A6BA829A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4" name="Freeform 929">
              <a:extLst>
                <a:ext uri="{FF2B5EF4-FFF2-40B4-BE49-F238E27FC236}">
                  <a16:creationId xmlns:a16="http://schemas.microsoft.com/office/drawing/2014/main" id="{F32936CF-B1D3-E548-8F28-FA4ADA6EF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Freeform 930">
              <a:extLst>
                <a:ext uri="{FF2B5EF4-FFF2-40B4-BE49-F238E27FC236}">
                  <a16:creationId xmlns:a16="http://schemas.microsoft.com/office/drawing/2014/main" id="{4BB4341B-5C57-D949-B418-C55712B18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Oval 931">
              <a:extLst>
                <a:ext uri="{FF2B5EF4-FFF2-40B4-BE49-F238E27FC236}">
                  <a16:creationId xmlns:a16="http://schemas.microsoft.com/office/drawing/2014/main" id="{394FB08B-5FA1-3048-8588-FBA09886A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7" name="Freeform 932">
              <a:extLst>
                <a:ext uri="{FF2B5EF4-FFF2-40B4-BE49-F238E27FC236}">
                  <a16:creationId xmlns:a16="http://schemas.microsoft.com/office/drawing/2014/main" id="{29E6F9D3-F17E-A144-BBD9-7523BE3D5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8" name="AutoShape 933">
              <a:extLst>
                <a:ext uri="{FF2B5EF4-FFF2-40B4-BE49-F238E27FC236}">
                  <a16:creationId xmlns:a16="http://schemas.microsoft.com/office/drawing/2014/main" id="{D7E1D2B9-3681-3047-A7AF-EECD87500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9" name="AutoShape 934">
              <a:extLst>
                <a:ext uri="{FF2B5EF4-FFF2-40B4-BE49-F238E27FC236}">
                  <a16:creationId xmlns:a16="http://schemas.microsoft.com/office/drawing/2014/main" id="{C311279F-1D0A-2D4E-B6EB-9C1AE2949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0" name="Oval 935">
              <a:extLst>
                <a:ext uri="{FF2B5EF4-FFF2-40B4-BE49-F238E27FC236}">
                  <a16:creationId xmlns:a16="http://schemas.microsoft.com/office/drawing/2014/main" id="{C5C3F5E3-0BBB-854A-A8B1-DEADB4DC3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936">
              <a:extLst>
                <a:ext uri="{FF2B5EF4-FFF2-40B4-BE49-F238E27FC236}">
                  <a16:creationId xmlns:a16="http://schemas.microsoft.com/office/drawing/2014/main" id="{94E44572-FDAB-9D47-A897-89E0D3D3D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2" name="Oval 937">
              <a:extLst>
                <a:ext uri="{FF2B5EF4-FFF2-40B4-BE49-F238E27FC236}">
                  <a16:creationId xmlns:a16="http://schemas.microsoft.com/office/drawing/2014/main" id="{73E691BA-07FF-3643-9EB3-CC062E94E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3" name="Rectangle 938">
              <a:extLst>
                <a:ext uri="{FF2B5EF4-FFF2-40B4-BE49-F238E27FC236}">
                  <a16:creationId xmlns:a16="http://schemas.microsoft.com/office/drawing/2014/main" id="{9658C81D-C19E-F24D-B06A-39A73010F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443" name="Group 906">
            <a:extLst>
              <a:ext uri="{FF2B5EF4-FFF2-40B4-BE49-F238E27FC236}">
                <a16:creationId xmlns:a16="http://schemas.microsoft.com/office/drawing/2014/main" id="{FFB99537-5E59-B644-AEB4-233A66C95366}"/>
              </a:ext>
            </a:extLst>
          </p:cNvPr>
          <p:cNvGrpSpPr>
            <a:grpSpLocks/>
          </p:cNvGrpSpPr>
          <p:nvPr/>
        </p:nvGrpSpPr>
        <p:grpSpPr bwMode="auto"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444" name="Freeform 907">
              <a:extLst>
                <a:ext uri="{FF2B5EF4-FFF2-40B4-BE49-F238E27FC236}">
                  <a16:creationId xmlns:a16="http://schemas.microsoft.com/office/drawing/2014/main" id="{BB807DDF-4DDF-6F4B-845D-CF6391B2E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Rectangle 908">
              <a:extLst>
                <a:ext uri="{FF2B5EF4-FFF2-40B4-BE49-F238E27FC236}">
                  <a16:creationId xmlns:a16="http://schemas.microsoft.com/office/drawing/2014/main" id="{B7550DCD-25D6-154E-995F-FFFAE1F68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6" name="Freeform 909">
              <a:extLst>
                <a:ext uri="{FF2B5EF4-FFF2-40B4-BE49-F238E27FC236}">
                  <a16:creationId xmlns:a16="http://schemas.microsoft.com/office/drawing/2014/main" id="{7410F70D-EA20-E144-83F7-22C56E473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910">
              <a:extLst>
                <a:ext uri="{FF2B5EF4-FFF2-40B4-BE49-F238E27FC236}">
                  <a16:creationId xmlns:a16="http://schemas.microsoft.com/office/drawing/2014/main" id="{2276AAC4-1AF3-2146-A809-02D976615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Rectangle 911">
              <a:extLst>
                <a:ext uri="{FF2B5EF4-FFF2-40B4-BE49-F238E27FC236}">
                  <a16:creationId xmlns:a16="http://schemas.microsoft.com/office/drawing/2014/main" id="{04D7B686-975F-EC43-A7D8-457A254E8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49" name="Group 912">
              <a:extLst>
                <a:ext uri="{FF2B5EF4-FFF2-40B4-BE49-F238E27FC236}">
                  <a16:creationId xmlns:a16="http://schemas.microsoft.com/office/drawing/2014/main" id="{7F435D06-BA46-DB48-91BB-46CF713E2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74" name="AutoShape 913">
                <a:extLst>
                  <a:ext uri="{FF2B5EF4-FFF2-40B4-BE49-F238E27FC236}">
                    <a16:creationId xmlns:a16="http://schemas.microsoft.com/office/drawing/2014/main" id="{D8D71F51-73F7-694D-AA70-44AD27E40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75" name="AutoShape 914">
                <a:extLst>
                  <a:ext uri="{FF2B5EF4-FFF2-40B4-BE49-F238E27FC236}">
                    <a16:creationId xmlns:a16="http://schemas.microsoft.com/office/drawing/2014/main" id="{2A4CD895-5D57-C846-B8B5-773EAD0FE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50" name="Rectangle 915">
              <a:extLst>
                <a:ext uri="{FF2B5EF4-FFF2-40B4-BE49-F238E27FC236}">
                  <a16:creationId xmlns:a16="http://schemas.microsoft.com/office/drawing/2014/main" id="{8F0CEBF5-51C2-8F4E-A20F-D95B3F3DA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51" name="Group 916">
              <a:extLst>
                <a:ext uri="{FF2B5EF4-FFF2-40B4-BE49-F238E27FC236}">
                  <a16:creationId xmlns:a16="http://schemas.microsoft.com/office/drawing/2014/main" id="{AB037EC5-0777-3348-B801-D80BB4A068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72" name="AutoShape 917">
                <a:extLst>
                  <a:ext uri="{FF2B5EF4-FFF2-40B4-BE49-F238E27FC236}">
                    <a16:creationId xmlns:a16="http://schemas.microsoft.com/office/drawing/2014/main" id="{57705BC2-4269-A546-A2F7-44D6E6FA6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73" name="AutoShape 918">
                <a:extLst>
                  <a:ext uri="{FF2B5EF4-FFF2-40B4-BE49-F238E27FC236}">
                    <a16:creationId xmlns:a16="http://schemas.microsoft.com/office/drawing/2014/main" id="{606F8FBB-6E7D-5240-AB6F-3743412B8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52" name="Rectangle 919">
              <a:extLst>
                <a:ext uri="{FF2B5EF4-FFF2-40B4-BE49-F238E27FC236}">
                  <a16:creationId xmlns:a16="http://schemas.microsoft.com/office/drawing/2014/main" id="{8764B3B1-163F-6743-BB00-4BEBDFA76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53" name="Rectangle 920">
              <a:extLst>
                <a:ext uri="{FF2B5EF4-FFF2-40B4-BE49-F238E27FC236}">
                  <a16:creationId xmlns:a16="http://schemas.microsoft.com/office/drawing/2014/main" id="{31A39B1E-BEC2-484D-A529-ED02B246B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54" name="Group 921">
              <a:extLst>
                <a:ext uri="{FF2B5EF4-FFF2-40B4-BE49-F238E27FC236}">
                  <a16:creationId xmlns:a16="http://schemas.microsoft.com/office/drawing/2014/main" id="{8518BA7E-0F47-1642-8C94-0EEF9F7EA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0" name="AutoShape 922">
                <a:extLst>
                  <a:ext uri="{FF2B5EF4-FFF2-40B4-BE49-F238E27FC236}">
                    <a16:creationId xmlns:a16="http://schemas.microsoft.com/office/drawing/2014/main" id="{93172085-A077-D449-B4F0-964160352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71" name="AutoShape 923">
                <a:extLst>
                  <a:ext uri="{FF2B5EF4-FFF2-40B4-BE49-F238E27FC236}">
                    <a16:creationId xmlns:a16="http://schemas.microsoft.com/office/drawing/2014/main" id="{9CD7E6D4-1563-CC47-9787-5045B582D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55" name="Freeform 924">
              <a:extLst>
                <a:ext uri="{FF2B5EF4-FFF2-40B4-BE49-F238E27FC236}">
                  <a16:creationId xmlns:a16="http://schemas.microsoft.com/office/drawing/2014/main" id="{717941A9-04EE-C24B-86D5-FAD41723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6" name="Group 925">
              <a:extLst>
                <a:ext uri="{FF2B5EF4-FFF2-40B4-BE49-F238E27FC236}">
                  <a16:creationId xmlns:a16="http://schemas.microsoft.com/office/drawing/2014/main" id="{02A7942B-5E16-664A-AD8B-9FCCC81FDE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68" name="AutoShape 926">
                <a:extLst>
                  <a:ext uri="{FF2B5EF4-FFF2-40B4-BE49-F238E27FC236}">
                    <a16:creationId xmlns:a16="http://schemas.microsoft.com/office/drawing/2014/main" id="{70D7759D-E01C-DE4B-90E5-9E27F2F4D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69" name="AutoShape 927">
                <a:extLst>
                  <a:ext uri="{FF2B5EF4-FFF2-40B4-BE49-F238E27FC236}">
                    <a16:creationId xmlns:a16="http://schemas.microsoft.com/office/drawing/2014/main" id="{52773811-A440-9246-B4E6-A2AB3D516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57" name="Rectangle 928">
              <a:extLst>
                <a:ext uri="{FF2B5EF4-FFF2-40B4-BE49-F238E27FC236}">
                  <a16:creationId xmlns:a16="http://schemas.microsoft.com/office/drawing/2014/main" id="{2B266F5F-A708-CB4C-8E5D-A7C3959DF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58" name="Freeform 929">
              <a:extLst>
                <a:ext uri="{FF2B5EF4-FFF2-40B4-BE49-F238E27FC236}">
                  <a16:creationId xmlns:a16="http://schemas.microsoft.com/office/drawing/2014/main" id="{5852E06D-545E-CA4C-8238-C649A61E2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Freeform 930">
              <a:extLst>
                <a:ext uri="{FF2B5EF4-FFF2-40B4-BE49-F238E27FC236}">
                  <a16:creationId xmlns:a16="http://schemas.microsoft.com/office/drawing/2014/main" id="{42EE8B88-BF03-304C-9E14-BCBF64A23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Oval 931">
              <a:extLst>
                <a:ext uri="{FF2B5EF4-FFF2-40B4-BE49-F238E27FC236}">
                  <a16:creationId xmlns:a16="http://schemas.microsoft.com/office/drawing/2014/main" id="{74C7C49F-A655-9D4D-A31E-196191599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1" name="Freeform 932">
              <a:extLst>
                <a:ext uri="{FF2B5EF4-FFF2-40B4-BE49-F238E27FC236}">
                  <a16:creationId xmlns:a16="http://schemas.microsoft.com/office/drawing/2014/main" id="{927851E8-58B0-EE45-9D21-E7B0DCE90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AutoShape 933">
              <a:extLst>
                <a:ext uri="{FF2B5EF4-FFF2-40B4-BE49-F238E27FC236}">
                  <a16:creationId xmlns:a16="http://schemas.microsoft.com/office/drawing/2014/main" id="{7EC4AB0D-E1AA-7347-A2C2-89F18FBF1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3" name="AutoShape 934">
              <a:extLst>
                <a:ext uri="{FF2B5EF4-FFF2-40B4-BE49-F238E27FC236}">
                  <a16:creationId xmlns:a16="http://schemas.microsoft.com/office/drawing/2014/main" id="{1E4BDC9C-CD6F-0B4F-A99F-51B87F9CA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4" name="Oval 935">
              <a:extLst>
                <a:ext uri="{FF2B5EF4-FFF2-40B4-BE49-F238E27FC236}">
                  <a16:creationId xmlns:a16="http://schemas.microsoft.com/office/drawing/2014/main" id="{0B33FC98-AC2F-614C-9455-D77527D7D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5" name="Oval 936">
              <a:extLst>
                <a:ext uri="{FF2B5EF4-FFF2-40B4-BE49-F238E27FC236}">
                  <a16:creationId xmlns:a16="http://schemas.microsoft.com/office/drawing/2014/main" id="{6FEEFCEB-E528-BB43-A2A5-DD1F31DB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6" name="Oval 937">
              <a:extLst>
                <a:ext uri="{FF2B5EF4-FFF2-40B4-BE49-F238E27FC236}">
                  <a16:creationId xmlns:a16="http://schemas.microsoft.com/office/drawing/2014/main" id="{495857E5-6CAF-F843-9D1C-1A92C264C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67" name="Rectangle 938">
              <a:extLst>
                <a:ext uri="{FF2B5EF4-FFF2-40B4-BE49-F238E27FC236}">
                  <a16:creationId xmlns:a16="http://schemas.microsoft.com/office/drawing/2014/main" id="{9E0DC27B-37F7-D049-AA0C-9AB63EC63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7E3426FA-3482-5E4A-A528-0E8E566A4D7E}"/>
              </a:ext>
            </a:extLst>
          </p:cNvPr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5B50E342-10AE-DD45-B84C-290673A4820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2BA9AB2A-EBFD-5D41-ACFD-A73D2D397A5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9" name="Group 488">
              <a:extLst>
                <a:ext uri="{FF2B5EF4-FFF2-40B4-BE49-F238E27FC236}">
                  <a16:creationId xmlns:a16="http://schemas.microsoft.com/office/drawing/2014/main" id="{75E7BF97-6EB0-9B4B-812E-F41672042DF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532D22AD-3B9D-DC46-94FD-EF7A344D65E2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E3DA8968-5BE7-7A4D-B9D3-E505E57CD6A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38F10849-6789-B147-9F87-B51CE4DE4E0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3" name="Freeform 492">
                <a:extLst>
                  <a:ext uri="{FF2B5EF4-FFF2-40B4-BE49-F238E27FC236}">
                    <a16:creationId xmlns:a16="http://schemas.microsoft.com/office/drawing/2014/main" id="{0484EB68-033C-1642-B24F-4A3A9B54A45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EDB87E7C-D7FD-D444-9A5D-25D76A2CE906}"/>
              </a:ext>
            </a:extLst>
          </p:cNvPr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BC20C5BE-F060-ED46-8005-38BC63A57B6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9E7D6CAC-C7AB-3943-99DE-0F0AA0F6448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0D41025D-1978-4D43-9CC3-306E9010B7D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1" name="Freeform 500">
                <a:extLst>
                  <a:ext uri="{FF2B5EF4-FFF2-40B4-BE49-F238E27FC236}">
                    <a16:creationId xmlns:a16="http://schemas.microsoft.com/office/drawing/2014/main" id="{52CB287C-BAC6-394B-8022-7463D50891E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2" name="Freeform 501">
                <a:extLst>
                  <a:ext uri="{FF2B5EF4-FFF2-40B4-BE49-F238E27FC236}">
                    <a16:creationId xmlns:a16="http://schemas.microsoft.com/office/drawing/2014/main" id="{5DEB1CA4-CAC3-C240-9AAF-91D0139DA8B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1C2693DA-778C-4944-919A-CF21C578E11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F6DC7364-F4E4-CF49-BB2A-77390D7D6B7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7B0CED86-761A-374B-AB2F-FCFDE7448080}"/>
              </a:ext>
            </a:extLst>
          </p:cNvPr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9BBAA179-C5C9-934E-87E1-FA617CE006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C29E590F-6825-9A40-A498-A44BF2188D5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2A3D89C3-8CC4-AA4C-8A47-636A30916C8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97371B1-6A40-1543-86A4-EE158E3D1C3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49607A7E-6C2B-1A4F-A0AC-371B2BF0E95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A4992BAF-197D-0A46-B4D7-0A015D6E4E29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14ECF90B-EFDD-434F-8F31-3916EDC8747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E9A6FA6C-F6BD-FA40-BBDA-D7EA0AED53F2}"/>
              </a:ext>
            </a:extLst>
          </p:cNvPr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CAE2F039-DD40-3A48-9AC8-9C2A99EEFA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6D740F9F-16A3-B143-8C62-AC01C4B6EFA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222CD540-1DC4-CE47-8E55-94622339956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1" name="Freeform 540">
                <a:extLst>
                  <a:ext uri="{FF2B5EF4-FFF2-40B4-BE49-F238E27FC236}">
                    <a16:creationId xmlns:a16="http://schemas.microsoft.com/office/drawing/2014/main" id="{7BB2F9F3-42C5-C14F-874D-38916950811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F5CA110F-36BE-0544-8D7E-2DE8D4B4741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209D7ABC-C606-2A48-A8BD-7A7EE760D92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672D5EB4-39AD-D845-85C0-1E266B28683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077C9074-AE78-0E43-AFCC-F714715C1D80}"/>
              </a:ext>
            </a:extLst>
          </p:cNvPr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7C2B1C24-ED53-7248-9224-FDF65E2FB02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6B962A42-1C84-294B-971C-D6BB6C70822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64" name="Group 563">
              <a:extLst>
                <a:ext uri="{FF2B5EF4-FFF2-40B4-BE49-F238E27FC236}">
                  <a16:creationId xmlns:a16="http://schemas.microsoft.com/office/drawing/2014/main" id="{4507F2CE-D7DB-B34C-A5C0-1D0636D5EEE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65" name="Freeform 564">
                <a:extLst>
                  <a:ext uri="{FF2B5EF4-FFF2-40B4-BE49-F238E27FC236}">
                    <a16:creationId xmlns:a16="http://schemas.microsoft.com/office/drawing/2014/main" id="{37028B07-0480-9843-B746-F1C1B22906F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6" name="Freeform 565">
                <a:extLst>
                  <a:ext uri="{FF2B5EF4-FFF2-40B4-BE49-F238E27FC236}">
                    <a16:creationId xmlns:a16="http://schemas.microsoft.com/office/drawing/2014/main" id="{1531C185-F635-6D42-ADCA-E4BE28DB258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7" name="Freeform 566">
                <a:extLst>
                  <a:ext uri="{FF2B5EF4-FFF2-40B4-BE49-F238E27FC236}">
                    <a16:creationId xmlns:a16="http://schemas.microsoft.com/office/drawing/2014/main" id="{264F9469-1DC3-3C41-8274-0B629F42DC2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8" name="Freeform 567">
                <a:extLst>
                  <a:ext uri="{FF2B5EF4-FFF2-40B4-BE49-F238E27FC236}">
                    <a16:creationId xmlns:a16="http://schemas.microsoft.com/office/drawing/2014/main" id="{C51DDA58-AB33-EB45-A6DC-64C2A9A27FF3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55DFCCBC-22D3-2D40-9740-FFE6A5719573}"/>
              </a:ext>
            </a:extLst>
          </p:cNvPr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7A98DD32-3395-6C44-9263-FD896166264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B4972D53-F88E-F841-9E16-8268923AB1FA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2" name="Group 571">
              <a:extLst>
                <a:ext uri="{FF2B5EF4-FFF2-40B4-BE49-F238E27FC236}">
                  <a16:creationId xmlns:a16="http://schemas.microsoft.com/office/drawing/2014/main" id="{88BF304D-88B6-4840-AEA5-FDE07CDB9B4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73" name="Freeform 572">
                <a:extLst>
                  <a:ext uri="{FF2B5EF4-FFF2-40B4-BE49-F238E27FC236}">
                    <a16:creationId xmlns:a16="http://schemas.microsoft.com/office/drawing/2014/main" id="{5D8F1ECA-65DB-0A40-8059-392C8EBB1351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4" name="Freeform 573">
                <a:extLst>
                  <a:ext uri="{FF2B5EF4-FFF2-40B4-BE49-F238E27FC236}">
                    <a16:creationId xmlns:a16="http://schemas.microsoft.com/office/drawing/2014/main" id="{01153B8F-C99F-FD4D-AE0D-172E3D5276B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5" name="Freeform 574">
                <a:extLst>
                  <a:ext uri="{FF2B5EF4-FFF2-40B4-BE49-F238E27FC236}">
                    <a16:creationId xmlns:a16="http://schemas.microsoft.com/office/drawing/2014/main" id="{62AAEB46-CB40-6041-83A4-8D950D0F868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6" name="Freeform 575">
                <a:extLst>
                  <a:ext uri="{FF2B5EF4-FFF2-40B4-BE49-F238E27FC236}">
                    <a16:creationId xmlns:a16="http://schemas.microsoft.com/office/drawing/2014/main" id="{80F12A0B-3E4C-0444-989C-75899CBF68F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584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Switches vs. roteadores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21" name="Freeform 3">
            <a:extLst>
              <a:ext uri="{FF2B5EF4-FFF2-40B4-BE49-F238E27FC236}">
                <a16:creationId xmlns:a16="http://schemas.microsoft.com/office/drawing/2014/main" id="{01F07BE4-0531-7444-A1F5-60C180F08530}"/>
              </a:ext>
            </a:extLst>
          </p:cNvPr>
          <p:cNvSpPr>
            <a:spLocks/>
          </p:cNvSpPr>
          <p:nvPr/>
        </p:nvSpPr>
        <p:spPr bwMode="auto">
          <a:xfrm flipH="1">
            <a:off x="9361825" y="2092325"/>
            <a:ext cx="638175" cy="803639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22" name="Freeform 10">
            <a:extLst>
              <a:ext uri="{FF2B5EF4-FFF2-40B4-BE49-F238E27FC236}">
                <a16:creationId xmlns:a16="http://schemas.microsoft.com/office/drawing/2014/main" id="{AB992FF6-010D-6E4B-AAE6-09AEF8090B80}"/>
              </a:ext>
            </a:extLst>
          </p:cNvPr>
          <p:cNvSpPr>
            <a:spLocks/>
          </p:cNvSpPr>
          <p:nvPr/>
        </p:nvSpPr>
        <p:spPr bwMode="auto">
          <a:xfrm>
            <a:off x="9349126" y="844952"/>
            <a:ext cx="360363" cy="1517612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24" name="Rectangle 24">
            <a:extLst>
              <a:ext uri="{FF2B5EF4-FFF2-40B4-BE49-F238E27FC236}">
                <a16:creationId xmlns:a16="http://schemas.microsoft.com/office/drawing/2014/main" id="{40F95C2F-93D8-8641-B89D-44099AAF3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225" name="Line 25">
            <a:extLst>
              <a:ext uri="{FF2B5EF4-FFF2-40B4-BE49-F238E27FC236}">
                <a16:creationId xmlns:a16="http://schemas.microsoft.com/office/drawing/2014/main" id="{D33B7F54-4590-CD44-AAC5-D038D030B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539" y="11798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26" name="Text Box 26">
            <a:extLst>
              <a:ext uri="{FF2B5EF4-FFF2-40B4-BE49-F238E27FC236}">
                <a16:creationId xmlns:a16="http://schemas.microsoft.com/office/drawing/2014/main" id="{A909BE45-EB97-0B47-8BBD-A683AD590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aplicação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transporte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rede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enlace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físico</a:t>
            </a:r>
          </a:p>
        </p:txBody>
      </p:sp>
      <p:sp>
        <p:nvSpPr>
          <p:cNvPr id="227" name="Line 27">
            <a:extLst>
              <a:ext uri="{FF2B5EF4-FFF2-40B4-BE49-F238E27FC236}">
                <a16:creationId xmlns:a16="http://schemas.microsoft.com/office/drawing/2014/main" id="{745AFD95-7E6A-4A41-A5E2-AA9F58123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5476" y="15005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28" name="Line 28">
            <a:extLst>
              <a:ext uri="{FF2B5EF4-FFF2-40B4-BE49-F238E27FC236}">
                <a16:creationId xmlns:a16="http://schemas.microsoft.com/office/drawing/2014/main" id="{B0DBF066-F9B4-A742-A513-93884F553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0239" y="178153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29" name="Line 29">
            <a:extLst>
              <a:ext uri="{FF2B5EF4-FFF2-40B4-BE49-F238E27FC236}">
                <a16:creationId xmlns:a16="http://schemas.microsoft.com/office/drawing/2014/main" id="{F534CDCB-A35A-D441-9712-36C2335EB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0239" y="20577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30" name="Group 88">
            <a:extLst>
              <a:ext uri="{FF2B5EF4-FFF2-40B4-BE49-F238E27FC236}">
                <a16:creationId xmlns:a16="http://schemas.microsoft.com/office/drawing/2014/main" id="{99EDF56C-6A01-F94E-A728-5194B4128F84}"/>
              </a:ext>
            </a:extLst>
          </p:cNvPr>
          <p:cNvGrpSpPr>
            <a:grpSpLocks/>
          </p:cNvGrpSpPr>
          <p:nvPr/>
        </p:nvGrpSpPr>
        <p:grpSpPr bwMode="auto"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232" name="Rectangle 90">
              <a:extLst>
                <a:ext uri="{FF2B5EF4-FFF2-40B4-BE49-F238E27FC236}">
                  <a16:creationId xmlns:a16="http://schemas.microsoft.com/office/drawing/2014/main" id="{2B37CAA8-6688-1947-99A7-8F92E5A76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33" name="Line 91">
              <a:extLst>
                <a:ext uri="{FF2B5EF4-FFF2-40B4-BE49-F238E27FC236}">
                  <a16:creationId xmlns:a16="http://schemas.microsoft.com/office/drawing/2014/main" id="{769A4C50-D6BC-5A4A-9CA6-C318AA142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34" name="Text Box 92">
              <a:extLst>
                <a:ext uri="{FF2B5EF4-FFF2-40B4-BE49-F238E27FC236}">
                  <a16:creationId xmlns:a16="http://schemas.microsoft.com/office/drawing/2014/main" id="{3E12E849-9B9D-4241-8E11-CE64E8ECB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rede</a:t>
              </a:r>
            </a:p>
            <a:p>
              <a:pPr marL="0" marR="0" lvl="0" indent="0" algn="ctr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enlace</a:t>
              </a:r>
            </a:p>
            <a:p>
              <a:pPr marL="0" marR="0" lvl="0" indent="0" algn="ctr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físico</a:t>
              </a:r>
            </a:p>
          </p:txBody>
        </p:sp>
        <p:sp>
          <p:nvSpPr>
            <p:cNvPr id="235" name="Line 93">
              <a:extLst>
                <a:ext uri="{FF2B5EF4-FFF2-40B4-BE49-F238E27FC236}">
                  <a16:creationId xmlns:a16="http://schemas.microsoft.com/office/drawing/2014/main" id="{B1DB0967-A4F5-4942-A8F6-F4308097A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grpSp>
        <p:nvGrpSpPr>
          <p:cNvPr id="236" name="Group 94">
            <a:extLst>
              <a:ext uri="{FF2B5EF4-FFF2-40B4-BE49-F238E27FC236}">
                <a16:creationId xmlns:a16="http://schemas.microsoft.com/office/drawing/2014/main" id="{A2F919B7-DD6F-7244-A0F2-19268AF16CDA}"/>
              </a:ext>
            </a:extLst>
          </p:cNvPr>
          <p:cNvGrpSpPr>
            <a:grpSpLocks/>
          </p:cNvGrpSpPr>
          <p:nvPr/>
        </p:nvGrpSpPr>
        <p:grpSpPr bwMode="auto"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238" name="Rectangle 96">
              <a:extLst>
                <a:ext uri="{FF2B5EF4-FFF2-40B4-BE49-F238E27FC236}">
                  <a16:creationId xmlns:a16="http://schemas.microsoft.com/office/drawing/2014/main" id="{A2C107D3-D803-9C4C-8309-56EECF5D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39" name="Line 97">
              <a:extLst>
                <a:ext uri="{FF2B5EF4-FFF2-40B4-BE49-F238E27FC236}">
                  <a16:creationId xmlns:a16="http://schemas.microsoft.com/office/drawing/2014/main" id="{99CB6AF6-DE90-BC49-BA50-9A0CC7951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0" name="Text Box 98">
              <a:extLst>
                <a:ext uri="{FF2B5EF4-FFF2-40B4-BE49-F238E27FC236}">
                  <a16:creationId xmlns:a16="http://schemas.microsoft.com/office/drawing/2014/main" id="{626648BF-F132-7741-A82C-B2A2D25C6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enlace</a:t>
              </a:r>
            </a:p>
            <a:p>
              <a:pPr marL="0" marR="0" lvl="0" indent="0" algn="ctr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físico</a:t>
              </a:r>
            </a:p>
          </p:txBody>
        </p:sp>
      </p:grpSp>
      <p:sp>
        <p:nvSpPr>
          <p:cNvPr id="241" name="Text Box 167">
            <a:extLst>
              <a:ext uri="{FF2B5EF4-FFF2-40B4-BE49-F238E27FC236}">
                <a16:creationId xmlns:a16="http://schemas.microsoft.com/office/drawing/2014/main" id="{0D414E66-52A4-FD45-9F38-C0B146F4F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b="1" i="0">
                <a:solidFill>
                  <a:srgbClr val="000000"/>
                </a:solidFill>
                <a:latin typeface="+mn-lt"/>
                <a:cs typeface="Arial" charset="0"/>
              </a:rPr>
              <a:t>interruptor</a:t>
            </a:r>
          </a:p>
        </p:txBody>
      </p:sp>
      <p:grpSp>
        <p:nvGrpSpPr>
          <p:cNvPr id="242" name="Group 39">
            <a:extLst>
              <a:ext uri="{FF2B5EF4-FFF2-40B4-BE49-F238E27FC236}">
                <a16:creationId xmlns:a16="http://schemas.microsoft.com/office/drawing/2014/main" id="{A9D85F99-184A-C247-8EEF-D6424E29B19D}"/>
              </a:ext>
            </a:extLst>
          </p:cNvPr>
          <p:cNvGrpSpPr>
            <a:grpSpLocks/>
          </p:cNvGrpSpPr>
          <p:nvPr/>
        </p:nvGrpSpPr>
        <p:grpSpPr bwMode="auto"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243" name="Rectangle 40">
              <a:extLst>
                <a:ext uri="{FF2B5EF4-FFF2-40B4-BE49-F238E27FC236}">
                  <a16:creationId xmlns:a16="http://schemas.microsoft.com/office/drawing/2014/main" id="{93627791-CAF3-F246-8904-D04C8A4CA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44" name="Text Box 4">
              <a:extLst>
                <a:ext uri="{FF2B5EF4-FFF2-40B4-BE49-F238E27FC236}">
                  <a16:creationId xmlns:a16="http://schemas.microsoft.com/office/drawing/2014/main" id="{B40F8DAC-E0F6-FF42-8FD8-853D7E460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911"/>
              <a:ext cx="4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pacote</a:t>
              </a:r>
            </a:p>
          </p:txBody>
        </p:sp>
      </p:grpSp>
      <p:sp>
        <p:nvSpPr>
          <p:cNvPr id="246" name="Rectangle 58">
            <a:extLst>
              <a:ext uri="{FF2B5EF4-FFF2-40B4-BE49-F238E27FC236}">
                <a16:creationId xmlns:a16="http://schemas.microsoft.com/office/drawing/2014/main" id="{904DF746-C0E7-BF47-8215-521928307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247" name="Line 59">
            <a:extLst>
              <a:ext uri="{FF2B5EF4-FFF2-40B4-BE49-F238E27FC236}">
                <a16:creationId xmlns:a16="http://schemas.microsoft.com/office/drawing/2014/main" id="{4A61DB1F-938B-0D45-86D5-7E3D32CE6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9114" y="4923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48" name="Text Box 60">
            <a:extLst>
              <a:ext uri="{FF2B5EF4-FFF2-40B4-BE49-F238E27FC236}">
                <a16:creationId xmlns:a16="http://schemas.microsoft.com/office/drawing/2014/main" id="{29965BFE-AAD6-C14F-A3B2-09C709999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aplicação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transporte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rede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enlace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  <a:cs typeface="Arial" charset="0"/>
              </a:rPr>
              <a:t>físico</a:t>
            </a:r>
          </a:p>
        </p:txBody>
      </p:sp>
      <p:sp>
        <p:nvSpPr>
          <p:cNvPr id="249" name="Line 61">
            <a:extLst>
              <a:ext uri="{FF2B5EF4-FFF2-40B4-BE49-F238E27FC236}">
                <a16:creationId xmlns:a16="http://schemas.microsoft.com/office/drawing/2014/main" id="{5777DFE7-3058-8B41-BCBE-0C467A09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7051" y="52438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50" name="Line 62">
            <a:extLst>
              <a:ext uri="{FF2B5EF4-FFF2-40B4-BE49-F238E27FC236}">
                <a16:creationId xmlns:a16="http://schemas.microsoft.com/office/drawing/2014/main" id="{810CDF14-3EE2-C44A-B1BA-C360A7B12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814" y="55248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51" name="Line 63">
            <a:extLst>
              <a:ext uri="{FF2B5EF4-FFF2-40B4-BE49-F238E27FC236}">
                <a16:creationId xmlns:a16="http://schemas.microsoft.com/office/drawing/2014/main" id="{1E96DEAF-7097-7648-BDB7-732EDCB10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814" y="58010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52" name="Freeform 49">
            <a:extLst>
              <a:ext uri="{FF2B5EF4-FFF2-40B4-BE49-F238E27FC236}">
                <a16:creationId xmlns:a16="http://schemas.microsoft.com/office/drawing/2014/main" id="{E2EE8043-3257-FE4A-92F4-B6F48FD9FDFC}"/>
              </a:ext>
            </a:extLst>
          </p:cNvPr>
          <p:cNvSpPr>
            <a:spLocks/>
          </p:cNvSpPr>
          <p:nvPr/>
        </p:nvSpPr>
        <p:spPr bwMode="auto">
          <a:xfrm>
            <a:off x="9264650" y="4613275"/>
            <a:ext cx="406739" cy="1784714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100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3" name="Group 50">
            <a:extLst>
              <a:ext uri="{FF2B5EF4-FFF2-40B4-BE49-F238E27FC236}">
                <a16:creationId xmlns:a16="http://schemas.microsoft.com/office/drawing/2014/main" id="{3FA51AA2-677E-5946-8932-3BD724A74658}"/>
              </a:ext>
            </a:extLst>
          </p:cNvPr>
          <p:cNvGrpSpPr>
            <a:grpSpLocks/>
          </p:cNvGrpSpPr>
          <p:nvPr/>
        </p:nvGrpSpPr>
        <p:grpSpPr bwMode="auto"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254" name="Rectangle 51">
              <a:extLst>
                <a:ext uri="{FF2B5EF4-FFF2-40B4-BE49-F238E27FC236}">
                  <a16:creationId xmlns:a16="http://schemas.microsoft.com/office/drawing/2014/main" id="{105093D3-1052-BA4D-BBC3-7D514C18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Text Box 7">
              <a:extLst>
                <a:ext uri="{FF2B5EF4-FFF2-40B4-BE49-F238E27FC236}">
                  <a16:creationId xmlns:a16="http://schemas.microsoft.com/office/drawing/2014/main" id="{B6817446-3AB0-0941-94BC-0C21B960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7"/>
              <a:ext cx="4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</a:t>
              </a:r>
            </a:p>
          </p:txBody>
        </p:sp>
      </p:grpSp>
      <p:sp>
        <p:nvSpPr>
          <p:cNvPr id="256" name="Freeform 53">
            <a:extLst>
              <a:ext uri="{FF2B5EF4-FFF2-40B4-BE49-F238E27FC236}">
                <a16:creationId xmlns:a16="http://schemas.microsoft.com/office/drawing/2014/main" id="{40CB35A5-C775-B24E-BAD3-715AFA2E5F97}"/>
              </a:ext>
            </a:extLst>
          </p:cNvPr>
          <p:cNvSpPr>
            <a:spLocks/>
          </p:cNvSpPr>
          <p:nvPr/>
        </p:nvSpPr>
        <p:spPr bwMode="auto">
          <a:xfrm>
            <a:off x="8099764" y="663939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57" name="Group 54">
            <a:extLst>
              <a:ext uri="{FF2B5EF4-FFF2-40B4-BE49-F238E27FC236}">
                <a16:creationId xmlns:a16="http://schemas.microsoft.com/office/drawing/2014/main" id="{F9CD8691-4A81-E546-B8E4-9D2D7EC78DD3}"/>
              </a:ext>
            </a:extLst>
          </p:cNvPr>
          <p:cNvGrpSpPr>
            <a:grpSpLocks/>
          </p:cNvGrpSpPr>
          <p:nvPr/>
        </p:nvGrpSpPr>
        <p:grpSpPr bwMode="auto"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258" name="Rectangle 55">
              <a:extLst>
                <a:ext uri="{FF2B5EF4-FFF2-40B4-BE49-F238E27FC236}">
                  <a16:creationId xmlns:a16="http://schemas.microsoft.com/office/drawing/2014/main" id="{5F582994-70F9-254C-9BBF-4D91B2154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59" name="Text Box 7">
              <a:extLst>
                <a:ext uri="{FF2B5EF4-FFF2-40B4-BE49-F238E27FC236}">
                  <a16:creationId xmlns:a16="http://schemas.microsoft.com/office/drawing/2014/main" id="{6B480047-4735-F440-AD49-79B7CB848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7"/>
              <a:ext cx="4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</a:t>
              </a:r>
            </a:p>
          </p:txBody>
        </p:sp>
      </p:grpSp>
      <p:grpSp>
        <p:nvGrpSpPr>
          <p:cNvPr id="260" name="Group 57">
            <a:extLst>
              <a:ext uri="{FF2B5EF4-FFF2-40B4-BE49-F238E27FC236}">
                <a16:creationId xmlns:a16="http://schemas.microsoft.com/office/drawing/2014/main" id="{B859AA0B-050D-C941-823C-E4E952BCB494}"/>
              </a:ext>
            </a:extLst>
          </p:cNvPr>
          <p:cNvGrpSpPr>
            <a:grpSpLocks/>
          </p:cNvGrpSpPr>
          <p:nvPr/>
        </p:nvGrpSpPr>
        <p:grpSpPr bwMode="auto"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261" name="Rectangle 58">
              <a:extLst>
                <a:ext uri="{FF2B5EF4-FFF2-40B4-BE49-F238E27FC236}">
                  <a16:creationId xmlns:a16="http://schemas.microsoft.com/office/drawing/2014/main" id="{520FEFD6-584A-7247-9BEE-CBC003083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62" name="Text Box 7">
              <a:extLst>
                <a:ext uri="{FF2B5EF4-FFF2-40B4-BE49-F238E27FC236}">
                  <a16:creationId xmlns:a16="http://schemas.microsoft.com/office/drawing/2014/main" id="{ADDBB7BA-B523-4144-ABAF-24B0D2DA2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4"/>
              <a:ext cx="4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quadro</a:t>
              </a:r>
            </a:p>
          </p:txBody>
        </p:sp>
      </p:grpSp>
      <p:grpSp>
        <p:nvGrpSpPr>
          <p:cNvPr id="263" name="Group 60">
            <a:extLst>
              <a:ext uri="{FF2B5EF4-FFF2-40B4-BE49-F238E27FC236}">
                <a16:creationId xmlns:a16="http://schemas.microsoft.com/office/drawing/2014/main" id="{8897CB89-B9E0-DE4D-A4A0-0E6A835276E0}"/>
              </a:ext>
            </a:extLst>
          </p:cNvPr>
          <p:cNvGrpSpPr>
            <a:grpSpLocks/>
          </p:cNvGrpSpPr>
          <p:nvPr/>
        </p:nvGrpSpPr>
        <p:grpSpPr bwMode="auto"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264" name="Rectangle 61">
              <a:extLst>
                <a:ext uri="{FF2B5EF4-FFF2-40B4-BE49-F238E27FC236}">
                  <a16:creationId xmlns:a16="http://schemas.microsoft.com/office/drawing/2014/main" id="{8EC4E045-23CD-4D4D-9AE0-1CFBFBBD2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65" name="Text Box 4">
              <a:extLst>
                <a:ext uri="{FF2B5EF4-FFF2-40B4-BE49-F238E27FC236}">
                  <a16:creationId xmlns:a16="http://schemas.microsoft.com/office/drawing/2014/main" id="{D40BDD0B-C795-BE49-93B1-203BB0E2A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" y="919"/>
              <a:ext cx="4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" sz="1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pacote</a:t>
              </a:r>
            </a:p>
          </p:txBody>
        </p:sp>
      </p:grpSp>
      <p:sp>
        <p:nvSpPr>
          <p:cNvPr id="266" name="Freeform 63">
            <a:extLst>
              <a:ext uri="{FF2B5EF4-FFF2-40B4-BE49-F238E27FC236}">
                <a16:creationId xmlns:a16="http://schemas.microsoft.com/office/drawing/2014/main" id="{5370C3AC-7652-584B-A1A9-E013FF8219B8}"/>
              </a:ext>
            </a:extLst>
          </p:cNvPr>
          <p:cNvSpPr>
            <a:spLocks/>
          </p:cNvSpPr>
          <p:nvPr/>
        </p:nvSpPr>
        <p:spPr bwMode="auto">
          <a:xfrm>
            <a:off x="9242764" y="3479800"/>
            <a:ext cx="333036" cy="9747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bg1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67" name="Group 44">
            <a:extLst>
              <a:ext uri="{FF2B5EF4-FFF2-40B4-BE49-F238E27FC236}">
                <a16:creationId xmlns:a16="http://schemas.microsoft.com/office/drawing/2014/main" id="{919B7E9F-8F5F-8440-A2CE-0FC37936B7B9}"/>
              </a:ext>
            </a:extLst>
          </p:cNvPr>
          <p:cNvGrpSpPr>
            <a:grpSpLocks/>
          </p:cNvGrpSpPr>
          <p:nvPr/>
        </p:nvGrpSpPr>
        <p:grpSpPr bwMode="auto"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id="268" name="Picture 45" descr="desktop_computer_stylized_medium">
              <a:extLst>
                <a:ext uri="{FF2B5EF4-FFF2-40B4-BE49-F238E27FC236}">
                  <a16:creationId xmlns:a16="http://schemas.microsoft.com/office/drawing/2014/main" id="{B1A8FCBB-0DDE-8A49-8F61-157033BBCF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9" name="Freeform 46">
              <a:extLst>
                <a:ext uri="{FF2B5EF4-FFF2-40B4-BE49-F238E27FC236}">
                  <a16:creationId xmlns:a16="http://schemas.microsoft.com/office/drawing/2014/main" id="{CD07C411-AE4D-9944-871E-4D956D09EB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grpSp>
        <p:nvGrpSpPr>
          <p:cNvPr id="270" name="Group 44">
            <a:extLst>
              <a:ext uri="{FF2B5EF4-FFF2-40B4-BE49-F238E27FC236}">
                <a16:creationId xmlns:a16="http://schemas.microsoft.com/office/drawing/2014/main" id="{FED5811E-55B1-CB4F-A7F6-E2DB2227A207}"/>
              </a:ext>
            </a:extLst>
          </p:cNvPr>
          <p:cNvGrpSpPr>
            <a:grpSpLocks/>
          </p:cNvGrpSpPr>
          <p:nvPr/>
        </p:nvGrpSpPr>
        <p:grpSpPr bwMode="auto"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id="271" name="Picture 45" descr="desktop_computer_stylized_medium">
              <a:extLst>
                <a:ext uri="{FF2B5EF4-FFF2-40B4-BE49-F238E27FC236}">
                  <a16:creationId xmlns:a16="http://schemas.microsoft.com/office/drawing/2014/main" id="{DAC5DA2F-A245-084F-88A6-0B1CA06A2B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2" name="Freeform 46">
              <a:extLst>
                <a:ext uri="{FF2B5EF4-FFF2-40B4-BE49-F238E27FC236}">
                  <a16:creationId xmlns:a16="http://schemas.microsoft.com/office/drawing/2014/main" id="{7F81D0E8-D949-8340-BAA4-FACAF209E1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74" name="Slide Number Placeholder 5">
            <a:extLst>
              <a:ext uri="{FF2B5EF4-FFF2-40B4-BE49-F238E27FC236}">
                <a16:creationId xmlns:a16="http://schemas.microsoft.com/office/drawing/2014/main" id="{C80E33CF-F2F1-8845-97F1-802F89D5CB8B}"/>
              </a:ext>
            </a:extLst>
          </p:cNvPr>
          <p:cNvSpPr txBox="1">
            <a:spLocks/>
          </p:cNvSpPr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pt" sz="1200">
                <a:solidFill>
                  <a:srgbClr val="000000"/>
                </a:solidFill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solidFill>
                  <a:srgbClr val="000000"/>
                </a:solidFill>
                <a:latin typeface="Tahoma" charset="0"/>
              </a:rPr>
              <a:pPr/>
              <a:t>73</a:t>
            </a:fld>
            <a:endParaRPr lang="en-US" sz="1200">
              <a:solidFill>
                <a:srgbClr val="000000"/>
              </a:solidFill>
              <a:latin typeface="Tahoma" charset="0"/>
            </a:endParaRP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6DB73E28-359B-0D44-919E-7D576FF49810}"/>
              </a:ext>
            </a:extLst>
          </p:cNvPr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6FF260AB-3623-1541-8810-5D38FD706BC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8E0FB9FE-D5C1-F441-81C2-D0BDD75CF2F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16A8BBE1-A115-D94A-AB3D-932C52B2CCD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E632F04-B824-F24E-98A6-1C6189B5D07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BD78FFCE-583D-8D49-9DA6-5DB4C3DF02F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7991B3E7-75B9-F24D-8313-C898F7A28E30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ACB88455-804A-7740-B912-3AA1AA670D4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901C6627-1DCF-2049-84D1-192052A1D393}"/>
              </a:ext>
            </a:extLst>
          </p:cNvPr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BE684CCD-414D-8E47-AA7F-53C0B4E9B1A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CDAB3155-198F-9E49-9692-760762600E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80396737-09C0-7C4A-A270-73907BCCF9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E92282CC-91FB-4F46-8BF9-915E613138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87BECC80-2C78-C544-82A6-8865B57817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8DE6C25-8200-BB48-A3FA-57CBE9613C2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8F6125B-3A5F-394B-A7E8-7917BA0EB18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sp>
        <p:nvSpPr>
          <p:cNvPr id="302" name="Rectangle 3">
            <a:extLst>
              <a:ext uri="{FF2B5EF4-FFF2-40B4-BE49-F238E27FC236}">
                <a16:creationId xmlns:a16="http://schemas.microsoft.com/office/drawing/2014/main" id="{795B37CE-BA46-A349-8A61-92AB4E79040F}"/>
              </a:ext>
            </a:extLst>
          </p:cNvPr>
          <p:cNvSpPr txBox="1">
            <a:spLocks noChangeArrowheads="1"/>
          </p:cNvSpPr>
          <p:nvPr/>
        </p:nvSpPr>
        <p:spPr>
          <a:xfrm>
            <a:off x="859600" y="1465262"/>
            <a:ext cx="6368771" cy="46771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Font typeface="Wingdings" charset="0"/>
              <a:buNone/>
              <a:defRPr/>
            </a:pPr>
            <a:r>
              <a:rPr lang="pt" sz="2400">
                <a:solidFill>
                  <a:srgbClr val="C00000"/>
                </a:solidFill>
              </a:rPr>
              <a:t>ambos são store-and-forward: </a:t>
            </a:r>
          </a:p>
          <a:p>
            <a:pPr marL="342900" indent="-342900">
              <a:buSzPct val="100000"/>
              <a:buFont typeface="Arial" charset="2"/>
              <a:buChar char="•"/>
              <a:defRPr/>
            </a:pPr>
            <a:r>
              <a:rPr lang="pt" sz="2400" i="1">
                <a:solidFill>
                  <a:srgbClr val="0000A8"/>
                </a:solidFill>
              </a:rPr>
              <a:t>roteadores</a:t>
            </a:r>
            <a:r>
              <a:rPr lang="pt" sz="2400">
                <a:solidFill>
                  <a:srgbClr val="CC0000"/>
                </a:solidFill>
              </a:rPr>
              <a:t>: </a:t>
            </a:r>
            <a:r>
              <a:rPr lang="pt" sz="2400"/>
              <a:t>dispositivos da camada de rede (examine os cabeçalhos da camada de rede)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 marL="342900" indent="-342900">
              <a:buSzPct val="100000"/>
              <a:buFont typeface="Arial" charset="2"/>
              <a:buChar char="•"/>
              <a:defRPr/>
            </a:pPr>
            <a:r>
              <a:rPr lang="pt" sz="2400" i="1">
                <a:solidFill>
                  <a:srgbClr val="0000A8"/>
                </a:solidFill>
              </a:rPr>
              <a:t>switches: </a:t>
            </a:r>
            <a:r>
              <a:rPr lang="pt" sz="2400"/>
              <a:t>dispositivos de camada de enlace (examinar cabeçalhos de camada de enlace)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 marL="0" indent="0">
              <a:buSzPct val="100000"/>
              <a:buNone/>
              <a:defRPr/>
            </a:pPr>
            <a:endParaRPr lang="pt" sz="2400"/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en-US" sz="2400" i="1">
              <a:solidFill>
                <a:srgbClr val="CC0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pt" sz="2400">
                <a:solidFill>
                  <a:srgbClr val="C00000"/>
                </a:solidFill>
              </a:rPr>
              <a:t>Ambos têm tabelas de encaminhamento:</a:t>
            </a:r>
          </a:p>
          <a:p>
            <a:pPr marL="231775" indent="-231775">
              <a:lnSpc>
                <a:spcPct val="80000"/>
              </a:lnSpc>
              <a:buSzPct val="100000"/>
              <a:buFont typeface="Arial" charset="2"/>
              <a:buChar char="•"/>
              <a:defRPr/>
            </a:pPr>
            <a:r>
              <a:rPr lang="pt" sz="2400" i="1">
                <a:solidFill>
                  <a:srgbClr val="0000A8"/>
                </a:solidFill>
              </a:rPr>
              <a:t>roteadores: </a:t>
            </a:r>
            <a:r>
              <a:rPr lang="pt" sz="2400"/>
              <a:t>processa as tabelas usando algoritmos de roteamento, endereços IP</a:t>
            </a:r>
            <a:endParaRPr lang="pt" sz="2400">
              <a:ea typeface="Calibri" panose="020F0502020204030204"/>
              <a:cs typeface="Calibri" panose="020F0502020204030204"/>
            </a:endParaRPr>
          </a:p>
          <a:p>
            <a:pPr marL="231775" indent="-231775">
              <a:lnSpc>
                <a:spcPct val="80000"/>
              </a:lnSpc>
              <a:buSzPct val="100000"/>
              <a:buFont typeface="Arial" charset="2"/>
              <a:buChar char="•"/>
              <a:defRPr/>
            </a:pPr>
            <a:r>
              <a:rPr lang="pt" sz="2400" i="1">
                <a:solidFill>
                  <a:srgbClr val="0000A8"/>
                </a:solidFill>
              </a:rPr>
              <a:t>switches: </a:t>
            </a:r>
            <a:r>
              <a:rPr lang="pt" sz="2400"/>
              <a:t>aprende a tabela de encaminhamento usando inundação, aprendizado, endereços MAC </a:t>
            </a:r>
            <a:endParaRPr lang="p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3" name="Rectangle 3">
            <a:extLst>
              <a:ext uri="{FF2B5EF4-FFF2-40B4-BE49-F238E27FC236}">
                <a16:creationId xmlns:a16="http://schemas.microsoft.com/office/drawing/2014/main" id="{2E27120A-F39B-F74A-A7B4-81F35A55090D}"/>
              </a:ext>
            </a:extLst>
          </p:cNvPr>
          <p:cNvSpPr txBox="1">
            <a:spLocks noChangeArrowheads="1"/>
          </p:cNvSpPr>
          <p:nvPr/>
        </p:nvSpPr>
        <p:spPr>
          <a:xfrm>
            <a:off x="857455" y="3613887"/>
            <a:ext cx="6270404" cy="2503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pt"/>
          </a:p>
        </p:txBody>
      </p:sp>
    </p:spTree>
    <p:extLst>
      <p:ext uri="{BB962C8B-B14F-4D97-AF65-F5344CB8AC3E}">
        <p14:creationId xmlns:p14="http://schemas.microsoft.com/office/powerpoint/2010/main" val="246235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pt" altLang="en-US">
                <a:cs typeface="Calibri" panose="020F0502020204030204" pitchFamily="34" charset="0"/>
              </a:rPr>
              <a:t>Camada de link, LANs: roteiro</a:t>
            </a:r>
            <a:endParaRPr lang="en-US" sz="4400"/>
          </a:p>
        </p:txBody>
      </p:sp>
      <p:pic>
        <p:nvPicPr>
          <p:cNvPr id="6" name="Picture 5" descr="Um trem cruzando uma ponte sobre um corpo de água&#10;&#10;Descrição gerada automaticamente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-457200">
              <a:buClr>
                <a:schemeClr val="bg1">
                  <a:lumMod val="75000"/>
                </a:schemeClr>
              </a:buClr>
              <a:buFont typeface="Arial" pitchFamily="2" charset="2"/>
              <a:buChar char="•"/>
              <a:defRPr/>
            </a:pPr>
            <a:r>
              <a:rPr lang="pt">
                <a:solidFill>
                  <a:schemeClr val="bg1">
                    <a:lumMod val="75000"/>
                  </a:schemeClr>
                </a:solidFill>
              </a:rPr>
              <a:t>Um dia na vida de uma solicitação da web</a:t>
            </a:r>
            <a:endParaRPr lang="pt-BR"/>
          </a:p>
          <a:p>
            <a:pPr lvl="1"/>
            <a:endParaRPr lang="en-US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Introdução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detecção de erros, correção 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Protocolos de acesso múltiplo</a:t>
            </a:r>
          </a:p>
          <a:p>
            <a:pPr marL="468630" indent="-457200">
              <a:spcBef>
                <a:spcPts val="600"/>
              </a:spcBef>
              <a:buClr>
                <a:srgbClr val="0000A8"/>
              </a:buClr>
              <a:buFont typeface="Arial"/>
              <a:buChar char="•"/>
            </a:pPr>
            <a:r>
              <a:rPr lang="pt" altLang="en-US" sz="3200">
                <a:solidFill>
                  <a:srgbClr val="C00000"/>
                </a:solidFill>
                <a:ea typeface="ＭＳ Ｐゴシック"/>
                <a:cs typeface="Arial"/>
              </a:rPr>
              <a:t>LANs</a:t>
            </a:r>
          </a:p>
          <a:p>
            <a:pPr marL="811530" lvl="1" indent="-457200">
              <a:spcBef>
                <a:spcPts val="600"/>
              </a:spcBef>
              <a:buFont typeface="Arial"/>
            </a:pPr>
            <a:r>
              <a:rPr lang="pt" altLang="en-US" sz="2800">
                <a:ea typeface="ＭＳ Ｐゴシック"/>
                <a:cs typeface="Arial"/>
              </a:rPr>
              <a:t>Endereçamento, ARP</a:t>
            </a:r>
          </a:p>
          <a:p>
            <a:pPr marL="811530" lvl="1" indent="-457200">
              <a:spcBef>
                <a:spcPts val="600"/>
              </a:spcBef>
              <a:buFont typeface="Arial"/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811530" lvl="1" indent="-457200">
              <a:spcBef>
                <a:spcPts val="600"/>
              </a:spcBef>
              <a:buFont typeface="Arial"/>
            </a:pPr>
            <a:r>
              <a:rPr lang="pt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811530" lvl="1" indent="-457200">
              <a:spcBef>
                <a:spcPts val="600"/>
              </a:spcBef>
              <a:buFont typeface="Arial"/>
            </a:pPr>
            <a:r>
              <a:rPr lang="pt" altLang="en-US" sz="2800">
                <a:solidFill>
                  <a:srgbClr val="C00000"/>
                </a:solidFill>
                <a:ea typeface="ＭＳ Ｐゴシック"/>
                <a:cs typeface="Arial"/>
              </a:rPr>
              <a:t>VLANs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virtualização de links: MPLS</a:t>
            </a:r>
          </a:p>
          <a:p>
            <a:pPr marL="468630" indent="-4572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/>
              <a:buChar char="•"/>
            </a:pPr>
            <a:r>
              <a:rPr lang="pt" altLang="en-US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Rede de data center</a:t>
            </a:r>
          </a:p>
          <a:p>
            <a:pPr marL="468630" indent="-457200">
              <a:spcBef>
                <a:spcPts val="600"/>
              </a:spcBef>
              <a:buFont typeface="Arial"/>
              <a:buChar char="•"/>
            </a:pPr>
            <a:endParaRPr lang="en-US" altLang="en-US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811530" lvl="1" indent="-457200">
              <a:spcBef>
                <a:spcPts val="600"/>
              </a:spcBef>
              <a:buFont typeface="Arial"/>
            </a:pP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80E6DF-6C7C-1345-9369-EDA38A72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+mn-lt"/>
              </a:rPr>
              <a:t>LANs virtuais (VLANs): motivação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90E4507-2CDA-014C-9F4F-8030F04F859E}"/>
              </a:ext>
            </a:extLst>
          </p:cNvPr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0A8A98-CA9C-0447-A884-8B9F07077C06}"/>
              </a:ext>
            </a:extLst>
          </p:cNvPr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FAF7F944-BF94-374F-9872-EC0AA6C7AB53}"/>
                </a:ext>
              </a:extLst>
            </p:cNvPr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B08275E2-D861-284C-8508-F089B5612D6A}"/>
                </a:ext>
              </a:extLst>
            </p:cNvPr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pt" sz="1600"/>
                <a:t>EE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  <a:defRPr/>
            </a:pPr>
            <a:endParaRPr lang="en-US" sz="2400">
              <a:latin typeface="Gill Sans M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98900-434E-1D40-BAB0-BA6898679488}"/>
              </a:ext>
            </a:extLst>
          </p:cNvPr>
          <p:cNvSpPr txBox="1"/>
          <p:nvPr/>
        </p:nvSpPr>
        <p:spPr>
          <a:xfrm>
            <a:off x="785611" y="1262130"/>
            <a:ext cx="10676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" sz="2800" i="1" err="1">
                <a:solidFill>
                  <a:srgbClr val="0000A8"/>
                </a:solidFill>
              </a:rPr>
              <a:t>P</a:t>
            </a:r>
            <a:r>
              <a:rPr lang="pt" sz="2800" i="1">
                <a:solidFill>
                  <a:srgbClr val="0000A8"/>
                </a:solidFill>
              </a:rPr>
              <a:t>: </a:t>
            </a:r>
            <a:r>
              <a:rPr lang="pt" sz="2800"/>
              <a:t>o que acontece quando os tamanhos da LAN são dimensionados, os usuários mudam o ponto de conexão?</a:t>
            </a: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6086904" y="2420551"/>
            <a:ext cx="5782614" cy="258865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0">
              <a:buNone/>
              <a:defRPr/>
            </a:pPr>
            <a:r>
              <a:rPr lang="pt">
                <a:solidFill>
                  <a:srgbClr val="0000A8"/>
                </a:solidFill>
              </a:rPr>
              <a:t>Domínio de transmissão único:</a:t>
            </a:r>
          </a:p>
          <a:p>
            <a:pPr marL="803275" lvl="1" indent="-457200">
              <a:buFont typeface="Arial" pitchFamily="2" charset="2"/>
              <a:buChar char="•"/>
              <a:defRPr/>
            </a:pPr>
            <a:r>
              <a:rPr lang="pt" sz="2600" i="1">
                <a:solidFill>
                  <a:srgbClr val="0000A8"/>
                </a:solidFill>
              </a:rPr>
              <a:t>dimensionamento: </a:t>
            </a:r>
            <a:r>
              <a:rPr lang="pt" sz="2600"/>
              <a:t>todo o tráfego de broadcast de camada 2 (ARP, DHCP, MAC desconhecido) deve cruzar toda a LAN </a:t>
            </a:r>
            <a:endParaRPr lang="pt" sz="2600">
              <a:ea typeface="Calibri" panose="020F0502020204030204"/>
              <a:cs typeface="Calibri" panose="020F0502020204030204"/>
            </a:endParaRPr>
          </a:p>
          <a:p>
            <a:pPr marL="803275" lvl="1" indent="-457200">
              <a:buFont typeface="Arial" pitchFamily="2" charset="2"/>
              <a:buChar char="•"/>
              <a:defRPr/>
            </a:pPr>
            <a:r>
              <a:rPr lang="pt" sz="2600"/>
              <a:t>Eficiência, segurança, questões de privacidade</a:t>
            </a:r>
            <a:endParaRPr lang="pt" sz="2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D4C2E31-2716-2B4A-B2D3-C2E8341C74D1}"/>
              </a:ext>
            </a:extLst>
          </p:cNvPr>
          <p:cNvSpPr txBox="1"/>
          <p:nvPr/>
        </p:nvSpPr>
        <p:spPr>
          <a:xfrm>
            <a:off x="969431" y="3743860"/>
            <a:ext cx="1212640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pt" sz="1600"/>
              <a:t>Ciência da </a:t>
            </a:r>
          </a:p>
          <a:p>
            <a:pPr>
              <a:lnSpc>
                <a:spcPct val="85000"/>
              </a:lnSpc>
            </a:pPr>
            <a:r>
              <a:rPr lang="pt" sz="1600"/>
              <a:t>computação</a:t>
            </a:r>
          </a:p>
        </p:txBody>
      </p:sp>
    </p:spTree>
    <p:extLst>
      <p:ext uri="{BB962C8B-B14F-4D97-AF65-F5344CB8AC3E}">
        <p14:creationId xmlns:p14="http://schemas.microsoft.com/office/powerpoint/2010/main" val="165162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455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Calibri" panose="020F0502020204030204"/>
              </a:rPr>
              <a:t>LANs virtuais (VLANs): motivação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919CCB5A-F7A6-3041-8DED-98B562399C29}"/>
              </a:ext>
            </a:extLst>
          </p:cNvPr>
          <p:cNvSpPr txBox="1">
            <a:spLocks noChangeArrowheads="1"/>
          </p:cNvSpPr>
          <p:nvPr/>
        </p:nvSpPr>
        <p:spPr>
          <a:xfrm>
            <a:off x="6278407" y="4599905"/>
            <a:ext cx="5589431" cy="23246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Font typeface="Wingdings" charset="0"/>
              <a:buNone/>
              <a:defRPr/>
            </a:pPr>
            <a:r>
              <a:rPr lang="pt">
                <a:solidFill>
                  <a:srgbClr val="000099"/>
                </a:solidFill>
              </a:rPr>
              <a:t>Questões administrativas:</a:t>
            </a:r>
            <a:endParaRPr lang="en-US"/>
          </a:p>
          <a:p>
            <a:pPr marL="520700" indent="-457200">
              <a:buFont typeface="Arial" pitchFamily="2" charset="2"/>
              <a:buChar char="•"/>
              <a:defRPr/>
            </a:pPr>
            <a:r>
              <a:rPr lang="pt" sz="2600"/>
              <a:t>O usuário CS move o escritório para EE - </a:t>
            </a:r>
            <a:r>
              <a:rPr lang="pt" sz="2600" i="1">
                <a:solidFill>
                  <a:srgbClr val="0000A8"/>
                </a:solidFill>
              </a:rPr>
              <a:t>fisicamente</a:t>
            </a:r>
            <a:r>
              <a:rPr lang="pt" sz="2600"/>
              <a:t> conectado ao switch EE, mas deseja permanecer</a:t>
            </a:r>
            <a:r>
              <a:rPr lang="pt" sz="2600" i="1">
                <a:solidFill>
                  <a:srgbClr val="0000A8"/>
                </a:solidFill>
              </a:rPr>
              <a:t> logicamente </a:t>
            </a:r>
            <a:r>
              <a:rPr lang="pt" sz="2600"/>
              <a:t>conectado ao switch CS</a:t>
            </a:r>
            <a:endParaRPr lang="pt" sz="2600">
              <a:ea typeface="Calibri" panose="020F0502020204030204"/>
              <a:cs typeface="Calibri" panose="020F0502020204030204"/>
            </a:endParaRPr>
          </a:p>
          <a:p>
            <a:pPr marL="130175" indent="0">
              <a:buNone/>
              <a:defRPr/>
            </a:pPr>
            <a:endParaRPr lang="en-US" sz="2400">
              <a:latin typeface="Gill Sans MT" charset="0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5" name="Line 22">
            <a:extLst>
              <a:ext uri="{FF2B5EF4-FFF2-40B4-BE49-F238E27FC236}">
                <a16:creationId xmlns:a16="http://schemas.microsoft.com/office/drawing/2014/main" id="{0819FCB6-D17A-F548-A572-089E84081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2884" y="4811498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8238E296-799C-104B-9D2A-5B14B9D6E997}"/>
              </a:ext>
            </a:extLst>
          </p:cNvPr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w="19050">
            <a:solidFill>
              <a:srgbClr val="000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3E46E3-5EEE-1249-846B-83D8E9F883A8}"/>
              </a:ext>
            </a:extLst>
          </p:cNvPr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E4507-2CDA-014C-9F4F-8030F04F859E}"/>
              </a:ext>
            </a:extLst>
          </p:cNvPr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0A8A98-CA9C-0447-A884-8B9F07077C06}"/>
              </a:ext>
            </a:extLst>
          </p:cNvPr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FAF7F944-BF94-374F-9872-EC0AA6C7AB53}"/>
                </a:ext>
              </a:extLst>
            </p:cNvPr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B08275E2-D861-284C-8508-F089B5612D6A}"/>
                </a:ext>
              </a:extLst>
            </p:cNvPr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pt" sz="1600"/>
                <a:t>EE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C0C12D-791A-7C43-97DF-19F78F6E6F59}"/>
              </a:ext>
            </a:extLst>
          </p:cNvPr>
          <p:cNvGrpSpPr/>
          <p:nvPr/>
        </p:nvGrpSpPr>
        <p:grpSpPr>
          <a:xfrm>
            <a:off x="1720833" y="3315547"/>
            <a:ext cx="3403617" cy="1758103"/>
            <a:chOff x="1720833" y="3315547"/>
            <a:chExt cx="3403617" cy="17581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F47139A-F594-B04E-B78D-A318DF9F601B}"/>
                </a:ext>
              </a:extLst>
            </p:cNvPr>
            <p:cNvGrpSpPr/>
            <p:nvPr/>
          </p:nvGrpSpPr>
          <p:grpSpPr>
            <a:xfrm>
              <a:off x="4692650" y="4630977"/>
              <a:ext cx="431800" cy="442673"/>
              <a:chOff x="4692650" y="4630977"/>
              <a:chExt cx="431800" cy="44267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D359C1-18FC-7B46-9593-FA90AF3DE450}"/>
                  </a:ext>
                </a:extLst>
              </p:cNvPr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99D692-EA7A-D04C-BBFE-C84313A8C55F}"/>
                  </a:ext>
                </a:extLst>
              </p:cNvPr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D28509-F617-F84F-9927-F274B4E6008F}"/>
                </a:ext>
              </a:extLst>
            </p:cNvPr>
            <p:cNvGrpSpPr/>
            <p:nvPr/>
          </p:nvGrpSpPr>
          <p:grpSpPr>
            <a:xfrm>
              <a:off x="1720833" y="3315547"/>
              <a:ext cx="3138635" cy="1350613"/>
              <a:chOff x="1720833" y="3315547"/>
              <a:chExt cx="3138635" cy="135061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E4B625D-8128-5940-A225-2922C6D629EE}"/>
                  </a:ext>
                </a:extLst>
              </p:cNvPr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9858C4E2-CD6B-204D-A889-E8BC78094E5C}"/>
                  </a:ext>
                </a:extLst>
              </p:cNvPr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avLst/>
                <a:gdLst>
                  <a:gd name="connsiteX0" fmla="*/ 2579570 w 2579570"/>
                  <a:gd name="connsiteY0" fmla="*/ 1087655 h 1087655"/>
                  <a:gd name="connsiteX1" fmla="*/ 2314876 w 2579570"/>
                  <a:gd name="connsiteY1" fmla="*/ 774834 h 1087655"/>
                  <a:gd name="connsiteX2" fmla="*/ 1525604 w 2579570"/>
                  <a:gd name="connsiteY2" fmla="*/ 28876 h 1087655"/>
                  <a:gd name="connsiteX3" fmla="*/ 322446 w 2579570"/>
                  <a:gd name="connsiteY3" fmla="*/ 0 h 1087655"/>
                  <a:gd name="connsiteX4" fmla="*/ 0 w 2579570"/>
                  <a:gd name="connsiteY4" fmla="*/ 250257 h 1087655"/>
                  <a:gd name="connsiteX5" fmla="*/ 158817 w 2579570"/>
                  <a:gd name="connsiteY5" fmla="*/ 409074 h 1087655"/>
                  <a:gd name="connsiteX0" fmla="*/ 2579570 w 2579570"/>
                  <a:gd name="connsiteY0" fmla="*/ 1136124 h 1136124"/>
                  <a:gd name="connsiteX1" fmla="*/ 2314876 w 2579570"/>
                  <a:gd name="connsiteY1" fmla="*/ 823303 h 1136124"/>
                  <a:gd name="connsiteX2" fmla="*/ 1525604 w 2579570"/>
                  <a:gd name="connsiteY2" fmla="*/ 77345 h 1136124"/>
                  <a:gd name="connsiteX3" fmla="*/ 322446 w 2579570"/>
                  <a:gd name="connsiteY3" fmla="*/ 48469 h 1136124"/>
                  <a:gd name="connsiteX4" fmla="*/ 0 w 2579570"/>
                  <a:gd name="connsiteY4" fmla="*/ 298726 h 1136124"/>
                  <a:gd name="connsiteX5" fmla="*/ 158817 w 2579570"/>
                  <a:gd name="connsiteY5" fmla="*/ 457543 h 1136124"/>
                  <a:gd name="connsiteX0" fmla="*/ 2579570 w 2579570"/>
                  <a:gd name="connsiteY0" fmla="*/ 1152990 h 1152990"/>
                  <a:gd name="connsiteX1" fmla="*/ 2314876 w 2579570"/>
                  <a:gd name="connsiteY1" fmla="*/ 840169 h 1152990"/>
                  <a:gd name="connsiteX2" fmla="*/ 1525604 w 2579570"/>
                  <a:gd name="connsiteY2" fmla="*/ 94211 h 1152990"/>
                  <a:gd name="connsiteX3" fmla="*/ 322446 w 2579570"/>
                  <a:gd name="connsiteY3" fmla="*/ 65335 h 1152990"/>
                  <a:gd name="connsiteX4" fmla="*/ 0 w 2579570"/>
                  <a:gd name="connsiteY4" fmla="*/ 315592 h 1152990"/>
                  <a:gd name="connsiteX5" fmla="*/ 158817 w 2579570"/>
                  <a:gd name="connsiteY5" fmla="*/ 474409 h 1152990"/>
                  <a:gd name="connsiteX0" fmla="*/ 2609416 w 2609416"/>
                  <a:gd name="connsiteY0" fmla="*/ 1152990 h 1152990"/>
                  <a:gd name="connsiteX1" fmla="*/ 2344722 w 2609416"/>
                  <a:gd name="connsiteY1" fmla="*/ 840169 h 1152990"/>
                  <a:gd name="connsiteX2" fmla="*/ 1555450 w 2609416"/>
                  <a:gd name="connsiteY2" fmla="*/ 94211 h 1152990"/>
                  <a:gd name="connsiteX3" fmla="*/ 352292 w 2609416"/>
                  <a:gd name="connsiteY3" fmla="*/ 65335 h 1152990"/>
                  <a:gd name="connsiteX4" fmla="*/ 29846 w 2609416"/>
                  <a:gd name="connsiteY4" fmla="*/ 315592 h 1152990"/>
                  <a:gd name="connsiteX5" fmla="*/ 188663 w 2609416"/>
                  <a:gd name="connsiteY5" fmla="*/ 474409 h 1152990"/>
                  <a:gd name="connsiteX0" fmla="*/ 2580324 w 2580324"/>
                  <a:gd name="connsiteY0" fmla="*/ 1152990 h 1152990"/>
                  <a:gd name="connsiteX1" fmla="*/ 2315630 w 2580324"/>
                  <a:gd name="connsiteY1" fmla="*/ 840169 h 1152990"/>
                  <a:gd name="connsiteX2" fmla="*/ 1526358 w 2580324"/>
                  <a:gd name="connsiteY2" fmla="*/ 94211 h 1152990"/>
                  <a:gd name="connsiteX3" fmla="*/ 323200 w 2580324"/>
                  <a:gd name="connsiteY3" fmla="*/ 65335 h 1152990"/>
                  <a:gd name="connsiteX4" fmla="*/ 754 w 2580324"/>
                  <a:gd name="connsiteY4" fmla="*/ 315592 h 1152990"/>
                  <a:gd name="connsiteX5" fmla="*/ 159571 w 2580324"/>
                  <a:gd name="connsiteY5" fmla="*/ 474409 h 1152990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23846 h 1123846"/>
                  <a:gd name="connsiteX1" fmla="*/ 2277458 w 2542152"/>
                  <a:gd name="connsiteY1" fmla="*/ 811025 h 1123846"/>
                  <a:gd name="connsiteX2" fmla="*/ 1488186 w 2542152"/>
                  <a:gd name="connsiteY2" fmla="*/ 65067 h 1123846"/>
                  <a:gd name="connsiteX3" fmla="*/ 309091 w 2542152"/>
                  <a:gd name="connsiteY3" fmla="*/ 65067 h 1123846"/>
                  <a:gd name="connsiteX4" fmla="*/ 1083 w 2542152"/>
                  <a:gd name="connsiteY4" fmla="*/ 300886 h 1123846"/>
                  <a:gd name="connsiteX5" fmla="*/ 121399 w 2542152"/>
                  <a:gd name="connsiteY5" fmla="*/ 445265 h 1123846"/>
                  <a:gd name="connsiteX0" fmla="*/ 2542152 w 2542152"/>
                  <a:gd name="connsiteY0" fmla="*/ 1128000 h 1128000"/>
                  <a:gd name="connsiteX1" fmla="*/ 2277458 w 2542152"/>
                  <a:gd name="connsiteY1" fmla="*/ 815179 h 1128000"/>
                  <a:gd name="connsiteX2" fmla="*/ 1488186 w 2542152"/>
                  <a:gd name="connsiteY2" fmla="*/ 69221 h 1128000"/>
                  <a:gd name="connsiteX3" fmla="*/ 309091 w 2542152"/>
                  <a:gd name="connsiteY3" fmla="*/ 69221 h 1128000"/>
                  <a:gd name="connsiteX4" fmla="*/ 1083 w 2542152"/>
                  <a:gd name="connsiteY4" fmla="*/ 305040 h 1128000"/>
                  <a:gd name="connsiteX5" fmla="*/ 121399 w 2542152"/>
                  <a:gd name="connsiteY5" fmla="*/ 449419 h 1128000"/>
                  <a:gd name="connsiteX0" fmla="*/ 2542152 w 2542152"/>
                  <a:gd name="connsiteY0" fmla="*/ 1128000 h 1128000"/>
                  <a:gd name="connsiteX1" fmla="*/ 2277458 w 2542152"/>
                  <a:gd name="connsiteY1" fmla="*/ 815179 h 1128000"/>
                  <a:gd name="connsiteX2" fmla="*/ 1488186 w 2542152"/>
                  <a:gd name="connsiteY2" fmla="*/ 69221 h 1128000"/>
                  <a:gd name="connsiteX3" fmla="*/ 309091 w 2542152"/>
                  <a:gd name="connsiteY3" fmla="*/ 69221 h 1128000"/>
                  <a:gd name="connsiteX4" fmla="*/ 1083 w 2542152"/>
                  <a:gd name="connsiteY4" fmla="*/ 305040 h 1128000"/>
                  <a:gd name="connsiteX5" fmla="*/ 121399 w 2542152"/>
                  <a:gd name="connsiteY5" fmla="*/ 449419 h 1128000"/>
                  <a:gd name="connsiteX0" fmla="*/ 2542152 w 2542152"/>
                  <a:gd name="connsiteY0" fmla="*/ 1120089 h 1120089"/>
                  <a:gd name="connsiteX1" fmla="*/ 2277458 w 2542152"/>
                  <a:gd name="connsiteY1" fmla="*/ 807268 h 1120089"/>
                  <a:gd name="connsiteX2" fmla="*/ 1488186 w 2542152"/>
                  <a:gd name="connsiteY2" fmla="*/ 61310 h 1120089"/>
                  <a:gd name="connsiteX3" fmla="*/ 328342 w 2542152"/>
                  <a:gd name="connsiteY3" fmla="*/ 80560 h 1120089"/>
                  <a:gd name="connsiteX4" fmla="*/ 1083 w 2542152"/>
                  <a:gd name="connsiteY4" fmla="*/ 297129 h 1120089"/>
                  <a:gd name="connsiteX5" fmla="*/ 121399 w 2542152"/>
                  <a:gd name="connsiteY5" fmla="*/ 441508 h 1120089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090184 h 1090184"/>
                  <a:gd name="connsiteX1" fmla="*/ 2277458 w 2542152"/>
                  <a:gd name="connsiteY1" fmla="*/ 777363 h 1090184"/>
                  <a:gd name="connsiteX2" fmla="*/ 1488186 w 2542152"/>
                  <a:gd name="connsiteY2" fmla="*/ 31405 h 1090184"/>
                  <a:gd name="connsiteX3" fmla="*/ 328342 w 2542152"/>
                  <a:gd name="connsiteY3" fmla="*/ 50655 h 1090184"/>
                  <a:gd name="connsiteX4" fmla="*/ 1083 w 2542152"/>
                  <a:gd name="connsiteY4" fmla="*/ 267224 h 1090184"/>
                  <a:gd name="connsiteX5" fmla="*/ 121399 w 2542152"/>
                  <a:gd name="connsiteY5" fmla="*/ 411603 h 1090184"/>
                  <a:gd name="connsiteX0" fmla="*/ 2542152 w 2542152"/>
                  <a:gd name="connsiteY0" fmla="*/ 1090184 h 1090184"/>
                  <a:gd name="connsiteX1" fmla="*/ 2277458 w 2542152"/>
                  <a:gd name="connsiteY1" fmla="*/ 777363 h 1090184"/>
                  <a:gd name="connsiteX2" fmla="*/ 1488186 w 2542152"/>
                  <a:gd name="connsiteY2" fmla="*/ 31405 h 1090184"/>
                  <a:gd name="connsiteX3" fmla="*/ 328342 w 2542152"/>
                  <a:gd name="connsiteY3" fmla="*/ 50655 h 1090184"/>
                  <a:gd name="connsiteX4" fmla="*/ 1083 w 2542152"/>
                  <a:gd name="connsiteY4" fmla="*/ 267224 h 1090184"/>
                  <a:gd name="connsiteX5" fmla="*/ 121399 w 2542152"/>
                  <a:gd name="connsiteY5" fmla="*/ 411603 h 1090184"/>
                  <a:gd name="connsiteX0" fmla="*/ 2542152 w 2542152"/>
                  <a:gd name="connsiteY0" fmla="*/ 1096253 h 1096253"/>
                  <a:gd name="connsiteX1" fmla="*/ 2277458 w 2542152"/>
                  <a:gd name="connsiteY1" fmla="*/ 783432 h 1096253"/>
                  <a:gd name="connsiteX2" fmla="*/ 1353432 w 2542152"/>
                  <a:gd name="connsiteY2" fmla="*/ 27849 h 1096253"/>
                  <a:gd name="connsiteX3" fmla="*/ 328342 w 2542152"/>
                  <a:gd name="connsiteY3" fmla="*/ 56724 h 1096253"/>
                  <a:gd name="connsiteX4" fmla="*/ 1083 w 2542152"/>
                  <a:gd name="connsiteY4" fmla="*/ 273293 h 1096253"/>
                  <a:gd name="connsiteX5" fmla="*/ 121399 w 2542152"/>
                  <a:gd name="connsiteY5" fmla="*/ 417672 h 1096253"/>
                  <a:gd name="connsiteX0" fmla="*/ 2542152 w 2542152"/>
                  <a:gd name="connsiteY0" fmla="*/ 1110529 h 1110529"/>
                  <a:gd name="connsiteX1" fmla="*/ 2277458 w 2542152"/>
                  <a:gd name="connsiteY1" fmla="*/ 797708 h 1110529"/>
                  <a:gd name="connsiteX2" fmla="*/ 1353432 w 2542152"/>
                  <a:gd name="connsiteY2" fmla="*/ 42125 h 1110529"/>
                  <a:gd name="connsiteX3" fmla="*/ 328342 w 2542152"/>
                  <a:gd name="connsiteY3" fmla="*/ 71000 h 1110529"/>
                  <a:gd name="connsiteX4" fmla="*/ 1083 w 2542152"/>
                  <a:gd name="connsiteY4" fmla="*/ 287569 h 1110529"/>
                  <a:gd name="connsiteX5" fmla="*/ 121399 w 2542152"/>
                  <a:gd name="connsiteY5" fmla="*/ 431948 h 1110529"/>
                  <a:gd name="connsiteX0" fmla="*/ 2542152 w 2542152"/>
                  <a:gd name="connsiteY0" fmla="*/ 1144442 h 1144442"/>
                  <a:gd name="connsiteX1" fmla="*/ 2277458 w 2542152"/>
                  <a:gd name="connsiteY1" fmla="*/ 831621 h 1144442"/>
                  <a:gd name="connsiteX2" fmla="*/ 1353432 w 2542152"/>
                  <a:gd name="connsiteY2" fmla="*/ 76038 h 1144442"/>
                  <a:gd name="connsiteX3" fmla="*/ 309091 w 2542152"/>
                  <a:gd name="connsiteY3" fmla="*/ 95288 h 1144442"/>
                  <a:gd name="connsiteX4" fmla="*/ 1083 w 2542152"/>
                  <a:gd name="connsiteY4" fmla="*/ 321482 h 1144442"/>
                  <a:gd name="connsiteX5" fmla="*/ 121399 w 2542152"/>
                  <a:gd name="connsiteY5" fmla="*/ 465861 h 1144442"/>
                  <a:gd name="connsiteX0" fmla="*/ 2541959 w 2541959"/>
                  <a:gd name="connsiteY0" fmla="*/ 1144442 h 1144442"/>
                  <a:gd name="connsiteX1" fmla="*/ 2277265 w 2541959"/>
                  <a:gd name="connsiteY1" fmla="*/ 831621 h 1144442"/>
                  <a:gd name="connsiteX2" fmla="*/ 1353239 w 2541959"/>
                  <a:gd name="connsiteY2" fmla="*/ 76038 h 1144442"/>
                  <a:gd name="connsiteX3" fmla="*/ 308898 w 2541959"/>
                  <a:gd name="connsiteY3" fmla="*/ 95288 h 1144442"/>
                  <a:gd name="connsiteX4" fmla="*/ 890 w 2541959"/>
                  <a:gd name="connsiteY4" fmla="*/ 321482 h 1144442"/>
                  <a:gd name="connsiteX5" fmla="*/ 140456 w 2541959"/>
                  <a:gd name="connsiteY5" fmla="*/ 470674 h 1144442"/>
                  <a:gd name="connsiteX0" fmla="*/ 2541959 w 2541959"/>
                  <a:gd name="connsiteY0" fmla="*/ 1144442 h 1144442"/>
                  <a:gd name="connsiteX1" fmla="*/ 2277265 w 2541959"/>
                  <a:gd name="connsiteY1" fmla="*/ 831621 h 1144442"/>
                  <a:gd name="connsiteX2" fmla="*/ 1353239 w 2541959"/>
                  <a:gd name="connsiteY2" fmla="*/ 76038 h 1144442"/>
                  <a:gd name="connsiteX3" fmla="*/ 308898 w 2541959"/>
                  <a:gd name="connsiteY3" fmla="*/ 95288 h 1144442"/>
                  <a:gd name="connsiteX4" fmla="*/ 890 w 2541959"/>
                  <a:gd name="connsiteY4" fmla="*/ 321482 h 1144442"/>
                  <a:gd name="connsiteX5" fmla="*/ 140456 w 2541959"/>
                  <a:gd name="connsiteY5" fmla="*/ 470674 h 1144442"/>
                  <a:gd name="connsiteX0" fmla="*/ 2549067 w 2549067"/>
                  <a:gd name="connsiteY0" fmla="*/ 1144442 h 1144442"/>
                  <a:gd name="connsiteX1" fmla="*/ 2284373 w 2549067"/>
                  <a:gd name="connsiteY1" fmla="*/ 831621 h 1144442"/>
                  <a:gd name="connsiteX2" fmla="*/ 1360347 w 2549067"/>
                  <a:gd name="connsiteY2" fmla="*/ 76038 h 1144442"/>
                  <a:gd name="connsiteX3" fmla="*/ 316006 w 2549067"/>
                  <a:gd name="connsiteY3" fmla="*/ 95288 h 1144442"/>
                  <a:gd name="connsiteX4" fmla="*/ 7998 w 2549067"/>
                  <a:gd name="connsiteY4" fmla="*/ 321482 h 1144442"/>
                  <a:gd name="connsiteX5" fmla="*/ 147564 w 2549067"/>
                  <a:gd name="connsiteY5" fmla="*/ 470674 h 1144442"/>
                  <a:gd name="connsiteX0" fmla="*/ 2530309 w 2530309"/>
                  <a:gd name="connsiteY0" fmla="*/ 1126668 h 1126668"/>
                  <a:gd name="connsiteX1" fmla="*/ 2265615 w 2530309"/>
                  <a:gd name="connsiteY1" fmla="*/ 813847 h 1126668"/>
                  <a:gd name="connsiteX2" fmla="*/ 1341589 w 2530309"/>
                  <a:gd name="connsiteY2" fmla="*/ 58264 h 1126668"/>
                  <a:gd name="connsiteX3" fmla="*/ 297248 w 2530309"/>
                  <a:gd name="connsiteY3" fmla="*/ 77514 h 1126668"/>
                  <a:gd name="connsiteX4" fmla="*/ 9118 w 2530309"/>
                  <a:gd name="connsiteY4" fmla="*/ 290455 h 1126668"/>
                  <a:gd name="connsiteX5" fmla="*/ 128806 w 2530309"/>
                  <a:gd name="connsiteY5" fmla="*/ 452900 h 1126668"/>
                  <a:gd name="connsiteX0" fmla="*/ 2536092 w 2536092"/>
                  <a:gd name="connsiteY0" fmla="*/ 1126668 h 1126668"/>
                  <a:gd name="connsiteX1" fmla="*/ 2271398 w 2536092"/>
                  <a:gd name="connsiteY1" fmla="*/ 813847 h 1126668"/>
                  <a:gd name="connsiteX2" fmla="*/ 1347372 w 2536092"/>
                  <a:gd name="connsiteY2" fmla="*/ 58264 h 1126668"/>
                  <a:gd name="connsiteX3" fmla="*/ 303031 w 2536092"/>
                  <a:gd name="connsiteY3" fmla="*/ 77514 h 1126668"/>
                  <a:gd name="connsiteX4" fmla="*/ 14901 w 2536092"/>
                  <a:gd name="connsiteY4" fmla="*/ 290455 h 1126668"/>
                  <a:gd name="connsiteX5" fmla="*/ 134589 w 2536092"/>
                  <a:gd name="connsiteY5" fmla="*/ 452900 h 1126668"/>
                  <a:gd name="connsiteX0" fmla="*/ 2529676 w 2529676"/>
                  <a:gd name="connsiteY0" fmla="*/ 1119023 h 1119023"/>
                  <a:gd name="connsiteX1" fmla="*/ 2264982 w 2529676"/>
                  <a:gd name="connsiteY1" fmla="*/ 806202 h 1119023"/>
                  <a:gd name="connsiteX2" fmla="*/ 1340956 w 2529676"/>
                  <a:gd name="connsiteY2" fmla="*/ 50619 h 1119023"/>
                  <a:gd name="connsiteX3" fmla="*/ 362875 w 2529676"/>
                  <a:gd name="connsiteY3" fmla="*/ 93060 h 1119023"/>
                  <a:gd name="connsiteX4" fmla="*/ 8485 w 2529676"/>
                  <a:gd name="connsiteY4" fmla="*/ 282810 h 1119023"/>
                  <a:gd name="connsiteX5" fmla="*/ 128173 w 2529676"/>
                  <a:gd name="connsiteY5" fmla="*/ 445255 h 1119023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19728 h 1119728"/>
                  <a:gd name="connsiteX1" fmla="*/ 2158965 w 2529676"/>
                  <a:gd name="connsiteY1" fmla="*/ 717455 h 1119728"/>
                  <a:gd name="connsiteX2" fmla="*/ 1340956 w 2529676"/>
                  <a:gd name="connsiteY2" fmla="*/ 51324 h 1119728"/>
                  <a:gd name="connsiteX3" fmla="*/ 362875 w 2529676"/>
                  <a:gd name="connsiteY3" fmla="*/ 93765 h 1119728"/>
                  <a:gd name="connsiteX4" fmla="*/ 8485 w 2529676"/>
                  <a:gd name="connsiteY4" fmla="*/ 283515 h 1119728"/>
                  <a:gd name="connsiteX5" fmla="*/ 128173 w 2529676"/>
                  <a:gd name="connsiteY5" fmla="*/ 445960 h 1119728"/>
                  <a:gd name="connsiteX0" fmla="*/ 2725145 w 2725145"/>
                  <a:gd name="connsiteY0" fmla="*/ 1030276 h 1030276"/>
                  <a:gd name="connsiteX1" fmla="*/ 2158965 w 2725145"/>
                  <a:gd name="connsiteY1" fmla="*/ 717455 h 1030276"/>
                  <a:gd name="connsiteX2" fmla="*/ 1340956 w 2725145"/>
                  <a:gd name="connsiteY2" fmla="*/ 51324 h 1030276"/>
                  <a:gd name="connsiteX3" fmla="*/ 362875 w 2725145"/>
                  <a:gd name="connsiteY3" fmla="*/ 93765 h 1030276"/>
                  <a:gd name="connsiteX4" fmla="*/ 8485 w 2725145"/>
                  <a:gd name="connsiteY4" fmla="*/ 283515 h 1030276"/>
                  <a:gd name="connsiteX5" fmla="*/ 128173 w 2725145"/>
                  <a:gd name="connsiteY5" fmla="*/ 445960 h 1030276"/>
                  <a:gd name="connsiteX0" fmla="*/ 2725145 w 2725145"/>
                  <a:gd name="connsiteY0" fmla="*/ 1030276 h 1036939"/>
                  <a:gd name="connsiteX1" fmla="*/ 2158965 w 2725145"/>
                  <a:gd name="connsiteY1" fmla="*/ 717455 h 1036939"/>
                  <a:gd name="connsiteX2" fmla="*/ 1340956 w 2725145"/>
                  <a:gd name="connsiteY2" fmla="*/ 51324 h 1036939"/>
                  <a:gd name="connsiteX3" fmla="*/ 362875 w 2725145"/>
                  <a:gd name="connsiteY3" fmla="*/ 93765 h 1036939"/>
                  <a:gd name="connsiteX4" fmla="*/ 8485 w 2725145"/>
                  <a:gd name="connsiteY4" fmla="*/ 283515 h 1036939"/>
                  <a:gd name="connsiteX5" fmla="*/ 128173 w 2725145"/>
                  <a:gd name="connsiteY5" fmla="*/ 445960 h 1036939"/>
                  <a:gd name="connsiteX0" fmla="*/ 2705267 w 2705267"/>
                  <a:gd name="connsiteY0" fmla="*/ 1026963 h 1033700"/>
                  <a:gd name="connsiteX1" fmla="*/ 2158965 w 2705267"/>
                  <a:gd name="connsiteY1" fmla="*/ 717455 h 1033700"/>
                  <a:gd name="connsiteX2" fmla="*/ 1340956 w 2705267"/>
                  <a:gd name="connsiteY2" fmla="*/ 51324 h 1033700"/>
                  <a:gd name="connsiteX3" fmla="*/ 362875 w 2705267"/>
                  <a:gd name="connsiteY3" fmla="*/ 93765 h 1033700"/>
                  <a:gd name="connsiteX4" fmla="*/ 8485 w 2705267"/>
                  <a:gd name="connsiteY4" fmla="*/ 283515 h 1033700"/>
                  <a:gd name="connsiteX5" fmla="*/ 128173 w 2705267"/>
                  <a:gd name="connsiteY5" fmla="*/ 445960 h 1033700"/>
                  <a:gd name="connsiteX0" fmla="*/ 2705267 w 2705267"/>
                  <a:gd name="connsiteY0" fmla="*/ 1026963 h 1036028"/>
                  <a:gd name="connsiteX1" fmla="*/ 2158965 w 2705267"/>
                  <a:gd name="connsiteY1" fmla="*/ 717455 h 1036028"/>
                  <a:gd name="connsiteX2" fmla="*/ 1340956 w 2705267"/>
                  <a:gd name="connsiteY2" fmla="*/ 51324 h 1036028"/>
                  <a:gd name="connsiteX3" fmla="*/ 362875 w 2705267"/>
                  <a:gd name="connsiteY3" fmla="*/ 93765 h 1036028"/>
                  <a:gd name="connsiteX4" fmla="*/ 8485 w 2705267"/>
                  <a:gd name="connsiteY4" fmla="*/ 283515 h 1036028"/>
                  <a:gd name="connsiteX5" fmla="*/ 128173 w 2705267"/>
                  <a:gd name="connsiteY5" fmla="*/ 445960 h 1036028"/>
                  <a:gd name="connsiteX0" fmla="*/ 2899345 w 2899345"/>
                  <a:gd name="connsiteY0" fmla="*/ 1026963 h 1036028"/>
                  <a:gd name="connsiteX1" fmla="*/ 2353043 w 2899345"/>
                  <a:gd name="connsiteY1" fmla="*/ 717455 h 1036028"/>
                  <a:gd name="connsiteX2" fmla="*/ 1535034 w 2899345"/>
                  <a:gd name="connsiteY2" fmla="*/ 51324 h 1036028"/>
                  <a:gd name="connsiteX3" fmla="*/ 556953 w 2899345"/>
                  <a:gd name="connsiteY3" fmla="*/ 93765 h 1036028"/>
                  <a:gd name="connsiteX4" fmla="*/ 202563 w 2899345"/>
                  <a:gd name="connsiteY4" fmla="*/ 283515 h 1036028"/>
                  <a:gd name="connsiteX5" fmla="*/ 10825 w 2899345"/>
                  <a:gd name="connsiteY5" fmla="*/ 442646 h 1036028"/>
                  <a:gd name="connsiteX0" fmla="*/ 2888520 w 2888520"/>
                  <a:gd name="connsiteY0" fmla="*/ 1026963 h 1036028"/>
                  <a:gd name="connsiteX1" fmla="*/ 2342218 w 2888520"/>
                  <a:gd name="connsiteY1" fmla="*/ 717455 h 1036028"/>
                  <a:gd name="connsiteX2" fmla="*/ 1524209 w 2888520"/>
                  <a:gd name="connsiteY2" fmla="*/ 51324 h 1036028"/>
                  <a:gd name="connsiteX3" fmla="*/ 546128 w 2888520"/>
                  <a:gd name="connsiteY3" fmla="*/ 93765 h 1036028"/>
                  <a:gd name="connsiteX4" fmla="*/ 191738 w 2888520"/>
                  <a:gd name="connsiteY4" fmla="*/ 283515 h 1036028"/>
                  <a:gd name="connsiteX5" fmla="*/ 0 w 2888520"/>
                  <a:gd name="connsiteY5" fmla="*/ 442646 h 1036028"/>
                  <a:gd name="connsiteX0" fmla="*/ 2888520 w 2888520"/>
                  <a:gd name="connsiteY0" fmla="*/ 1025382 h 1034447"/>
                  <a:gd name="connsiteX1" fmla="*/ 2342218 w 2888520"/>
                  <a:gd name="connsiteY1" fmla="*/ 715874 h 1034447"/>
                  <a:gd name="connsiteX2" fmla="*/ 1524209 w 2888520"/>
                  <a:gd name="connsiteY2" fmla="*/ 49743 h 1034447"/>
                  <a:gd name="connsiteX3" fmla="*/ 546128 w 2888520"/>
                  <a:gd name="connsiteY3" fmla="*/ 92184 h 1034447"/>
                  <a:gd name="connsiteX4" fmla="*/ 0 w 2888520"/>
                  <a:gd name="connsiteY4" fmla="*/ 441065 h 1034447"/>
                  <a:gd name="connsiteX0" fmla="*/ 2951468 w 2951468"/>
                  <a:gd name="connsiteY0" fmla="*/ 1024360 h 1033425"/>
                  <a:gd name="connsiteX1" fmla="*/ 2405166 w 2951468"/>
                  <a:gd name="connsiteY1" fmla="*/ 714852 h 1033425"/>
                  <a:gd name="connsiteX2" fmla="*/ 1587157 w 2951468"/>
                  <a:gd name="connsiteY2" fmla="*/ 48721 h 1033425"/>
                  <a:gd name="connsiteX3" fmla="*/ 609076 w 2951468"/>
                  <a:gd name="connsiteY3" fmla="*/ 91162 h 1033425"/>
                  <a:gd name="connsiteX4" fmla="*/ 0 w 2951468"/>
                  <a:gd name="connsiteY4" fmla="*/ 413539 h 1033425"/>
                  <a:gd name="connsiteX0" fmla="*/ 2951468 w 2951468"/>
                  <a:gd name="connsiteY0" fmla="*/ 1024360 h 1033425"/>
                  <a:gd name="connsiteX1" fmla="*/ 2405166 w 2951468"/>
                  <a:gd name="connsiteY1" fmla="*/ 714852 h 1033425"/>
                  <a:gd name="connsiteX2" fmla="*/ 1587157 w 2951468"/>
                  <a:gd name="connsiteY2" fmla="*/ 48721 h 1033425"/>
                  <a:gd name="connsiteX3" fmla="*/ 609076 w 2951468"/>
                  <a:gd name="connsiteY3" fmla="*/ 91162 h 1033425"/>
                  <a:gd name="connsiteX4" fmla="*/ 0 w 2951468"/>
                  <a:gd name="connsiteY4" fmla="*/ 413539 h 1033425"/>
                  <a:gd name="connsiteX0" fmla="*/ 2951468 w 2951468"/>
                  <a:gd name="connsiteY0" fmla="*/ 1025504 h 1034569"/>
                  <a:gd name="connsiteX1" fmla="*/ 2405166 w 2951468"/>
                  <a:gd name="connsiteY1" fmla="*/ 715996 h 1034569"/>
                  <a:gd name="connsiteX2" fmla="*/ 1587157 w 2951468"/>
                  <a:gd name="connsiteY2" fmla="*/ 49865 h 1034569"/>
                  <a:gd name="connsiteX3" fmla="*/ 662085 w 2951468"/>
                  <a:gd name="connsiteY3" fmla="*/ 88993 h 1034569"/>
                  <a:gd name="connsiteX4" fmla="*/ 0 w 2951468"/>
                  <a:gd name="connsiteY4" fmla="*/ 414683 h 1034569"/>
                  <a:gd name="connsiteX0" fmla="*/ 2951468 w 2951468"/>
                  <a:gd name="connsiteY0" fmla="*/ 1029589 h 1038654"/>
                  <a:gd name="connsiteX1" fmla="*/ 2405166 w 2951468"/>
                  <a:gd name="connsiteY1" fmla="*/ 720081 h 1038654"/>
                  <a:gd name="connsiteX2" fmla="*/ 1587157 w 2951468"/>
                  <a:gd name="connsiteY2" fmla="*/ 53950 h 1038654"/>
                  <a:gd name="connsiteX3" fmla="*/ 662085 w 2951468"/>
                  <a:gd name="connsiteY3" fmla="*/ 93078 h 1038654"/>
                  <a:gd name="connsiteX4" fmla="*/ 0 w 2951468"/>
                  <a:gd name="connsiteY4" fmla="*/ 418768 h 1038654"/>
                  <a:gd name="connsiteX0" fmla="*/ 3027668 w 3027668"/>
                  <a:gd name="connsiteY0" fmla="*/ 1024862 h 1033927"/>
                  <a:gd name="connsiteX1" fmla="*/ 2481366 w 3027668"/>
                  <a:gd name="connsiteY1" fmla="*/ 715354 h 1033927"/>
                  <a:gd name="connsiteX2" fmla="*/ 1663357 w 3027668"/>
                  <a:gd name="connsiteY2" fmla="*/ 49223 h 1033927"/>
                  <a:gd name="connsiteX3" fmla="*/ 738285 w 3027668"/>
                  <a:gd name="connsiteY3" fmla="*/ 88351 h 1033927"/>
                  <a:gd name="connsiteX4" fmla="*/ 0 w 3027668"/>
                  <a:gd name="connsiteY4" fmla="*/ 397476 h 1033927"/>
                  <a:gd name="connsiteX0" fmla="*/ 3027668 w 3027668"/>
                  <a:gd name="connsiteY0" fmla="*/ 1024862 h 1033927"/>
                  <a:gd name="connsiteX1" fmla="*/ 2481366 w 3027668"/>
                  <a:gd name="connsiteY1" fmla="*/ 715354 h 1033927"/>
                  <a:gd name="connsiteX2" fmla="*/ 1663357 w 3027668"/>
                  <a:gd name="connsiteY2" fmla="*/ 49223 h 1033927"/>
                  <a:gd name="connsiteX3" fmla="*/ 738285 w 3027668"/>
                  <a:gd name="connsiteY3" fmla="*/ 88351 h 1033927"/>
                  <a:gd name="connsiteX4" fmla="*/ 0 w 3027668"/>
                  <a:gd name="connsiteY4" fmla="*/ 397476 h 1033927"/>
                  <a:gd name="connsiteX0" fmla="*/ 3027668 w 3027668"/>
                  <a:gd name="connsiteY0" fmla="*/ 1030600 h 1039665"/>
                  <a:gd name="connsiteX1" fmla="*/ 2481366 w 3027668"/>
                  <a:gd name="connsiteY1" fmla="*/ 721092 h 1039665"/>
                  <a:gd name="connsiteX2" fmla="*/ 1663357 w 3027668"/>
                  <a:gd name="connsiteY2" fmla="*/ 54961 h 1039665"/>
                  <a:gd name="connsiteX3" fmla="*/ 738285 w 3027668"/>
                  <a:gd name="connsiteY3" fmla="*/ 94089 h 1039665"/>
                  <a:gd name="connsiteX4" fmla="*/ 0 w 3027668"/>
                  <a:gd name="connsiteY4" fmla="*/ 403214 h 1039665"/>
                  <a:gd name="connsiteX0" fmla="*/ 3027668 w 3027668"/>
                  <a:gd name="connsiteY0" fmla="*/ 1025634 h 1034699"/>
                  <a:gd name="connsiteX1" fmla="*/ 2481366 w 3027668"/>
                  <a:gd name="connsiteY1" fmla="*/ 716126 h 1034699"/>
                  <a:gd name="connsiteX2" fmla="*/ 1663357 w 3027668"/>
                  <a:gd name="connsiteY2" fmla="*/ 49995 h 1034699"/>
                  <a:gd name="connsiteX3" fmla="*/ 738285 w 3027668"/>
                  <a:gd name="connsiteY3" fmla="*/ 89123 h 1034699"/>
                  <a:gd name="connsiteX4" fmla="*/ 0 w 3027668"/>
                  <a:gd name="connsiteY4" fmla="*/ 398248 h 1034699"/>
                  <a:gd name="connsiteX0" fmla="*/ 3027668 w 3027668"/>
                  <a:gd name="connsiteY0" fmla="*/ 1284460 h 1293525"/>
                  <a:gd name="connsiteX1" fmla="*/ 2481366 w 3027668"/>
                  <a:gd name="connsiteY1" fmla="*/ 974952 h 1293525"/>
                  <a:gd name="connsiteX2" fmla="*/ 1638810 w 3027668"/>
                  <a:gd name="connsiteY2" fmla="*/ 20387 h 1293525"/>
                  <a:gd name="connsiteX3" fmla="*/ 738285 w 3027668"/>
                  <a:gd name="connsiteY3" fmla="*/ 347949 h 1293525"/>
                  <a:gd name="connsiteX4" fmla="*/ 0 w 3027668"/>
                  <a:gd name="connsiteY4" fmla="*/ 657074 h 1293525"/>
                  <a:gd name="connsiteX0" fmla="*/ 3027668 w 3027668"/>
                  <a:gd name="connsiteY0" fmla="*/ 1382978 h 1392043"/>
                  <a:gd name="connsiteX1" fmla="*/ 2481366 w 3027668"/>
                  <a:gd name="connsiteY1" fmla="*/ 1073470 h 1392043"/>
                  <a:gd name="connsiteX2" fmla="*/ 1638810 w 3027668"/>
                  <a:gd name="connsiteY2" fmla="*/ 118905 h 1392043"/>
                  <a:gd name="connsiteX3" fmla="*/ 953076 w 3027668"/>
                  <a:gd name="connsiteY3" fmla="*/ 84389 h 1392043"/>
                  <a:gd name="connsiteX4" fmla="*/ 0 w 3027668"/>
                  <a:gd name="connsiteY4" fmla="*/ 755592 h 1392043"/>
                  <a:gd name="connsiteX0" fmla="*/ 3027668 w 3027668"/>
                  <a:gd name="connsiteY0" fmla="*/ 1451427 h 1460492"/>
                  <a:gd name="connsiteX1" fmla="*/ 2481366 w 3027668"/>
                  <a:gd name="connsiteY1" fmla="*/ 1141919 h 1460492"/>
                  <a:gd name="connsiteX2" fmla="*/ 1577440 w 3027668"/>
                  <a:gd name="connsiteY2" fmla="*/ 83026 h 1460492"/>
                  <a:gd name="connsiteX3" fmla="*/ 953076 w 3027668"/>
                  <a:gd name="connsiteY3" fmla="*/ 152838 h 1460492"/>
                  <a:gd name="connsiteX4" fmla="*/ 0 w 3027668"/>
                  <a:gd name="connsiteY4" fmla="*/ 824041 h 1460492"/>
                  <a:gd name="connsiteX0" fmla="*/ 3027668 w 3027668"/>
                  <a:gd name="connsiteY0" fmla="*/ 1518915 h 1527980"/>
                  <a:gd name="connsiteX1" fmla="*/ 2481366 w 3027668"/>
                  <a:gd name="connsiteY1" fmla="*/ 1209407 h 1527980"/>
                  <a:gd name="connsiteX2" fmla="*/ 1577440 w 3027668"/>
                  <a:gd name="connsiteY2" fmla="*/ 150514 h 1527980"/>
                  <a:gd name="connsiteX3" fmla="*/ 1002172 w 3027668"/>
                  <a:gd name="connsiteY3" fmla="*/ 85314 h 1527980"/>
                  <a:gd name="connsiteX4" fmla="*/ 0 w 3027668"/>
                  <a:gd name="connsiteY4" fmla="*/ 891529 h 1527980"/>
                  <a:gd name="connsiteX0" fmla="*/ 3027668 w 3027668"/>
                  <a:gd name="connsiteY0" fmla="*/ 1500343 h 1509408"/>
                  <a:gd name="connsiteX1" fmla="*/ 2481366 w 3027668"/>
                  <a:gd name="connsiteY1" fmla="*/ 1190835 h 1509408"/>
                  <a:gd name="connsiteX2" fmla="*/ 1577440 w 3027668"/>
                  <a:gd name="connsiteY2" fmla="*/ 131942 h 1509408"/>
                  <a:gd name="connsiteX3" fmla="*/ 996035 w 3027668"/>
                  <a:gd name="connsiteY3" fmla="*/ 97427 h 1509408"/>
                  <a:gd name="connsiteX4" fmla="*/ 0 w 3027668"/>
                  <a:gd name="connsiteY4" fmla="*/ 872957 h 1509408"/>
                  <a:gd name="connsiteX0" fmla="*/ 3027668 w 3027668"/>
                  <a:gd name="connsiteY0" fmla="*/ 1402916 h 1411981"/>
                  <a:gd name="connsiteX1" fmla="*/ 2481366 w 3027668"/>
                  <a:gd name="connsiteY1" fmla="*/ 1093408 h 1411981"/>
                  <a:gd name="connsiteX2" fmla="*/ 996035 w 3027668"/>
                  <a:gd name="connsiteY2" fmla="*/ 0 h 1411981"/>
                  <a:gd name="connsiteX3" fmla="*/ 0 w 3027668"/>
                  <a:gd name="connsiteY3" fmla="*/ 775530 h 1411981"/>
                  <a:gd name="connsiteX0" fmla="*/ 3027668 w 3027668"/>
                  <a:gd name="connsiteY0" fmla="*/ 1353821 h 1362886"/>
                  <a:gd name="connsiteX1" fmla="*/ 2481366 w 3027668"/>
                  <a:gd name="connsiteY1" fmla="*/ 1044313 h 1362886"/>
                  <a:gd name="connsiteX2" fmla="*/ 1198553 w 3027668"/>
                  <a:gd name="connsiteY2" fmla="*/ 0 h 1362886"/>
                  <a:gd name="connsiteX3" fmla="*/ 0 w 3027668"/>
                  <a:gd name="connsiteY3" fmla="*/ 726435 h 1362886"/>
                  <a:gd name="connsiteX0" fmla="*/ 3027668 w 3027668"/>
                  <a:gd name="connsiteY0" fmla="*/ 1335410 h 1344475"/>
                  <a:gd name="connsiteX1" fmla="*/ 2481366 w 3027668"/>
                  <a:gd name="connsiteY1" fmla="*/ 1025902 h 1344475"/>
                  <a:gd name="connsiteX2" fmla="*/ 1216963 w 3027668"/>
                  <a:gd name="connsiteY2" fmla="*/ 0 h 1344475"/>
                  <a:gd name="connsiteX3" fmla="*/ 0 w 3027668"/>
                  <a:gd name="connsiteY3" fmla="*/ 708024 h 1344475"/>
                  <a:gd name="connsiteX0" fmla="*/ 3027668 w 3027668"/>
                  <a:gd name="connsiteY0" fmla="*/ 1335410 h 1344475"/>
                  <a:gd name="connsiteX1" fmla="*/ 2481366 w 3027668"/>
                  <a:gd name="connsiteY1" fmla="*/ 1025902 h 1344475"/>
                  <a:gd name="connsiteX2" fmla="*/ 1216963 w 3027668"/>
                  <a:gd name="connsiteY2" fmla="*/ 0 h 1344475"/>
                  <a:gd name="connsiteX3" fmla="*/ 0 w 3027668"/>
                  <a:gd name="connsiteY3" fmla="*/ 708024 h 1344475"/>
                  <a:gd name="connsiteX0" fmla="*/ 3027668 w 3027668"/>
                  <a:gd name="connsiteY0" fmla="*/ 1366095 h 1375160"/>
                  <a:gd name="connsiteX1" fmla="*/ 2481366 w 3027668"/>
                  <a:gd name="connsiteY1" fmla="*/ 1056587 h 1375160"/>
                  <a:gd name="connsiteX2" fmla="*/ 1247647 w 3027668"/>
                  <a:gd name="connsiteY2" fmla="*/ 0 h 1375160"/>
                  <a:gd name="connsiteX3" fmla="*/ 0 w 3027668"/>
                  <a:gd name="connsiteY3" fmla="*/ 738709 h 1375160"/>
                  <a:gd name="connsiteX0" fmla="*/ 3027668 w 3027668"/>
                  <a:gd name="connsiteY0" fmla="*/ 1341548 h 1350613"/>
                  <a:gd name="connsiteX1" fmla="*/ 2481366 w 3027668"/>
                  <a:gd name="connsiteY1" fmla="*/ 1032040 h 1350613"/>
                  <a:gd name="connsiteX2" fmla="*/ 1253784 w 3027668"/>
                  <a:gd name="connsiteY2" fmla="*/ 1 h 1350613"/>
                  <a:gd name="connsiteX3" fmla="*/ 0 w 3027668"/>
                  <a:gd name="connsiteY3" fmla="*/ 714162 h 1350613"/>
                  <a:gd name="connsiteX0" fmla="*/ 3027668 w 3027668"/>
                  <a:gd name="connsiteY0" fmla="*/ 1341548 h 1350613"/>
                  <a:gd name="connsiteX1" fmla="*/ 2481366 w 3027668"/>
                  <a:gd name="connsiteY1" fmla="*/ 1032040 h 1350613"/>
                  <a:gd name="connsiteX2" fmla="*/ 1253784 w 3027668"/>
                  <a:gd name="connsiteY2" fmla="*/ 1 h 1350613"/>
                  <a:gd name="connsiteX3" fmla="*/ 0 w 3027668"/>
                  <a:gd name="connsiteY3" fmla="*/ 714162 h 13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27668" h="1350613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B7FE575-81C5-5D41-8754-C5E3ABD66DDF}"/>
                </a:ext>
              </a:extLst>
            </p:cNvPr>
            <p:cNvSpPr/>
            <p:nvPr/>
          </p:nvSpPr>
          <p:spPr>
            <a:xfrm>
              <a:off x="2277117" y="3425460"/>
              <a:ext cx="2420012" cy="1483426"/>
            </a:xfrm>
            <a:custGeom>
              <a:avLst/>
              <a:gdLst>
                <a:gd name="connsiteX0" fmla="*/ 2579570 w 2579570"/>
                <a:gd name="connsiteY0" fmla="*/ 1087655 h 1087655"/>
                <a:gd name="connsiteX1" fmla="*/ 2314876 w 2579570"/>
                <a:gd name="connsiteY1" fmla="*/ 774834 h 1087655"/>
                <a:gd name="connsiteX2" fmla="*/ 1525604 w 2579570"/>
                <a:gd name="connsiteY2" fmla="*/ 28876 h 1087655"/>
                <a:gd name="connsiteX3" fmla="*/ 322446 w 2579570"/>
                <a:gd name="connsiteY3" fmla="*/ 0 h 1087655"/>
                <a:gd name="connsiteX4" fmla="*/ 0 w 2579570"/>
                <a:gd name="connsiteY4" fmla="*/ 250257 h 1087655"/>
                <a:gd name="connsiteX5" fmla="*/ 158817 w 2579570"/>
                <a:gd name="connsiteY5" fmla="*/ 409074 h 1087655"/>
                <a:gd name="connsiteX0" fmla="*/ 2579570 w 2579570"/>
                <a:gd name="connsiteY0" fmla="*/ 1136124 h 1136124"/>
                <a:gd name="connsiteX1" fmla="*/ 2314876 w 2579570"/>
                <a:gd name="connsiteY1" fmla="*/ 823303 h 1136124"/>
                <a:gd name="connsiteX2" fmla="*/ 1525604 w 2579570"/>
                <a:gd name="connsiteY2" fmla="*/ 77345 h 1136124"/>
                <a:gd name="connsiteX3" fmla="*/ 322446 w 2579570"/>
                <a:gd name="connsiteY3" fmla="*/ 48469 h 1136124"/>
                <a:gd name="connsiteX4" fmla="*/ 0 w 2579570"/>
                <a:gd name="connsiteY4" fmla="*/ 298726 h 1136124"/>
                <a:gd name="connsiteX5" fmla="*/ 158817 w 2579570"/>
                <a:gd name="connsiteY5" fmla="*/ 457543 h 1136124"/>
                <a:gd name="connsiteX0" fmla="*/ 2579570 w 2579570"/>
                <a:gd name="connsiteY0" fmla="*/ 1152990 h 1152990"/>
                <a:gd name="connsiteX1" fmla="*/ 2314876 w 2579570"/>
                <a:gd name="connsiteY1" fmla="*/ 840169 h 1152990"/>
                <a:gd name="connsiteX2" fmla="*/ 1525604 w 2579570"/>
                <a:gd name="connsiteY2" fmla="*/ 94211 h 1152990"/>
                <a:gd name="connsiteX3" fmla="*/ 322446 w 2579570"/>
                <a:gd name="connsiteY3" fmla="*/ 65335 h 1152990"/>
                <a:gd name="connsiteX4" fmla="*/ 0 w 2579570"/>
                <a:gd name="connsiteY4" fmla="*/ 315592 h 1152990"/>
                <a:gd name="connsiteX5" fmla="*/ 158817 w 2579570"/>
                <a:gd name="connsiteY5" fmla="*/ 474409 h 1152990"/>
                <a:gd name="connsiteX0" fmla="*/ 2609416 w 2609416"/>
                <a:gd name="connsiteY0" fmla="*/ 1152990 h 1152990"/>
                <a:gd name="connsiteX1" fmla="*/ 2344722 w 2609416"/>
                <a:gd name="connsiteY1" fmla="*/ 840169 h 1152990"/>
                <a:gd name="connsiteX2" fmla="*/ 1555450 w 2609416"/>
                <a:gd name="connsiteY2" fmla="*/ 94211 h 1152990"/>
                <a:gd name="connsiteX3" fmla="*/ 352292 w 2609416"/>
                <a:gd name="connsiteY3" fmla="*/ 65335 h 1152990"/>
                <a:gd name="connsiteX4" fmla="*/ 29846 w 2609416"/>
                <a:gd name="connsiteY4" fmla="*/ 315592 h 1152990"/>
                <a:gd name="connsiteX5" fmla="*/ 188663 w 2609416"/>
                <a:gd name="connsiteY5" fmla="*/ 474409 h 1152990"/>
                <a:gd name="connsiteX0" fmla="*/ 2580324 w 2580324"/>
                <a:gd name="connsiteY0" fmla="*/ 1152990 h 1152990"/>
                <a:gd name="connsiteX1" fmla="*/ 2315630 w 2580324"/>
                <a:gd name="connsiteY1" fmla="*/ 840169 h 1152990"/>
                <a:gd name="connsiteX2" fmla="*/ 1526358 w 2580324"/>
                <a:gd name="connsiteY2" fmla="*/ 94211 h 1152990"/>
                <a:gd name="connsiteX3" fmla="*/ 323200 w 2580324"/>
                <a:gd name="connsiteY3" fmla="*/ 65335 h 1152990"/>
                <a:gd name="connsiteX4" fmla="*/ 754 w 2580324"/>
                <a:gd name="connsiteY4" fmla="*/ 315592 h 1152990"/>
                <a:gd name="connsiteX5" fmla="*/ 159571 w 2580324"/>
                <a:gd name="connsiteY5" fmla="*/ 474409 h 1152990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23846 h 1123846"/>
                <a:gd name="connsiteX1" fmla="*/ 2277458 w 2542152"/>
                <a:gd name="connsiteY1" fmla="*/ 811025 h 1123846"/>
                <a:gd name="connsiteX2" fmla="*/ 1488186 w 2542152"/>
                <a:gd name="connsiteY2" fmla="*/ 65067 h 1123846"/>
                <a:gd name="connsiteX3" fmla="*/ 309091 w 2542152"/>
                <a:gd name="connsiteY3" fmla="*/ 65067 h 1123846"/>
                <a:gd name="connsiteX4" fmla="*/ 1083 w 2542152"/>
                <a:gd name="connsiteY4" fmla="*/ 300886 h 1123846"/>
                <a:gd name="connsiteX5" fmla="*/ 121399 w 2542152"/>
                <a:gd name="connsiteY5" fmla="*/ 445265 h 1123846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0089 h 1120089"/>
                <a:gd name="connsiteX1" fmla="*/ 2277458 w 2542152"/>
                <a:gd name="connsiteY1" fmla="*/ 807268 h 1120089"/>
                <a:gd name="connsiteX2" fmla="*/ 1488186 w 2542152"/>
                <a:gd name="connsiteY2" fmla="*/ 61310 h 1120089"/>
                <a:gd name="connsiteX3" fmla="*/ 328342 w 2542152"/>
                <a:gd name="connsiteY3" fmla="*/ 80560 h 1120089"/>
                <a:gd name="connsiteX4" fmla="*/ 1083 w 2542152"/>
                <a:gd name="connsiteY4" fmla="*/ 297129 h 1120089"/>
                <a:gd name="connsiteX5" fmla="*/ 121399 w 2542152"/>
                <a:gd name="connsiteY5" fmla="*/ 441508 h 1120089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6253 h 1096253"/>
                <a:gd name="connsiteX1" fmla="*/ 2277458 w 2542152"/>
                <a:gd name="connsiteY1" fmla="*/ 783432 h 1096253"/>
                <a:gd name="connsiteX2" fmla="*/ 1353432 w 2542152"/>
                <a:gd name="connsiteY2" fmla="*/ 27849 h 1096253"/>
                <a:gd name="connsiteX3" fmla="*/ 328342 w 2542152"/>
                <a:gd name="connsiteY3" fmla="*/ 56724 h 1096253"/>
                <a:gd name="connsiteX4" fmla="*/ 1083 w 2542152"/>
                <a:gd name="connsiteY4" fmla="*/ 273293 h 1096253"/>
                <a:gd name="connsiteX5" fmla="*/ 121399 w 2542152"/>
                <a:gd name="connsiteY5" fmla="*/ 417672 h 1096253"/>
                <a:gd name="connsiteX0" fmla="*/ 2542152 w 2542152"/>
                <a:gd name="connsiteY0" fmla="*/ 1110529 h 1110529"/>
                <a:gd name="connsiteX1" fmla="*/ 2277458 w 2542152"/>
                <a:gd name="connsiteY1" fmla="*/ 797708 h 1110529"/>
                <a:gd name="connsiteX2" fmla="*/ 1353432 w 2542152"/>
                <a:gd name="connsiteY2" fmla="*/ 42125 h 1110529"/>
                <a:gd name="connsiteX3" fmla="*/ 328342 w 2542152"/>
                <a:gd name="connsiteY3" fmla="*/ 71000 h 1110529"/>
                <a:gd name="connsiteX4" fmla="*/ 1083 w 2542152"/>
                <a:gd name="connsiteY4" fmla="*/ 287569 h 1110529"/>
                <a:gd name="connsiteX5" fmla="*/ 121399 w 2542152"/>
                <a:gd name="connsiteY5" fmla="*/ 431948 h 1110529"/>
                <a:gd name="connsiteX0" fmla="*/ 2542152 w 2542152"/>
                <a:gd name="connsiteY0" fmla="*/ 1144442 h 1144442"/>
                <a:gd name="connsiteX1" fmla="*/ 2277458 w 2542152"/>
                <a:gd name="connsiteY1" fmla="*/ 831621 h 1144442"/>
                <a:gd name="connsiteX2" fmla="*/ 1353432 w 2542152"/>
                <a:gd name="connsiteY2" fmla="*/ 76038 h 1144442"/>
                <a:gd name="connsiteX3" fmla="*/ 309091 w 2542152"/>
                <a:gd name="connsiteY3" fmla="*/ 95288 h 1144442"/>
                <a:gd name="connsiteX4" fmla="*/ 1083 w 2542152"/>
                <a:gd name="connsiteY4" fmla="*/ 321482 h 1144442"/>
                <a:gd name="connsiteX5" fmla="*/ 121399 w 2542152"/>
                <a:gd name="connsiteY5" fmla="*/ 465861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9067 w 2549067"/>
                <a:gd name="connsiteY0" fmla="*/ 1144442 h 1144442"/>
                <a:gd name="connsiteX1" fmla="*/ 2284373 w 2549067"/>
                <a:gd name="connsiteY1" fmla="*/ 831621 h 1144442"/>
                <a:gd name="connsiteX2" fmla="*/ 1360347 w 2549067"/>
                <a:gd name="connsiteY2" fmla="*/ 76038 h 1144442"/>
                <a:gd name="connsiteX3" fmla="*/ 316006 w 2549067"/>
                <a:gd name="connsiteY3" fmla="*/ 95288 h 1144442"/>
                <a:gd name="connsiteX4" fmla="*/ 7998 w 2549067"/>
                <a:gd name="connsiteY4" fmla="*/ 321482 h 1144442"/>
                <a:gd name="connsiteX5" fmla="*/ 147564 w 2549067"/>
                <a:gd name="connsiteY5" fmla="*/ 470674 h 1144442"/>
                <a:gd name="connsiteX0" fmla="*/ 2530309 w 2530309"/>
                <a:gd name="connsiteY0" fmla="*/ 1126668 h 1126668"/>
                <a:gd name="connsiteX1" fmla="*/ 2265615 w 2530309"/>
                <a:gd name="connsiteY1" fmla="*/ 813847 h 1126668"/>
                <a:gd name="connsiteX2" fmla="*/ 1341589 w 2530309"/>
                <a:gd name="connsiteY2" fmla="*/ 58264 h 1126668"/>
                <a:gd name="connsiteX3" fmla="*/ 297248 w 2530309"/>
                <a:gd name="connsiteY3" fmla="*/ 77514 h 1126668"/>
                <a:gd name="connsiteX4" fmla="*/ 9118 w 2530309"/>
                <a:gd name="connsiteY4" fmla="*/ 290455 h 1126668"/>
                <a:gd name="connsiteX5" fmla="*/ 128806 w 2530309"/>
                <a:gd name="connsiteY5" fmla="*/ 452900 h 1126668"/>
                <a:gd name="connsiteX0" fmla="*/ 2536092 w 2536092"/>
                <a:gd name="connsiteY0" fmla="*/ 1126668 h 1126668"/>
                <a:gd name="connsiteX1" fmla="*/ 2271398 w 2536092"/>
                <a:gd name="connsiteY1" fmla="*/ 813847 h 1126668"/>
                <a:gd name="connsiteX2" fmla="*/ 1347372 w 2536092"/>
                <a:gd name="connsiteY2" fmla="*/ 58264 h 1126668"/>
                <a:gd name="connsiteX3" fmla="*/ 303031 w 2536092"/>
                <a:gd name="connsiteY3" fmla="*/ 77514 h 1126668"/>
                <a:gd name="connsiteX4" fmla="*/ 14901 w 2536092"/>
                <a:gd name="connsiteY4" fmla="*/ 290455 h 1126668"/>
                <a:gd name="connsiteX5" fmla="*/ 134589 w 2536092"/>
                <a:gd name="connsiteY5" fmla="*/ 452900 h 1126668"/>
                <a:gd name="connsiteX0" fmla="*/ 2529676 w 2529676"/>
                <a:gd name="connsiteY0" fmla="*/ 1119023 h 1119023"/>
                <a:gd name="connsiteX1" fmla="*/ 2264982 w 2529676"/>
                <a:gd name="connsiteY1" fmla="*/ 806202 h 1119023"/>
                <a:gd name="connsiteX2" fmla="*/ 1340956 w 2529676"/>
                <a:gd name="connsiteY2" fmla="*/ 50619 h 1119023"/>
                <a:gd name="connsiteX3" fmla="*/ 362875 w 2529676"/>
                <a:gd name="connsiteY3" fmla="*/ 93060 h 1119023"/>
                <a:gd name="connsiteX4" fmla="*/ 8485 w 2529676"/>
                <a:gd name="connsiteY4" fmla="*/ 282810 h 1119023"/>
                <a:gd name="connsiteX5" fmla="*/ 128173 w 2529676"/>
                <a:gd name="connsiteY5" fmla="*/ 445255 h 1119023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493254 w 2493254"/>
                <a:gd name="connsiteY0" fmla="*/ 1113084 h 1113084"/>
                <a:gd name="connsiteX1" fmla="*/ 2122543 w 2493254"/>
                <a:gd name="connsiteY1" fmla="*/ 710811 h 1113084"/>
                <a:gd name="connsiteX2" fmla="*/ 1304534 w 2493254"/>
                <a:gd name="connsiteY2" fmla="*/ 44680 h 1113084"/>
                <a:gd name="connsiteX3" fmla="*/ 326453 w 2493254"/>
                <a:gd name="connsiteY3" fmla="*/ 87121 h 1113084"/>
                <a:gd name="connsiteX4" fmla="*/ 11819 w 2493254"/>
                <a:gd name="connsiteY4" fmla="*/ 296749 h 1113084"/>
                <a:gd name="connsiteX5" fmla="*/ 91751 w 2493254"/>
                <a:gd name="connsiteY5" fmla="*/ 439316 h 1113084"/>
                <a:gd name="connsiteX0" fmla="*/ 2460413 w 2460413"/>
                <a:gd name="connsiteY0" fmla="*/ 1111881 h 1111881"/>
                <a:gd name="connsiteX1" fmla="*/ 2089702 w 2460413"/>
                <a:gd name="connsiteY1" fmla="*/ 709608 h 1111881"/>
                <a:gd name="connsiteX2" fmla="*/ 1271693 w 2460413"/>
                <a:gd name="connsiteY2" fmla="*/ 43477 h 1111881"/>
                <a:gd name="connsiteX3" fmla="*/ 293612 w 2460413"/>
                <a:gd name="connsiteY3" fmla="*/ 85918 h 1111881"/>
                <a:gd name="connsiteX4" fmla="*/ 18735 w 2460413"/>
                <a:gd name="connsiteY4" fmla="*/ 259102 h 1111881"/>
                <a:gd name="connsiteX5" fmla="*/ 58910 w 2460413"/>
                <a:gd name="connsiteY5" fmla="*/ 438113 h 1111881"/>
                <a:gd name="connsiteX0" fmla="*/ 2453322 w 2453322"/>
                <a:gd name="connsiteY0" fmla="*/ 1112203 h 1112203"/>
                <a:gd name="connsiteX1" fmla="*/ 2082611 w 2453322"/>
                <a:gd name="connsiteY1" fmla="*/ 709930 h 1112203"/>
                <a:gd name="connsiteX2" fmla="*/ 1264602 w 2453322"/>
                <a:gd name="connsiteY2" fmla="*/ 43799 h 1112203"/>
                <a:gd name="connsiteX3" fmla="*/ 286521 w 2453322"/>
                <a:gd name="connsiteY3" fmla="*/ 86240 h 1112203"/>
                <a:gd name="connsiteX4" fmla="*/ 21583 w 2453322"/>
                <a:gd name="connsiteY4" fmla="*/ 269363 h 1112203"/>
                <a:gd name="connsiteX5" fmla="*/ 51819 w 2453322"/>
                <a:gd name="connsiteY5" fmla="*/ 438435 h 1112203"/>
                <a:gd name="connsiteX0" fmla="*/ 2457207 w 2457207"/>
                <a:gd name="connsiteY0" fmla="*/ 1113206 h 1113206"/>
                <a:gd name="connsiteX1" fmla="*/ 2086496 w 2457207"/>
                <a:gd name="connsiteY1" fmla="*/ 710933 h 1113206"/>
                <a:gd name="connsiteX2" fmla="*/ 1268487 w 2457207"/>
                <a:gd name="connsiteY2" fmla="*/ 44802 h 1113206"/>
                <a:gd name="connsiteX3" fmla="*/ 343415 w 2457207"/>
                <a:gd name="connsiteY3" fmla="*/ 83930 h 1113206"/>
                <a:gd name="connsiteX4" fmla="*/ 25468 w 2457207"/>
                <a:gd name="connsiteY4" fmla="*/ 270366 h 1113206"/>
                <a:gd name="connsiteX5" fmla="*/ 55704 w 2457207"/>
                <a:gd name="connsiteY5" fmla="*/ 439438 h 1113206"/>
                <a:gd name="connsiteX0" fmla="*/ 2457207 w 2457207"/>
                <a:gd name="connsiteY0" fmla="*/ 1113883 h 1113883"/>
                <a:gd name="connsiteX1" fmla="*/ 2086496 w 2457207"/>
                <a:gd name="connsiteY1" fmla="*/ 711610 h 1113883"/>
                <a:gd name="connsiteX2" fmla="*/ 1268487 w 2457207"/>
                <a:gd name="connsiteY2" fmla="*/ 45479 h 1113883"/>
                <a:gd name="connsiteX3" fmla="*/ 343415 w 2457207"/>
                <a:gd name="connsiteY3" fmla="*/ 84607 h 1113883"/>
                <a:gd name="connsiteX4" fmla="*/ 25468 w 2457207"/>
                <a:gd name="connsiteY4" fmla="*/ 271043 h 1113883"/>
                <a:gd name="connsiteX5" fmla="*/ 55704 w 2457207"/>
                <a:gd name="connsiteY5" fmla="*/ 440115 h 1113883"/>
                <a:gd name="connsiteX0" fmla="*/ 2457207 w 2457207"/>
                <a:gd name="connsiteY0" fmla="*/ 1117495 h 1117495"/>
                <a:gd name="connsiteX1" fmla="*/ 2086496 w 2457207"/>
                <a:gd name="connsiteY1" fmla="*/ 715222 h 1117495"/>
                <a:gd name="connsiteX2" fmla="*/ 1268487 w 2457207"/>
                <a:gd name="connsiteY2" fmla="*/ 49091 h 1117495"/>
                <a:gd name="connsiteX3" fmla="*/ 343415 w 2457207"/>
                <a:gd name="connsiteY3" fmla="*/ 88219 h 1117495"/>
                <a:gd name="connsiteX4" fmla="*/ 25468 w 2457207"/>
                <a:gd name="connsiteY4" fmla="*/ 274655 h 1117495"/>
                <a:gd name="connsiteX5" fmla="*/ 55704 w 2457207"/>
                <a:gd name="connsiteY5" fmla="*/ 443727 h 1117495"/>
                <a:gd name="connsiteX0" fmla="*/ 2457207 w 2457207"/>
                <a:gd name="connsiteY0" fmla="*/ 1489257 h 1489257"/>
                <a:gd name="connsiteX1" fmla="*/ 2086496 w 2457207"/>
                <a:gd name="connsiteY1" fmla="*/ 1086984 h 1489257"/>
                <a:gd name="connsiteX2" fmla="*/ 943231 w 2457207"/>
                <a:gd name="connsiteY2" fmla="*/ 15817 h 1489257"/>
                <a:gd name="connsiteX3" fmla="*/ 343415 w 2457207"/>
                <a:gd name="connsiteY3" fmla="*/ 459981 h 1489257"/>
                <a:gd name="connsiteX4" fmla="*/ 25468 w 2457207"/>
                <a:gd name="connsiteY4" fmla="*/ 646417 h 1489257"/>
                <a:gd name="connsiteX5" fmla="*/ 55704 w 2457207"/>
                <a:gd name="connsiteY5" fmla="*/ 815489 h 1489257"/>
                <a:gd name="connsiteX0" fmla="*/ 2478921 w 2478921"/>
                <a:gd name="connsiteY0" fmla="*/ 1566884 h 1566884"/>
                <a:gd name="connsiteX1" fmla="*/ 2108210 w 2478921"/>
                <a:gd name="connsiteY1" fmla="*/ 1164611 h 1566884"/>
                <a:gd name="connsiteX2" fmla="*/ 964945 w 2478921"/>
                <a:gd name="connsiteY2" fmla="*/ 93444 h 1566884"/>
                <a:gd name="connsiteX3" fmla="*/ 659701 w 2478921"/>
                <a:gd name="connsiteY3" fmla="*/ 126435 h 1566884"/>
                <a:gd name="connsiteX4" fmla="*/ 47182 w 2478921"/>
                <a:gd name="connsiteY4" fmla="*/ 724044 h 1566884"/>
                <a:gd name="connsiteX5" fmla="*/ 77418 w 2478921"/>
                <a:gd name="connsiteY5" fmla="*/ 893116 h 1566884"/>
                <a:gd name="connsiteX0" fmla="*/ 2478921 w 2478921"/>
                <a:gd name="connsiteY0" fmla="*/ 1547571 h 1547571"/>
                <a:gd name="connsiteX1" fmla="*/ 2108210 w 2478921"/>
                <a:gd name="connsiteY1" fmla="*/ 1145298 h 1547571"/>
                <a:gd name="connsiteX2" fmla="*/ 964945 w 2478921"/>
                <a:gd name="connsiteY2" fmla="*/ 74131 h 1547571"/>
                <a:gd name="connsiteX3" fmla="*/ 659701 w 2478921"/>
                <a:gd name="connsiteY3" fmla="*/ 107122 h 1547571"/>
                <a:gd name="connsiteX4" fmla="*/ 47182 w 2478921"/>
                <a:gd name="connsiteY4" fmla="*/ 704731 h 1547571"/>
                <a:gd name="connsiteX5" fmla="*/ 77418 w 2478921"/>
                <a:gd name="connsiteY5" fmla="*/ 873803 h 1547571"/>
                <a:gd name="connsiteX0" fmla="*/ 2478921 w 2478921"/>
                <a:gd name="connsiteY0" fmla="*/ 1475303 h 1475303"/>
                <a:gd name="connsiteX1" fmla="*/ 2108210 w 2478921"/>
                <a:gd name="connsiteY1" fmla="*/ 1073030 h 1475303"/>
                <a:gd name="connsiteX2" fmla="*/ 964945 w 2478921"/>
                <a:gd name="connsiteY2" fmla="*/ 1863 h 1475303"/>
                <a:gd name="connsiteX3" fmla="*/ 659701 w 2478921"/>
                <a:gd name="connsiteY3" fmla="*/ 34854 h 1475303"/>
                <a:gd name="connsiteX4" fmla="*/ 47182 w 2478921"/>
                <a:gd name="connsiteY4" fmla="*/ 632463 h 1475303"/>
                <a:gd name="connsiteX5" fmla="*/ 77418 w 2478921"/>
                <a:gd name="connsiteY5" fmla="*/ 801535 h 1475303"/>
                <a:gd name="connsiteX0" fmla="*/ 2478921 w 2478921"/>
                <a:gd name="connsiteY0" fmla="*/ 1477630 h 1477630"/>
                <a:gd name="connsiteX1" fmla="*/ 2108210 w 2478921"/>
                <a:gd name="connsiteY1" fmla="*/ 1075357 h 1477630"/>
                <a:gd name="connsiteX2" fmla="*/ 964945 w 2478921"/>
                <a:gd name="connsiteY2" fmla="*/ 4190 h 1477630"/>
                <a:gd name="connsiteX3" fmla="*/ 659701 w 2478921"/>
                <a:gd name="connsiteY3" fmla="*/ 37181 h 1477630"/>
                <a:gd name="connsiteX4" fmla="*/ 47182 w 2478921"/>
                <a:gd name="connsiteY4" fmla="*/ 634790 h 1477630"/>
                <a:gd name="connsiteX5" fmla="*/ 77418 w 2478921"/>
                <a:gd name="connsiteY5" fmla="*/ 803862 h 1477630"/>
                <a:gd name="connsiteX0" fmla="*/ 2478921 w 2478921"/>
                <a:gd name="connsiteY0" fmla="*/ 1440449 h 1440449"/>
                <a:gd name="connsiteX1" fmla="*/ 2108210 w 2478921"/>
                <a:gd name="connsiteY1" fmla="*/ 1038176 h 1440449"/>
                <a:gd name="connsiteX2" fmla="*/ 659701 w 2478921"/>
                <a:gd name="connsiteY2" fmla="*/ 0 h 1440449"/>
                <a:gd name="connsiteX3" fmla="*/ 47182 w 2478921"/>
                <a:gd name="connsiteY3" fmla="*/ 597609 h 1440449"/>
                <a:gd name="connsiteX4" fmla="*/ 77418 w 2478921"/>
                <a:gd name="connsiteY4" fmla="*/ 766681 h 1440449"/>
                <a:gd name="connsiteX0" fmla="*/ 2493438 w 2493438"/>
                <a:gd name="connsiteY0" fmla="*/ 1520229 h 1520229"/>
                <a:gd name="connsiteX1" fmla="*/ 2122727 w 2493438"/>
                <a:gd name="connsiteY1" fmla="*/ 1117956 h 1520229"/>
                <a:gd name="connsiteX2" fmla="*/ 870599 w 2493438"/>
                <a:gd name="connsiteY2" fmla="*/ 0 h 1520229"/>
                <a:gd name="connsiteX3" fmla="*/ 61699 w 2493438"/>
                <a:gd name="connsiteY3" fmla="*/ 677389 h 1520229"/>
                <a:gd name="connsiteX4" fmla="*/ 91935 w 2493438"/>
                <a:gd name="connsiteY4" fmla="*/ 846461 h 1520229"/>
                <a:gd name="connsiteX0" fmla="*/ 2493438 w 2493438"/>
                <a:gd name="connsiteY0" fmla="*/ 1520229 h 1520229"/>
                <a:gd name="connsiteX1" fmla="*/ 2122727 w 2493438"/>
                <a:gd name="connsiteY1" fmla="*/ 1117956 h 1520229"/>
                <a:gd name="connsiteX2" fmla="*/ 870599 w 2493438"/>
                <a:gd name="connsiteY2" fmla="*/ 0 h 1520229"/>
                <a:gd name="connsiteX3" fmla="*/ 61699 w 2493438"/>
                <a:gd name="connsiteY3" fmla="*/ 677389 h 1520229"/>
                <a:gd name="connsiteX4" fmla="*/ 91935 w 2493438"/>
                <a:gd name="connsiteY4" fmla="*/ 846461 h 1520229"/>
                <a:gd name="connsiteX0" fmla="*/ 2494800 w 2494800"/>
                <a:gd name="connsiteY0" fmla="*/ 1495683 h 1495683"/>
                <a:gd name="connsiteX1" fmla="*/ 2124089 w 2494800"/>
                <a:gd name="connsiteY1" fmla="*/ 1093410 h 1495683"/>
                <a:gd name="connsiteX2" fmla="*/ 890372 w 2494800"/>
                <a:gd name="connsiteY2" fmla="*/ 1 h 1495683"/>
                <a:gd name="connsiteX3" fmla="*/ 63061 w 2494800"/>
                <a:gd name="connsiteY3" fmla="*/ 652843 h 1495683"/>
                <a:gd name="connsiteX4" fmla="*/ 93297 w 2494800"/>
                <a:gd name="connsiteY4" fmla="*/ 821915 h 1495683"/>
                <a:gd name="connsiteX0" fmla="*/ 2494800 w 2494800"/>
                <a:gd name="connsiteY0" fmla="*/ 1499917 h 1499917"/>
                <a:gd name="connsiteX1" fmla="*/ 2124089 w 2494800"/>
                <a:gd name="connsiteY1" fmla="*/ 1097644 h 1499917"/>
                <a:gd name="connsiteX2" fmla="*/ 890372 w 2494800"/>
                <a:gd name="connsiteY2" fmla="*/ 4235 h 1499917"/>
                <a:gd name="connsiteX3" fmla="*/ 63061 w 2494800"/>
                <a:gd name="connsiteY3" fmla="*/ 657077 h 1499917"/>
                <a:gd name="connsiteX4" fmla="*/ 93297 w 2494800"/>
                <a:gd name="connsiteY4" fmla="*/ 826149 h 1499917"/>
                <a:gd name="connsiteX0" fmla="*/ 2494800 w 2494800"/>
                <a:gd name="connsiteY0" fmla="*/ 1499917 h 1499917"/>
                <a:gd name="connsiteX1" fmla="*/ 2124089 w 2494800"/>
                <a:gd name="connsiteY1" fmla="*/ 1097644 h 1499917"/>
                <a:gd name="connsiteX2" fmla="*/ 890372 w 2494800"/>
                <a:gd name="connsiteY2" fmla="*/ 4235 h 1499917"/>
                <a:gd name="connsiteX3" fmla="*/ 63061 w 2494800"/>
                <a:gd name="connsiteY3" fmla="*/ 657077 h 1499917"/>
                <a:gd name="connsiteX4" fmla="*/ 93297 w 2494800"/>
                <a:gd name="connsiteY4" fmla="*/ 826149 h 1499917"/>
                <a:gd name="connsiteX0" fmla="*/ 2494800 w 2494800"/>
                <a:gd name="connsiteY0" fmla="*/ 1495724 h 1495724"/>
                <a:gd name="connsiteX1" fmla="*/ 2124089 w 2494800"/>
                <a:gd name="connsiteY1" fmla="*/ 1093451 h 1495724"/>
                <a:gd name="connsiteX2" fmla="*/ 890372 w 2494800"/>
                <a:gd name="connsiteY2" fmla="*/ 42 h 1495724"/>
                <a:gd name="connsiteX3" fmla="*/ 63061 w 2494800"/>
                <a:gd name="connsiteY3" fmla="*/ 652884 h 1495724"/>
                <a:gd name="connsiteX4" fmla="*/ 93297 w 2494800"/>
                <a:gd name="connsiteY4" fmla="*/ 821956 h 1495724"/>
                <a:gd name="connsiteX0" fmla="*/ 2494800 w 2494800"/>
                <a:gd name="connsiteY0" fmla="*/ 1495724 h 1495724"/>
                <a:gd name="connsiteX1" fmla="*/ 2124089 w 2494800"/>
                <a:gd name="connsiteY1" fmla="*/ 1093451 h 1495724"/>
                <a:gd name="connsiteX2" fmla="*/ 890372 w 2494800"/>
                <a:gd name="connsiteY2" fmla="*/ 42 h 1495724"/>
                <a:gd name="connsiteX3" fmla="*/ 63061 w 2494800"/>
                <a:gd name="connsiteY3" fmla="*/ 652884 h 1495724"/>
                <a:gd name="connsiteX4" fmla="*/ 93297 w 2494800"/>
                <a:gd name="connsiteY4" fmla="*/ 821956 h 1495724"/>
                <a:gd name="connsiteX0" fmla="*/ 2494800 w 2494800"/>
                <a:gd name="connsiteY0" fmla="*/ 1532542 h 1532542"/>
                <a:gd name="connsiteX1" fmla="*/ 2124089 w 2494800"/>
                <a:gd name="connsiteY1" fmla="*/ 1130269 h 1532542"/>
                <a:gd name="connsiteX2" fmla="*/ 890372 w 2494800"/>
                <a:gd name="connsiteY2" fmla="*/ 38 h 1532542"/>
                <a:gd name="connsiteX3" fmla="*/ 63061 w 2494800"/>
                <a:gd name="connsiteY3" fmla="*/ 689702 h 1532542"/>
                <a:gd name="connsiteX4" fmla="*/ 93297 w 2494800"/>
                <a:gd name="connsiteY4" fmla="*/ 858774 h 1532542"/>
                <a:gd name="connsiteX0" fmla="*/ 2493439 w 2493439"/>
                <a:gd name="connsiteY0" fmla="*/ 1483451 h 1483451"/>
                <a:gd name="connsiteX1" fmla="*/ 2122728 w 2493439"/>
                <a:gd name="connsiteY1" fmla="*/ 1081178 h 1483451"/>
                <a:gd name="connsiteX2" fmla="*/ 870600 w 2493439"/>
                <a:gd name="connsiteY2" fmla="*/ 42 h 1483451"/>
                <a:gd name="connsiteX3" fmla="*/ 61700 w 2493439"/>
                <a:gd name="connsiteY3" fmla="*/ 640611 h 1483451"/>
                <a:gd name="connsiteX4" fmla="*/ 91936 w 2493439"/>
                <a:gd name="connsiteY4" fmla="*/ 809683 h 1483451"/>
                <a:gd name="connsiteX0" fmla="*/ 2420012 w 2420012"/>
                <a:gd name="connsiteY0" fmla="*/ 1497889 h 1497889"/>
                <a:gd name="connsiteX1" fmla="*/ 2049301 w 2420012"/>
                <a:gd name="connsiteY1" fmla="*/ 1095616 h 1497889"/>
                <a:gd name="connsiteX2" fmla="*/ 797173 w 2420012"/>
                <a:gd name="connsiteY2" fmla="*/ 14480 h 1497889"/>
                <a:gd name="connsiteX3" fmla="*/ 160106 w 2420012"/>
                <a:gd name="connsiteY3" fmla="*/ 495490 h 1497889"/>
                <a:gd name="connsiteX4" fmla="*/ 18509 w 2420012"/>
                <a:gd name="connsiteY4" fmla="*/ 824121 h 1497889"/>
                <a:gd name="connsiteX0" fmla="*/ 2420012 w 2420012"/>
                <a:gd name="connsiteY0" fmla="*/ 1483505 h 1483505"/>
                <a:gd name="connsiteX1" fmla="*/ 2049301 w 2420012"/>
                <a:gd name="connsiteY1" fmla="*/ 1081232 h 1483505"/>
                <a:gd name="connsiteX2" fmla="*/ 797173 w 2420012"/>
                <a:gd name="connsiteY2" fmla="*/ 96 h 1483505"/>
                <a:gd name="connsiteX3" fmla="*/ 160106 w 2420012"/>
                <a:gd name="connsiteY3" fmla="*/ 481106 h 1483505"/>
                <a:gd name="connsiteX4" fmla="*/ 18509 w 2420012"/>
                <a:gd name="connsiteY4" fmla="*/ 809737 h 1483505"/>
                <a:gd name="connsiteX0" fmla="*/ 2420012 w 2420012"/>
                <a:gd name="connsiteY0" fmla="*/ 1483505 h 1483505"/>
                <a:gd name="connsiteX1" fmla="*/ 2049301 w 2420012"/>
                <a:gd name="connsiteY1" fmla="*/ 1081232 h 1483505"/>
                <a:gd name="connsiteX2" fmla="*/ 797173 w 2420012"/>
                <a:gd name="connsiteY2" fmla="*/ 96 h 1483505"/>
                <a:gd name="connsiteX3" fmla="*/ 160106 w 2420012"/>
                <a:gd name="connsiteY3" fmla="*/ 481106 h 1483505"/>
                <a:gd name="connsiteX4" fmla="*/ 18509 w 2420012"/>
                <a:gd name="connsiteY4" fmla="*/ 809737 h 1483505"/>
                <a:gd name="connsiteX0" fmla="*/ 2420012 w 2420012"/>
                <a:gd name="connsiteY0" fmla="*/ 1483426 h 1483426"/>
                <a:gd name="connsiteX1" fmla="*/ 2049301 w 2420012"/>
                <a:gd name="connsiteY1" fmla="*/ 1081153 h 1483426"/>
                <a:gd name="connsiteX2" fmla="*/ 797173 w 2420012"/>
                <a:gd name="connsiteY2" fmla="*/ 17 h 1483426"/>
                <a:gd name="connsiteX3" fmla="*/ 160106 w 2420012"/>
                <a:gd name="connsiteY3" fmla="*/ 481027 h 1483426"/>
                <a:gd name="connsiteX4" fmla="*/ 18509 w 2420012"/>
                <a:gd name="connsiteY4" fmla="*/ 809658 h 148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0012" h="1483426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8" name="Group 44">
            <a:extLst>
              <a:ext uri="{FF2B5EF4-FFF2-40B4-BE49-F238E27FC236}">
                <a16:creationId xmlns:a16="http://schemas.microsoft.com/office/drawing/2014/main" id="{49176FEA-2A3D-4C46-88A0-E5272CC899B4}"/>
              </a:ext>
            </a:extLst>
          </p:cNvPr>
          <p:cNvGrpSpPr>
            <a:grpSpLocks/>
          </p:cNvGrpSpPr>
          <p:nvPr/>
        </p:nvGrpSpPr>
        <p:grpSpPr bwMode="auto"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id="311" name="Picture 45" descr="desktop_computer_stylized_medium">
              <a:extLst>
                <a:ext uri="{FF2B5EF4-FFF2-40B4-BE49-F238E27FC236}">
                  <a16:creationId xmlns:a16="http://schemas.microsoft.com/office/drawing/2014/main" id="{6744CEA1-5DC8-3C49-9E35-3544B3A04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2" name="Freeform 46">
              <a:extLst>
                <a:ext uri="{FF2B5EF4-FFF2-40B4-BE49-F238E27FC236}">
                  <a16:creationId xmlns:a16="http://schemas.microsoft.com/office/drawing/2014/main" id="{4CC4AF2A-4A60-7E4E-B654-71C95B11A8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25" name="Rectangle 3">
            <a:extLst>
              <a:ext uri="{FF2B5EF4-FFF2-40B4-BE49-F238E27FC236}">
                <a16:creationId xmlns:a16="http://schemas.microsoft.com/office/drawing/2014/main" id="{05247610-6057-6F45-9FE7-A7221DB45A72}"/>
              </a:ext>
            </a:extLst>
          </p:cNvPr>
          <p:cNvSpPr txBox="1">
            <a:spLocks noChangeArrowheads="1"/>
          </p:cNvSpPr>
          <p:nvPr/>
        </p:nvSpPr>
        <p:spPr>
          <a:xfrm>
            <a:off x="5984377" y="2151498"/>
            <a:ext cx="5782614" cy="258865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0">
              <a:buNone/>
              <a:defRPr/>
            </a:pPr>
            <a:r>
              <a:rPr lang="pt">
                <a:solidFill>
                  <a:srgbClr val="0000A8"/>
                </a:solidFill>
              </a:rPr>
              <a:t>Domínio de transmissão único:</a:t>
            </a:r>
          </a:p>
          <a:p>
            <a:pPr marL="803275" lvl="1" indent="-457200">
              <a:buFont typeface="Arial" pitchFamily="2" charset="2"/>
              <a:buChar char="•"/>
              <a:defRPr/>
            </a:pPr>
            <a:r>
              <a:rPr lang="pt" sz="2600" i="1">
                <a:solidFill>
                  <a:srgbClr val="0000A8"/>
                </a:solidFill>
              </a:rPr>
              <a:t>dimensionamento: </a:t>
            </a:r>
            <a:r>
              <a:rPr lang="pt" sz="2600"/>
              <a:t>todo o tráfego de broadcast de camada 2 (ARP, DHCP, MAC desconhecido) deve cruzar toda a LAN </a:t>
            </a:r>
            <a:endParaRPr lang="pt" sz="2600">
              <a:ea typeface="Calibri" panose="020F0502020204030204"/>
              <a:cs typeface="Calibri" panose="020F0502020204030204"/>
            </a:endParaRPr>
          </a:p>
          <a:p>
            <a:pPr marL="803275" lvl="1" indent="-457200">
              <a:buFont typeface="Arial" pitchFamily="2" charset="2"/>
              <a:buChar char="•"/>
              <a:defRPr/>
            </a:pPr>
            <a:r>
              <a:rPr lang="pt" sz="2600"/>
              <a:t>eficiência, segurança, privacidade, questões de eficiência</a:t>
            </a:r>
            <a:endParaRPr lang="pt" sz="2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2E6976FD-8FD9-464E-9D3E-35DC0F9B90E5}"/>
              </a:ext>
            </a:extLst>
          </p:cNvPr>
          <p:cNvSpPr txBox="1"/>
          <p:nvPr/>
        </p:nvSpPr>
        <p:spPr>
          <a:xfrm>
            <a:off x="785611" y="1262130"/>
            <a:ext cx="10353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" sz="2800" i="1" err="1">
                <a:solidFill>
                  <a:srgbClr val="0000A8"/>
                </a:solidFill>
              </a:rPr>
              <a:t>P</a:t>
            </a:r>
            <a:r>
              <a:rPr lang="pt" sz="2800" i="1">
                <a:solidFill>
                  <a:srgbClr val="0000A8"/>
                </a:solidFill>
              </a:rPr>
              <a:t>: </a:t>
            </a:r>
            <a:r>
              <a:rPr lang="pt" sz="2800"/>
              <a:t>o que acontece quando os tamanhos da LAN são dimensionados, os usuários mudam o ponto de conexão?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69431" y="3743860"/>
            <a:ext cx="1212640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pt" sz="1600"/>
              <a:t>Ciência da </a:t>
            </a:r>
          </a:p>
          <a:p>
            <a:pPr>
              <a:lnSpc>
                <a:spcPct val="85000"/>
              </a:lnSpc>
            </a:pPr>
            <a:r>
              <a:rPr lang="pt" sz="1600"/>
              <a:t>computação</a:t>
            </a:r>
          </a:p>
        </p:txBody>
      </p:sp>
    </p:spTree>
    <p:extLst>
      <p:ext uri="{BB962C8B-B14F-4D97-AF65-F5344CB8AC3E}">
        <p14:creationId xmlns:p14="http://schemas.microsoft.com/office/powerpoint/2010/main" val="348937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0023 C 0.00768 0.03611 0.0207 0.07407 0.05599 0.08727 C 0.09127 0.10046 0.18489 0.09815 0.21185 0.07847 C 0.2388 0.05856 0.24271 0.01134 0.21758 -0.0375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3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39751EC-3470-E44E-9E47-1DBEC48F367C}"/>
              </a:ext>
            </a:extLst>
          </p:cNvPr>
          <p:cNvGrpSpPr/>
          <p:nvPr/>
        </p:nvGrpSpPr>
        <p:grpSpPr>
          <a:xfrm>
            <a:off x="7580389" y="2593863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8749257" y="2589108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err="1">
                <a:latin typeface="Calibri" panose="020F0502020204030204"/>
              </a:rPr>
              <a:t>VLANs</a:t>
            </a:r>
            <a:r>
              <a:rPr lang="pt" b="0">
                <a:latin typeface="Calibri" panose="020F0502020204030204"/>
              </a:rPr>
              <a:t> baseadas em porta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225" name="Text Box 85">
            <a:extLst>
              <a:ext uri="{FF2B5EF4-FFF2-40B4-BE49-F238E27FC236}">
                <a16:creationId xmlns:a16="http://schemas.microsoft.com/office/drawing/2014/main" id="{DBE7F08B-75D4-654E-BA3B-51E343AAE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073" y="2382261"/>
            <a:ext cx="390953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800" i="0">
                <a:solidFill>
                  <a:srgbClr val="000000"/>
                </a:solidFill>
                <a:latin typeface="+mn-lt"/>
                <a:cs typeface="Arial" charset="0"/>
              </a:rPr>
              <a:t>o(</a:t>
            </a:r>
            <a:r>
              <a:rPr lang="pt" sz="2800" i="0" err="1">
                <a:solidFill>
                  <a:srgbClr val="000000"/>
                </a:solidFill>
                <a:latin typeface="+mn-lt"/>
                <a:cs typeface="Arial" charset="0"/>
              </a:rPr>
              <a:t>s</a:t>
            </a:r>
            <a:r>
              <a:rPr lang="pt" sz="2800" i="0">
                <a:solidFill>
                  <a:srgbClr val="000000"/>
                </a:solidFill>
                <a:latin typeface="+mn-lt"/>
                <a:cs typeface="Arial" charset="0"/>
              </a:rPr>
              <a:t>) switch(es) que suportam recursos de VLAN podem ser configurados para definir várias </a:t>
            </a:r>
            <a:r>
              <a:rPr lang="pt" sz="2800">
                <a:solidFill>
                  <a:srgbClr val="0000A8"/>
                </a:solidFill>
                <a:latin typeface="+mn-lt"/>
                <a:cs typeface="Arial" charset="0"/>
              </a:rPr>
              <a:t> </a:t>
            </a:r>
            <a:r>
              <a:rPr lang="pt" sz="2800" i="0">
                <a:solidFill>
                  <a:srgbClr val="000000"/>
                </a:solidFill>
                <a:latin typeface="+mn-lt"/>
                <a:cs typeface="Arial" charset="0"/>
              </a:rPr>
              <a:t>LANS virtuais em uma única infraestrutura de LAN física.</a:t>
            </a:r>
          </a:p>
        </p:txBody>
      </p:sp>
      <p:sp>
        <p:nvSpPr>
          <p:cNvPr id="226" name="Rectangle 86">
            <a:extLst>
              <a:ext uri="{FF2B5EF4-FFF2-40B4-BE49-F238E27FC236}">
                <a16:creationId xmlns:a16="http://schemas.microsoft.com/office/drawing/2014/main" id="{040C315C-CE33-1045-B5A5-A72E5FF7F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603" y="1867773"/>
            <a:ext cx="4140915" cy="364031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7" name="Text Box 87">
            <a:extLst>
              <a:ext uri="{FF2B5EF4-FFF2-40B4-BE49-F238E27FC236}">
                <a16:creationId xmlns:a16="http://schemas.microsoft.com/office/drawing/2014/main" id="{3747A2E4-8B70-A749-8C53-5E13C96C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" sz="28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Rede local virtual (VLAN)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7624361" y="2214315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4" name="Rectangle 3">
            <a:extLst>
              <a:ext uri="{FF2B5EF4-FFF2-40B4-BE49-F238E27FC236}">
                <a16:creationId xmlns:a16="http://schemas.microsoft.com/office/drawing/2014/main" id="{8B0BF6C6-7F95-0647-8336-38D2D956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878" y="1017083"/>
            <a:ext cx="5961059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pt" kern="0">
                <a:solidFill>
                  <a:srgbClr val="CC0000"/>
                </a:solidFill>
                <a:cs typeface="+mn-cs"/>
              </a:rPr>
              <a:t>VLAN baseada em porta: </a:t>
            </a:r>
            <a:r>
              <a:rPr lang="pt" sz="2400" kern="0">
                <a:cs typeface="+mn-cs"/>
              </a:rPr>
              <a:t>portas de switch agrupadas (por software de gerenciamento de switch) para que </a:t>
            </a:r>
            <a:r>
              <a:rPr lang="pt" sz="2400" i="1" kern="0">
                <a:solidFill>
                  <a:srgbClr val="0000A8"/>
                </a:solidFill>
                <a:cs typeface="+mn-cs"/>
              </a:rPr>
              <a:t>um único</a:t>
            </a:r>
            <a:r>
              <a:rPr lang="pt" sz="2400" kern="0">
                <a:solidFill>
                  <a:srgbClr val="CC0000"/>
                </a:solidFill>
                <a:cs typeface="+mn-cs"/>
              </a:rPr>
              <a:t> </a:t>
            </a:r>
            <a:r>
              <a:rPr lang="pt" sz="2400" kern="0">
                <a:cs typeface="+mn-cs"/>
              </a:rPr>
              <a:t>switch físico ......</a:t>
            </a:r>
          </a:p>
          <a:p>
            <a:pPr>
              <a:defRPr/>
            </a:pPr>
            <a:endParaRPr lang="en-US" sz="2000" kern="0">
              <a:latin typeface="Gill Sans MT" charset="0"/>
              <a:cs typeface="+mn-cs"/>
            </a:endParaRPr>
          </a:p>
        </p:txBody>
      </p: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2139" y="2944633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7902" y="2944633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77038" y="2959559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6560" y="3159818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102" y="2947808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5577" y="2746195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1239" y="2690633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466" y="3651383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EE (portas VLAN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361" y="3651383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CS (portas VLAN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16" y="3122865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6335564" y="3130370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6900345" y="3135704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7657212" y="3131042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8622613" y="3126380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9137840" y="3132290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10001441" y="3141282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8BAC5-6F99-9949-A533-8E94FF0D852A}"/>
              </a:ext>
            </a:extLst>
          </p:cNvPr>
          <p:cNvGrpSpPr/>
          <p:nvPr/>
        </p:nvGrpSpPr>
        <p:grpSpPr>
          <a:xfrm>
            <a:off x="6256438" y="4112744"/>
            <a:ext cx="5305402" cy="2612342"/>
            <a:chOff x="6211492" y="3817384"/>
            <a:chExt cx="5305402" cy="2612342"/>
          </a:xfrm>
        </p:grpSpPr>
        <p:grpSp>
          <p:nvGrpSpPr>
            <p:cNvPr id="684" name="Group 683">
              <a:extLst>
                <a:ext uri="{FF2B5EF4-FFF2-40B4-BE49-F238E27FC236}">
                  <a16:creationId xmlns:a16="http://schemas.microsoft.com/office/drawing/2014/main" id="{032775F3-0670-3C4B-B2DF-70AE363DCDFF}"/>
                </a:ext>
              </a:extLst>
            </p:cNvPr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685" name="Oval 684">
                <a:extLst>
                  <a:ext uri="{FF2B5EF4-FFF2-40B4-BE49-F238E27FC236}">
                    <a16:creationId xmlns:a16="http://schemas.microsoft.com/office/drawing/2014/main" id="{809D7D0E-60C1-2C48-AD6E-75E52E4358D7}"/>
                  </a:ext>
                </a:extLst>
              </p:cNvPr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6" name="Oval 685">
                <a:extLst>
                  <a:ext uri="{FF2B5EF4-FFF2-40B4-BE49-F238E27FC236}">
                    <a16:creationId xmlns:a16="http://schemas.microsoft.com/office/drawing/2014/main" id="{EF688021-C6FD-1B4E-B315-BB324D547AD5}"/>
                  </a:ext>
                </a:extLst>
              </p:cNvPr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7" name="Oval 686">
                <a:extLst>
                  <a:ext uri="{FF2B5EF4-FFF2-40B4-BE49-F238E27FC236}">
                    <a16:creationId xmlns:a16="http://schemas.microsoft.com/office/drawing/2014/main" id="{1F5AD41F-54EA-6A44-B0D6-74F874C66EF2}"/>
                  </a:ext>
                </a:extLst>
              </p:cNvPr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8" name="Oval 687">
                <a:extLst>
                  <a:ext uri="{FF2B5EF4-FFF2-40B4-BE49-F238E27FC236}">
                    <a16:creationId xmlns:a16="http://schemas.microsoft.com/office/drawing/2014/main" id="{4C7FB047-C4AD-824E-B7ED-47D40D01146F}"/>
                  </a:ext>
                </a:extLst>
              </p:cNvPr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9" name="Oval 688">
                <a:extLst>
                  <a:ext uri="{FF2B5EF4-FFF2-40B4-BE49-F238E27FC236}">
                    <a16:creationId xmlns:a16="http://schemas.microsoft.com/office/drawing/2014/main" id="{012F2C31-F332-114A-9BCF-F8B282914B90}"/>
                  </a:ext>
                </a:extLst>
              </p:cNvPr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0" name="Oval 689">
                <a:extLst>
                  <a:ext uri="{FF2B5EF4-FFF2-40B4-BE49-F238E27FC236}">
                    <a16:creationId xmlns:a16="http://schemas.microsoft.com/office/drawing/2014/main" id="{D798AE63-63D4-7B40-9268-74F3FB1BA890}"/>
                  </a:ext>
                </a:extLst>
              </p:cNvPr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Oval 690">
                <a:extLst>
                  <a:ext uri="{FF2B5EF4-FFF2-40B4-BE49-F238E27FC236}">
                    <a16:creationId xmlns:a16="http://schemas.microsoft.com/office/drawing/2014/main" id="{D1D557D9-E710-6349-86FB-1E32C8BE5407}"/>
                  </a:ext>
                </a:extLst>
              </p:cNvPr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2" name="Oval 691">
                <a:extLst>
                  <a:ext uri="{FF2B5EF4-FFF2-40B4-BE49-F238E27FC236}">
                    <a16:creationId xmlns:a16="http://schemas.microsoft.com/office/drawing/2014/main" id="{FB07E267-41BC-A04C-B76A-60A7F3D74A23}"/>
                  </a:ext>
                </a:extLst>
              </p:cNvPr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Oval 692">
                <a:extLst>
                  <a:ext uri="{FF2B5EF4-FFF2-40B4-BE49-F238E27FC236}">
                    <a16:creationId xmlns:a16="http://schemas.microsoft.com/office/drawing/2014/main" id="{5682B567-D458-C848-AA8C-B31B69F32CB5}"/>
                  </a:ext>
                </a:extLst>
              </p:cNvPr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6200000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Oval 693">
                <a:extLst>
                  <a:ext uri="{FF2B5EF4-FFF2-40B4-BE49-F238E27FC236}">
                    <a16:creationId xmlns:a16="http://schemas.microsoft.com/office/drawing/2014/main" id="{905F9C15-25EA-7B4C-940C-44F363940A1A}"/>
                  </a:ext>
                </a:extLst>
              </p:cNvPr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3500000" algn="b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Freeform 694">
                <a:extLst>
                  <a:ext uri="{FF2B5EF4-FFF2-40B4-BE49-F238E27FC236}">
                    <a16:creationId xmlns:a16="http://schemas.microsoft.com/office/drawing/2014/main" id="{931DE170-9A7A-A446-A6FC-4B1B055B91C6}"/>
                  </a:ext>
                </a:extLst>
              </p:cNvPr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avLst/>
                <a:gdLst>
                  <a:gd name="connsiteX0" fmla="*/ 18918 w 3651294"/>
                  <a:gd name="connsiteY0" fmla="*/ 327923 h 1248629"/>
                  <a:gd name="connsiteX1" fmla="*/ 0 w 3651294"/>
                  <a:gd name="connsiteY1" fmla="*/ 472965 h 1248629"/>
                  <a:gd name="connsiteX2" fmla="*/ 75674 w 3651294"/>
                  <a:gd name="connsiteY2" fmla="*/ 939625 h 1248629"/>
                  <a:gd name="connsiteX3" fmla="*/ 176574 w 3651294"/>
                  <a:gd name="connsiteY3" fmla="*/ 964850 h 1248629"/>
                  <a:gd name="connsiteX4" fmla="*/ 214411 w 3651294"/>
                  <a:gd name="connsiteY4" fmla="*/ 1034218 h 1248629"/>
                  <a:gd name="connsiteX5" fmla="*/ 1072055 w 3651294"/>
                  <a:gd name="connsiteY5" fmla="*/ 1248629 h 1248629"/>
                  <a:gd name="connsiteX6" fmla="*/ 1210791 w 3651294"/>
                  <a:gd name="connsiteY6" fmla="*/ 1179261 h 1248629"/>
                  <a:gd name="connsiteX7" fmla="*/ 1311691 w 3651294"/>
                  <a:gd name="connsiteY7" fmla="*/ 1248629 h 1248629"/>
                  <a:gd name="connsiteX8" fmla="*/ 2238703 w 3651294"/>
                  <a:gd name="connsiteY8" fmla="*/ 1242323 h 1248629"/>
                  <a:gd name="connsiteX9" fmla="*/ 2352215 w 3651294"/>
                  <a:gd name="connsiteY9" fmla="*/ 1072055 h 1248629"/>
                  <a:gd name="connsiteX10" fmla="*/ 2453114 w 3651294"/>
                  <a:gd name="connsiteY10" fmla="*/ 1109892 h 1248629"/>
                  <a:gd name="connsiteX11" fmla="*/ 3165716 w 3651294"/>
                  <a:gd name="connsiteY11" fmla="*/ 1021605 h 1248629"/>
                  <a:gd name="connsiteX12" fmla="*/ 3272921 w 3651294"/>
                  <a:gd name="connsiteY12" fmla="*/ 870257 h 1248629"/>
                  <a:gd name="connsiteX13" fmla="*/ 3651294 w 3651294"/>
                  <a:gd name="connsiteY13" fmla="*/ 567559 h 1248629"/>
                  <a:gd name="connsiteX14" fmla="*/ 3600844 w 3651294"/>
                  <a:gd name="connsiteY14" fmla="*/ 510803 h 1248629"/>
                  <a:gd name="connsiteX15" fmla="*/ 3619763 w 3651294"/>
                  <a:gd name="connsiteY15" fmla="*/ 416210 h 1248629"/>
                  <a:gd name="connsiteX16" fmla="*/ 3436883 w 3651294"/>
                  <a:gd name="connsiteY16" fmla="*/ 245942 h 1248629"/>
                  <a:gd name="connsiteX17" fmla="*/ 3436883 w 3651294"/>
                  <a:gd name="connsiteY17" fmla="*/ 245942 h 1248629"/>
                  <a:gd name="connsiteX18" fmla="*/ 3285534 w 3651294"/>
                  <a:gd name="connsiteY18" fmla="*/ 182880 h 1248629"/>
                  <a:gd name="connsiteX19" fmla="*/ 2699056 w 3651294"/>
                  <a:gd name="connsiteY19" fmla="*/ 18919 h 1248629"/>
                  <a:gd name="connsiteX20" fmla="*/ 2440502 w 3651294"/>
                  <a:gd name="connsiteY20" fmla="*/ 69368 h 1248629"/>
                  <a:gd name="connsiteX21" fmla="*/ 2308071 w 3651294"/>
                  <a:gd name="connsiteY21" fmla="*/ 6306 h 1248629"/>
                  <a:gd name="connsiteX22" fmla="*/ 2011680 w 3651294"/>
                  <a:gd name="connsiteY22" fmla="*/ 0 h 1248629"/>
                  <a:gd name="connsiteX23" fmla="*/ 1828800 w 3651294"/>
                  <a:gd name="connsiteY23" fmla="*/ 31531 h 1248629"/>
                  <a:gd name="connsiteX24" fmla="*/ 775663 w 3651294"/>
                  <a:gd name="connsiteY24" fmla="*/ 94593 h 1248629"/>
                  <a:gd name="connsiteX25" fmla="*/ 599089 w 3651294"/>
                  <a:gd name="connsiteY25" fmla="*/ 170268 h 1248629"/>
                  <a:gd name="connsiteX26" fmla="*/ 283779 w 3651294"/>
                  <a:gd name="connsiteY26" fmla="*/ 195492 h 1248629"/>
                  <a:gd name="connsiteX27" fmla="*/ 18918 w 3651294"/>
                  <a:gd name="connsiteY27" fmla="*/ 327923 h 124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51294" h="1248629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2" name="Rectangle 211">
              <a:extLst>
                <a:ext uri="{FF2B5EF4-FFF2-40B4-BE49-F238E27FC236}">
                  <a16:creationId xmlns:a16="http://schemas.microsoft.com/office/drawing/2014/main" id="{69F6A505-6FC4-F044-8AE9-A1A9917E6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defTabSz="91440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... opera como </a:t>
              </a: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ＭＳ Ｐゴシック" charset="0"/>
                </a:rPr>
                <a:t>vários </a:t>
              </a:r>
              <a:r>
                <a:rPr kumimoji="0" lang="pt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switches virtuais</a:t>
              </a:r>
            </a:p>
            <a:p>
              <a:pPr marL="342900" marR="0" lvl="0" indent="-342900" defTabSz="91440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8921662-C3D4-0647-9F72-39C9CE0D19E6}"/>
                </a:ext>
              </a:extLst>
            </p:cNvPr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647" name="Group 646">
                <a:extLst>
                  <a:ext uri="{FF2B5EF4-FFF2-40B4-BE49-F238E27FC236}">
                    <a16:creationId xmlns:a16="http://schemas.microsoft.com/office/drawing/2014/main" id="{1557549E-498F-7447-979B-9B359264E0A6}"/>
                  </a:ext>
                </a:extLst>
              </p:cNvPr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662" name="Rectangle 75">
                  <a:extLst>
                    <a:ext uri="{FF2B5EF4-FFF2-40B4-BE49-F238E27FC236}">
                      <a16:creationId xmlns:a16="http://schemas.microsoft.com/office/drawing/2014/main" id="{27B96988-11D0-474D-93EB-348F240AF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3" name="Rectangle 2">
                  <a:extLst>
                    <a:ext uri="{FF2B5EF4-FFF2-40B4-BE49-F238E27FC236}">
                      <a16:creationId xmlns:a16="http://schemas.microsoft.com/office/drawing/2014/main" id="{8B68E981-F5E3-2F42-819A-A669CFE11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4" name="Line 3">
                  <a:extLst>
                    <a:ext uri="{FF2B5EF4-FFF2-40B4-BE49-F238E27FC236}">
                      <a16:creationId xmlns:a16="http://schemas.microsoft.com/office/drawing/2014/main" id="{5E688D47-83AD-C34B-A1ED-6322C3943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51453" y="4342570"/>
                  <a:ext cx="1179110" cy="14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5" name="Text Box 6">
                  <a:extLst>
                    <a:ext uri="{FF2B5EF4-FFF2-40B4-BE49-F238E27FC236}">
                      <a16:creationId xmlns:a16="http://schemas.microsoft.com/office/drawing/2014/main" id="{FBA92F64-DEA8-0145-A270-ADFA4F7483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</a:p>
              </p:txBody>
            </p:sp>
            <p:sp>
              <p:nvSpPr>
                <p:cNvPr id="666" name="Line 18">
                  <a:extLst>
                    <a:ext uri="{FF2B5EF4-FFF2-40B4-BE49-F238E27FC236}">
                      <a16:creationId xmlns:a16="http://schemas.microsoft.com/office/drawing/2014/main" id="{B05E417E-D861-214C-90B9-6B8EDFA4C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30891" y="413284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7" name="Line 21">
                  <a:extLst>
                    <a:ext uri="{FF2B5EF4-FFF2-40B4-BE49-F238E27FC236}">
                      <a16:creationId xmlns:a16="http://schemas.microsoft.com/office/drawing/2014/main" id="{D7A2106C-D1FA-FC49-A4A1-12E5A1147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40378" y="412967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8" name="Line 23">
                  <a:extLst>
                    <a:ext uri="{FF2B5EF4-FFF2-40B4-BE49-F238E27FC236}">
                      <a16:creationId xmlns:a16="http://schemas.microsoft.com/office/drawing/2014/main" id="{BE1A2472-CC43-B049-946E-8A2507DEC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211878" y="4137610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9" name="Text Box 26">
                  <a:extLst>
                    <a:ext uri="{FF2B5EF4-FFF2-40B4-BE49-F238E27FC236}">
                      <a16:creationId xmlns:a16="http://schemas.microsoft.com/office/drawing/2014/main" id="{6A32EC24-5E70-9845-AE75-3CFCAEC76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8</a:t>
                  </a:r>
                </a:p>
              </p:txBody>
            </p:sp>
            <p:sp>
              <p:nvSpPr>
                <p:cNvPr id="670" name="Text Box 30">
                  <a:extLst>
                    <a:ext uri="{FF2B5EF4-FFF2-40B4-BE49-F238E27FC236}">
                      <a16:creationId xmlns:a16="http://schemas.microsoft.com/office/drawing/2014/main" id="{8197BC53-69F8-A742-8EF7-9255154961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2</a:t>
                  </a:r>
                </a:p>
              </p:txBody>
            </p:sp>
            <p:sp>
              <p:nvSpPr>
                <p:cNvPr id="671" name="Text Box 57">
                  <a:extLst>
                    <a:ext uri="{FF2B5EF4-FFF2-40B4-BE49-F238E27FC236}">
                      <a16:creationId xmlns:a16="http://schemas.microsoft.com/office/drawing/2014/main" id="{F222EBB6-5B2A-0D45-92C3-2B55D5AE7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7</a:t>
                  </a:r>
                </a:p>
              </p:txBody>
            </p:sp>
            <p:sp>
              <p:nvSpPr>
                <p:cNvPr id="672" name="Oval 81">
                  <a:extLst>
                    <a:ext uri="{FF2B5EF4-FFF2-40B4-BE49-F238E27FC236}">
                      <a16:creationId xmlns:a16="http://schemas.microsoft.com/office/drawing/2014/main" id="{E52540DE-6219-0B44-87AE-A9BD6A3DC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73" name="Oval 82">
                  <a:extLst>
                    <a:ext uri="{FF2B5EF4-FFF2-40B4-BE49-F238E27FC236}">
                      <a16:creationId xmlns:a16="http://schemas.microsoft.com/office/drawing/2014/main" id="{A0B5B120-1532-1C46-9438-F25A285AF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74" name="Oval 83">
                  <a:extLst>
                    <a:ext uri="{FF2B5EF4-FFF2-40B4-BE49-F238E27FC236}">
                      <a16:creationId xmlns:a16="http://schemas.microsoft.com/office/drawing/2014/main" id="{A3B232BC-691D-3F49-A451-1D60DC31FA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1E0E1360-1D03-4244-AB63-FBB9A246D632}"/>
                  </a:ext>
                </a:extLst>
              </p:cNvPr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09" name="Freeform 608">
                  <a:extLst>
                    <a:ext uri="{FF2B5EF4-FFF2-40B4-BE49-F238E27FC236}">
                      <a16:creationId xmlns:a16="http://schemas.microsoft.com/office/drawing/2014/main" id="{93AAB91A-4626-864D-913D-2F31098E582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E0274902-E835-C346-937F-15C1C8A96F98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11" name="Freeform 610">
                    <a:extLst>
                      <a:ext uri="{FF2B5EF4-FFF2-40B4-BE49-F238E27FC236}">
                        <a16:creationId xmlns:a16="http://schemas.microsoft.com/office/drawing/2014/main" id="{C39AA749-E2A1-5044-812D-948525D6BBA4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2" name="Freeform 611">
                    <a:extLst>
                      <a:ext uri="{FF2B5EF4-FFF2-40B4-BE49-F238E27FC236}">
                        <a16:creationId xmlns:a16="http://schemas.microsoft.com/office/drawing/2014/main" id="{25F61225-EAA4-BB43-9F0E-F6385A13958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3" name="Freeform 612">
                    <a:extLst>
                      <a:ext uri="{FF2B5EF4-FFF2-40B4-BE49-F238E27FC236}">
                        <a16:creationId xmlns:a16="http://schemas.microsoft.com/office/drawing/2014/main" id="{DFB55FEA-9214-6845-BED9-A5E6C52BAF1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4" name="Freeform 613">
                    <a:extLst>
                      <a:ext uri="{FF2B5EF4-FFF2-40B4-BE49-F238E27FC236}">
                        <a16:creationId xmlns:a16="http://schemas.microsoft.com/office/drawing/2014/main" id="{F1D41D29-9F0B-6541-9334-EDDEC9F39068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AD004A6-8C47-C844-B24D-6D3E4EAFA6DC}"/>
                  </a:ext>
                </a:extLst>
              </p:cNvPr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sp>
              <p:nvSpPr>
                <p:cNvPr id="574" name="Line 61">
                  <a:extLst>
                    <a:ext uri="{FF2B5EF4-FFF2-40B4-BE49-F238E27FC236}">
                      <a16:creationId xmlns:a16="http://schemas.microsoft.com/office/drawing/2014/main" id="{C8A4EEED-1DD9-2043-A8F0-64BD1469D3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259676" y="5267911"/>
                  <a:ext cx="901700" cy="2794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5" name="Line 62">
                  <a:extLst>
                    <a:ext uri="{FF2B5EF4-FFF2-40B4-BE49-F238E27FC236}">
                      <a16:creationId xmlns:a16="http://schemas.microsoft.com/office/drawing/2014/main" id="{B6658ABF-84A5-9D49-88CF-B3072D8BAD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45439" y="5263098"/>
                  <a:ext cx="806450" cy="4191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6" name="Line 63">
                  <a:extLst>
                    <a:ext uri="{FF2B5EF4-FFF2-40B4-BE49-F238E27FC236}">
                      <a16:creationId xmlns:a16="http://schemas.microsoft.com/office/drawing/2014/main" id="{104CD8A8-65F3-2047-9A76-DB6AF9480F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64575" y="5268398"/>
                  <a:ext cx="672983" cy="3613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1" name="Text Box 72">
                  <a:extLst>
                    <a:ext uri="{FF2B5EF4-FFF2-40B4-BE49-F238E27FC236}">
                      <a16:creationId xmlns:a16="http://schemas.microsoft.com/office/drawing/2014/main" id="{9969E5E3-3D92-2D46-B9C4-969153B6B7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1200" i="0">
                      <a:solidFill>
                        <a:srgbClr val="000000"/>
                      </a:solidFill>
                      <a:latin typeface="Arial" charset="0"/>
                    </a:rPr>
                    <a:t>EE (portas VLAN 1-8)</a:t>
                  </a:r>
                </a:p>
              </p:txBody>
            </p:sp>
            <p:sp>
              <p:nvSpPr>
                <p:cNvPr id="590" name="Text Box 45">
                  <a:extLst>
                    <a:ext uri="{FF2B5EF4-FFF2-40B4-BE49-F238E27FC236}">
                      <a16:creationId xmlns:a16="http://schemas.microsoft.com/office/drawing/2014/main" id="{3C95110B-9ADB-DC4E-878A-70D85E2ACF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1800" i="0">
                      <a:solidFill>
                        <a:srgbClr val="000000"/>
                      </a:solidFill>
                      <a:latin typeface="+mn-lt"/>
                    </a:rPr>
                    <a:t>…</a:t>
                  </a:r>
                </a:p>
              </p:txBody>
            </p:sp>
            <p:grpSp>
              <p:nvGrpSpPr>
                <p:cNvPr id="591" name="Group 44">
                  <a:extLst>
                    <a:ext uri="{FF2B5EF4-FFF2-40B4-BE49-F238E27FC236}">
                      <a16:creationId xmlns:a16="http://schemas.microsoft.com/office/drawing/2014/main" id="{37D271C4-F866-344E-859B-5D8A6AA5EA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7" name="Picture 45" descr="desktop_computer_stylized_medium">
                    <a:extLst>
                      <a:ext uri="{FF2B5EF4-FFF2-40B4-BE49-F238E27FC236}">
                        <a16:creationId xmlns:a16="http://schemas.microsoft.com/office/drawing/2014/main" id="{EE7EAE4D-E265-AD46-B29F-100BD3D8BAB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8" name="Freeform 46">
                    <a:extLst>
                      <a:ext uri="{FF2B5EF4-FFF2-40B4-BE49-F238E27FC236}">
                        <a16:creationId xmlns:a16="http://schemas.microsoft.com/office/drawing/2014/main" id="{1718B8A6-4704-2E47-850D-969F80C1A6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592" name="Group 44">
                  <a:extLst>
                    <a:ext uri="{FF2B5EF4-FFF2-40B4-BE49-F238E27FC236}">
                      <a16:creationId xmlns:a16="http://schemas.microsoft.com/office/drawing/2014/main" id="{DFF3640E-DE8E-2846-9EC4-62511FA2A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5" name="Picture 45" descr="desktop_computer_stylized_medium">
                    <a:extLst>
                      <a:ext uri="{FF2B5EF4-FFF2-40B4-BE49-F238E27FC236}">
                        <a16:creationId xmlns:a16="http://schemas.microsoft.com/office/drawing/2014/main" id="{EB88B671-831A-BF4D-B80A-C0B98F2FF8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6" name="Freeform 46">
                    <a:extLst>
                      <a:ext uri="{FF2B5EF4-FFF2-40B4-BE49-F238E27FC236}">
                        <a16:creationId xmlns:a16="http://schemas.microsoft.com/office/drawing/2014/main" id="{FF76564F-1425-BA4E-8D99-A58B56803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593" name="Group 44">
                  <a:extLst>
                    <a:ext uri="{FF2B5EF4-FFF2-40B4-BE49-F238E27FC236}">
                      <a16:creationId xmlns:a16="http://schemas.microsoft.com/office/drawing/2014/main" id="{D2ACFA91-3AF2-5D49-BFE6-8B43D69F27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3" name="Picture 45" descr="desktop_computer_stylized_medium">
                    <a:extLst>
                      <a:ext uri="{FF2B5EF4-FFF2-40B4-BE49-F238E27FC236}">
                        <a16:creationId xmlns:a16="http://schemas.microsoft.com/office/drawing/2014/main" id="{8918D717-448C-9E42-AAA9-63B5732D6D2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4" name="Freeform 46">
                    <a:extLst>
                      <a:ext uri="{FF2B5EF4-FFF2-40B4-BE49-F238E27FC236}">
                        <a16:creationId xmlns:a16="http://schemas.microsoft.com/office/drawing/2014/main" id="{84DD81C4-5B4A-1545-92AE-1242C96326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927051A-00A6-E14B-A445-814273D5873E}"/>
                </a:ext>
              </a:extLst>
            </p:cNvPr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648" name="Group 647">
                <a:extLst>
                  <a:ext uri="{FF2B5EF4-FFF2-40B4-BE49-F238E27FC236}">
                    <a16:creationId xmlns:a16="http://schemas.microsoft.com/office/drawing/2014/main" id="{1B7EBF1C-A4EE-8B4D-8767-1D8755245B08}"/>
                  </a:ext>
                </a:extLst>
              </p:cNvPr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649" name="Rectangle 76">
                  <a:extLst>
                    <a:ext uri="{FF2B5EF4-FFF2-40B4-BE49-F238E27FC236}">
                      <a16:creationId xmlns:a16="http://schemas.microsoft.com/office/drawing/2014/main" id="{E65626A6-4868-7640-8E71-737D09BD9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0" name="Rectangle 2">
                  <a:extLst>
                    <a:ext uri="{FF2B5EF4-FFF2-40B4-BE49-F238E27FC236}">
                      <a16:creationId xmlns:a16="http://schemas.microsoft.com/office/drawing/2014/main" id="{71B72A86-9E20-EC4E-93E3-2CF1D58EE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1" name="Line 3">
                  <a:extLst>
                    <a:ext uri="{FF2B5EF4-FFF2-40B4-BE49-F238E27FC236}">
                      <a16:creationId xmlns:a16="http://schemas.microsoft.com/office/drawing/2014/main" id="{2222A9E6-7415-2841-B604-7FBC00BA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09376" y="5090714"/>
                  <a:ext cx="1163270" cy="28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2" name="Line 17">
                  <a:extLst>
                    <a:ext uri="{FF2B5EF4-FFF2-40B4-BE49-F238E27FC236}">
                      <a16:creationId xmlns:a16="http://schemas.microsoft.com/office/drawing/2014/main" id="{ADFAB7C5-BD60-CC48-85B2-5DCD1ED4A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01146" y="488243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3" name="Line 24">
                  <a:extLst>
                    <a:ext uri="{FF2B5EF4-FFF2-40B4-BE49-F238E27FC236}">
                      <a16:creationId xmlns:a16="http://schemas.microsoft.com/office/drawing/2014/main" id="{4231A000-6642-2841-A691-17AEE6F13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05871" y="4877676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4" name="Line 25">
                  <a:extLst>
                    <a:ext uri="{FF2B5EF4-FFF2-40B4-BE49-F238E27FC236}">
                      <a16:creationId xmlns:a16="http://schemas.microsoft.com/office/drawing/2014/main" id="{A07D36A7-E5A1-6540-AA67-969B85C00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6421" y="487291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5" name="Text Box 27">
                  <a:extLst>
                    <a:ext uri="{FF2B5EF4-FFF2-40B4-BE49-F238E27FC236}">
                      <a16:creationId xmlns:a16="http://schemas.microsoft.com/office/drawing/2014/main" id="{A4523ACC-2460-6341-86DC-C45C08E82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9</a:t>
                  </a:r>
                </a:p>
              </p:txBody>
            </p:sp>
            <p:sp>
              <p:nvSpPr>
                <p:cNvPr id="656" name="Text Box 28">
                  <a:extLst>
                    <a:ext uri="{FF2B5EF4-FFF2-40B4-BE49-F238E27FC236}">
                      <a16:creationId xmlns:a16="http://schemas.microsoft.com/office/drawing/2014/main" id="{59A40326-B578-E54E-A3BC-A02453F99E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16</a:t>
                  </a:r>
                </a:p>
              </p:txBody>
            </p:sp>
            <p:sp>
              <p:nvSpPr>
                <p:cNvPr id="657" name="Text Box 29">
                  <a:extLst>
                    <a:ext uri="{FF2B5EF4-FFF2-40B4-BE49-F238E27FC236}">
                      <a16:creationId xmlns:a16="http://schemas.microsoft.com/office/drawing/2014/main" id="{BD98A039-D622-A540-9E42-23C920966A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10</a:t>
                  </a:r>
                </a:p>
              </p:txBody>
            </p:sp>
            <p:sp>
              <p:nvSpPr>
                <p:cNvPr id="658" name="Text Box 74">
                  <a:extLst>
                    <a:ext uri="{FF2B5EF4-FFF2-40B4-BE49-F238E27FC236}">
                      <a16:creationId xmlns:a16="http://schemas.microsoft.com/office/drawing/2014/main" id="{1B787302-8EC4-E34A-9C56-E010EF8392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pt" sz="800" i="0">
                      <a:solidFill>
                        <a:schemeClr val="bg1"/>
                      </a:solidFill>
                      <a:latin typeface="Arial" charset="0"/>
                    </a:rPr>
                    <a:t>15</a:t>
                  </a:r>
                </a:p>
              </p:txBody>
            </p:sp>
            <p:sp>
              <p:nvSpPr>
                <p:cNvPr id="659" name="Oval 84">
                  <a:extLst>
                    <a:ext uri="{FF2B5EF4-FFF2-40B4-BE49-F238E27FC236}">
                      <a16:creationId xmlns:a16="http://schemas.microsoft.com/office/drawing/2014/main" id="{DF07D6F5-A194-324B-AA14-90705A3EA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0" name="Oval 85">
                  <a:extLst>
                    <a:ext uri="{FF2B5EF4-FFF2-40B4-BE49-F238E27FC236}">
                      <a16:creationId xmlns:a16="http://schemas.microsoft.com/office/drawing/2014/main" id="{FEF46F66-7BA6-0848-A338-502D368AB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1" name="Oval 86">
                  <a:extLst>
                    <a:ext uri="{FF2B5EF4-FFF2-40B4-BE49-F238E27FC236}">
                      <a16:creationId xmlns:a16="http://schemas.microsoft.com/office/drawing/2014/main" id="{CDD6FCD4-4E2B-CA4B-877B-B9C677C91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77" name="Text Box 64">
                <a:extLst>
                  <a:ext uri="{FF2B5EF4-FFF2-40B4-BE49-F238E27FC236}">
                    <a16:creationId xmlns:a16="http://schemas.microsoft.com/office/drawing/2014/main" id="{71E6981D-8B61-704D-9538-1846331D0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" sz="1800" i="0">
                    <a:solidFill>
                      <a:srgbClr val="000000"/>
                    </a:solidFill>
                    <a:latin typeface="+mn-lt"/>
                  </a:rPr>
                  <a:t>…</a:t>
                </a:r>
              </a:p>
            </p:txBody>
          </p:sp>
          <p:sp>
            <p:nvSpPr>
              <p:cNvPr id="578" name="Line 69">
                <a:extLst>
                  <a:ext uri="{FF2B5EF4-FFF2-40B4-BE49-F238E27FC236}">
                    <a16:creationId xmlns:a16="http://schemas.microsoft.com/office/drawing/2014/main" id="{790193E6-E58F-6348-B912-D3C188C3F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63013" y="5251834"/>
                <a:ext cx="101600" cy="3778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9" name="Line 70">
                <a:extLst>
                  <a:ext uri="{FF2B5EF4-FFF2-40B4-BE49-F238E27FC236}">
                    <a16:creationId xmlns:a16="http://schemas.microsoft.com/office/drawing/2014/main" id="{B855E16D-E833-964B-A02F-B3E7FC8F2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53488" y="5050221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2" name="Text Box 73">
                <a:extLst>
                  <a:ext uri="{FF2B5EF4-FFF2-40B4-BE49-F238E27FC236}">
                    <a16:creationId xmlns:a16="http://schemas.microsoft.com/office/drawing/2014/main" id="{9DD4CDAE-4937-AD47-8AE2-BA2CC98F7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" sz="1200" i="0">
                    <a:solidFill>
                      <a:srgbClr val="000000"/>
                    </a:solidFill>
                    <a:latin typeface="Arial" charset="0"/>
                  </a:rPr>
                  <a:t>CS (portas VLAN 9-15)</a:t>
                </a:r>
              </a:p>
            </p:txBody>
          </p:sp>
          <p:grpSp>
            <p:nvGrpSpPr>
              <p:cNvPr id="594" name="Group 44">
                <a:extLst>
                  <a:ext uri="{FF2B5EF4-FFF2-40B4-BE49-F238E27FC236}">
                    <a16:creationId xmlns:a16="http://schemas.microsoft.com/office/drawing/2014/main" id="{A37BDD8D-DFA2-7E49-8169-E5C71164A0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id="601" name="Picture 45" descr="desktop_computer_stylized_medium">
                  <a:extLst>
                    <a:ext uri="{FF2B5EF4-FFF2-40B4-BE49-F238E27FC236}">
                      <a16:creationId xmlns:a16="http://schemas.microsoft.com/office/drawing/2014/main" id="{CD31DF6B-49B9-694F-9A83-BB540C45D4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2" name="Freeform 46">
                  <a:extLst>
                    <a:ext uri="{FF2B5EF4-FFF2-40B4-BE49-F238E27FC236}">
                      <a16:creationId xmlns:a16="http://schemas.microsoft.com/office/drawing/2014/main" id="{B5C46613-86CD-0746-AA4E-C3F449FEF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95" name="Group 44">
                <a:extLst>
                  <a:ext uri="{FF2B5EF4-FFF2-40B4-BE49-F238E27FC236}">
                    <a16:creationId xmlns:a16="http://schemas.microsoft.com/office/drawing/2014/main" id="{D3C95FFE-8A11-6B4D-A493-7954CBAAB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id="599" name="Picture 45" descr="desktop_computer_stylized_medium">
                  <a:extLst>
                    <a:ext uri="{FF2B5EF4-FFF2-40B4-BE49-F238E27FC236}">
                      <a16:creationId xmlns:a16="http://schemas.microsoft.com/office/drawing/2014/main" id="{AC60ABBD-5927-3947-91D4-0B5FE7D9F5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0" name="Freeform 46">
                  <a:extLst>
                    <a:ext uri="{FF2B5EF4-FFF2-40B4-BE49-F238E27FC236}">
                      <a16:creationId xmlns:a16="http://schemas.microsoft.com/office/drawing/2014/main" id="{853B4F5E-4C5E-6A4B-A81D-0FB8F82C2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75" name="Group 674">
                <a:extLst>
                  <a:ext uri="{FF2B5EF4-FFF2-40B4-BE49-F238E27FC236}">
                    <a16:creationId xmlns:a16="http://schemas.microsoft.com/office/drawing/2014/main" id="{0274C7F3-D9FF-A543-9669-2E8AEFE209A9}"/>
                  </a:ext>
                </a:extLst>
              </p:cNvPr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76" name="Freeform 675">
                  <a:extLst>
                    <a:ext uri="{FF2B5EF4-FFF2-40B4-BE49-F238E27FC236}">
                      <a16:creationId xmlns:a16="http://schemas.microsoft.com/office/drawing/2014/main" id="{2212059A-C18E-E647-9FCF-DE3FFA06687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77" name="Group 676">
                  <a:extLst>
                    <a:ext uri="{FF2B5EF4-FFF2-40B4-BE49-F238E27FC236}">
                      <a16:creationId xmlns:a16="http://schemas.microsoft.com/office/drawing/2014/main" id="{4E988FFB-790A-B64B-AD20-A08B796A51D3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78" name="Freeform 677">
                    <a:extLst>
                      <a:ext uri="{FF2B5EF4-FFF2-40B4-BE49-F238E27FC236}">
                        <a16:creationId xmlns:a16="http://schemas.microsoft.com/office/drawing/2014/main" id="{66908B6C-B117-9841-879C-62BBC6B65112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9" name="Freeform 678">
                    <a:extLst>
                      <a:ext uri="{FF2B5EF4-FFF2-40B4-BE49-F238E27FC236}">
                        <a16:creationId xmlns:a16="http://schemas.microsoft.com/office/drawing/2014/main" id="{400F8E7D-6C49-1F45-8E8D-9C8ACEB7BF1C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0" name="Freeform 679">
                    <a:extLst>
                      <a:ext uri="{FF2B5EF4-FFF2-40B4-BE49-F238E27FC236}">
                        <a16:creationId xmlns:a16="http://schemas.microsoft.com/office/drawing/2014/main" id="{816B6622-EACD-A74E-8FBA-7CB71693184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1" name="Freeform 680">
                    <a:extLst>
                      <a:ext uri="{FF2B5EF4-FFF2-40B4-BE49-F238E27FC236}">
                        <a16:creationId xmlns:a16="http://schemas.microsoft.com/office/drawing/2014/main" id="{90BA40F3-69B1-A24F-B0C8-3C80AB37864F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682" name="Line 70">
                <a:extLst>
                  <a:ext uri="{FF2B5EF4-FFF2-40B4-BE49-F238E27FC236}">
                    <a16:creationId xmlns:a16="http://schemas.microsoft.com/office/drawing/2014/main" id="{0BF331E8-D094-9A4E-A183-AFB19DA81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2595" y="5048617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96" name="Group 44">
                <a:extLst>
                  <a:ext uri="{FF2B5EF4-FFF2-40B4-BE49-F238E27FC236}">
                    <a16:creationId xmlns:a16="http://schemas.microsoft.com/office/drawing/2014/main" id="{E5446E80-AB67-8C42-826C-CF3CCA6BB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id="597" name="Picture 45" descr="desktop_computer_stylized_medium">
                  <a:extLst>
                    <a:ext uri="{FF2B5EF4-FFF2-40B4-BE49-F238E27FC236}">
                      <a16:creationId xmlns:a16="http://schemas.microsoft.com/office/drawing/2014/main" id="{681F82DD-2C88-BE4E-A84A-D12B49ED2A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8" name="Freeform 46">
                  <a:extLst>
                    <a:ext uri="{FF2B5EF4-FFF2-40B4-BE49-F238E27FC236}">
                      <a16:creationId xmlns:a16="http://schemas.microsoft.com/office/drawing/2014/main" id="{6B627442-314B-A349-9915-C40A0D16D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1872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39751EC-3470-E44E-9E47-1DBEC48F367C}"/>
              </a:ext>
            </a:extLst>
          </p:cNvPr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>
                <a:latin typeface="Calibri" panose="020F0502020204030204"/>
              </a:rPr>
              <a:t>VLANs baseadas em porta</a:t>
            </a:r>
            <a:endParaRPr lang="en-US" sz="44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78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9268" y="4222579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031" y="4222579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64167" y="4237505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2231" y="4225754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2706" y="4024141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18368" y="3968579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EE (portas VLAN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CS (portas VLAN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99" name="Rectangle 116">
            <a:extLst>
              <a:ext uri="{FF2B5EF4-FFF2-40B4-BE49-F238E27FC236}">
                <a16:creationId xmlns:a16="http://schemas.microsoft.com/office/drawing/2014/main" id="{8752C49F-3AB0-9B44-98E8-567C5592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4" y="1324819"/>
            <a:ext cx="6074615" cy="5251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a16="http://schemas.microsoft.com/office/drawing/2014/main" xmlns:a14="http://schemas.microsoft.com/office/drawing/2010/main" xmlns:p14="http://schemas.microsoft.com/office/powerpoint/2010/main" xmlns:mc="http://schemas.openxmlformats.org/markup-compatibility/2006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Arial" charset="2"/>
              <a:buChar char="•"/>
              <a:defRPr/>
            </a:pPr>
            <a:r>
              <a:rPr lang="pt" kern="0">
                <a:solidFill>
                  <a:srgbClr val="C00000"/>
                </a:solidFill>
                <a:cs typeface="+mn-cs"/>
              </a:rPr>
              <a:t>Isolamento de tráfego: </a:t>
            </a:r>
            <a:r>
              <a:rPr lang="pt" kern="0">
                <a:cs typeface="+mn-cs"/>
              </a:rPr>
              <a:t>os quadros de/para as portas 1-8 </a:t>
            </a:r>
            <a:r>
              <a:rPr lang="pt" i="1" kern="0">
                <a:cs typeface="+mn-cs"/>
              </a:rPr>
              <a:t>só podem </a:t>
            </a:r>
            <a:r>
              <a:rPr lang="pt" kern="0">
                <a:cs typeface="+mn-cs"/>
              </a:rPr>
              <a:t> alcançar as portas 1-8</a:t>
            </a:r>
            <a:endParaRPr lang="pt-BR">
              <a:cs typeface="Calibri" panose="020F0502020204030204"/>
            </a:endParaRPr>
          </a:p>
          <a:p>
            <a:pPr lvl="1">
              <a:defRPr/>
            </a:pPr>
            <a:r>
              <a:rPr lang="pt" kern="0">
                <a:ea typeface="ＭＳ Ｐゴシック"/>
              </a:rPr>
              <a:t>também pode definir VLAN com base em endereços MAC de </a:t>
            </a:r>
            <a:r>
              <a:rPr lang="pt" i="1" kern="0">
                <a:ea typeface="ＭＳ Ｐゴシック"/>
              </a:rPr>
              <a:t>endpoints</a:t>
            </a:r>
            <a:r>
              <a:rPr lang="pt" kern="0">
                <a:ea typeface="ＭＳ Ｐゴシック"/>
              </a:rPr>
              <a:t>, em vez de porta de switch</a:t>
            </a:r>
            <a:endParaRPr lang="pt" kern="0">
              <a:ea typeface="ＭＳ Ｐゴシック"/>
              <a:cs typeface="Calibri" panose="020F0502020204030204"/>
            </a:endParaRPr>
          </a:p>
          <a:p>
            <a:pPr marL="514350" indent="-457200">
              <a:buFont typeface="Arial" charset="2"/>
              <a:buChar char="•"/>
              <a:defRPr/>
            </a:pPr>
            <a:r>
              <a:rPr lang="pt" sz="2800">
                <a:solidFill>
                  <a:srgbClr val="CC0000"/>
                </a:solidFill>
                <a:ea typeface="ＭＳ Ｐゴシック"/>
              </a:rPr>
              <a:t>associação dinâmica</a:t>
            </a:r>
            <a:r>
              <a:rPr lang="pt" sz="2800">
                <a:solidFill>
                  <a:srgbClr val="FF0000"/>
                </a:solidFill>
                <a:ea typeface="ＭＳ Ｐゴシック"/>
              </a:rPr>
              <a:t>:</a:t>
            </a:r>
            <a:r>
              <a:rPr lang="pt" sz="2800">
                <a:solidFill>
                  <a:srgbClr val="000000"/>
                </a:solidFill>
                <a:ea typeface="ＭＳ Ｐゴシック"/>
              </a:rPr>
              <a:t> as portas podem ser atribuídas dinamicamente entre VLANs</a:t>
            </a:r>
          </a:p>
          <a:p>
            <a:pPr marR="0" lvl="0" defTabSz="91440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charset="2"/>
              <a:buChar char="•"/>
              <a:tabLst/>
              <a:defRPr/>
            </a:pPr>
            <a:r>
              <a:rPr kumimoji="0" lang="pt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charset="0"/>
              </a:rPr>
              <a:t>encaminhamento entre VLANS: </a:t>
            </a:r>
            <a:r>
              <a:rPr kumimoji="0" lang="pt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feito via roteamento (assim como com switches separados)</a:t>
            </a:r>
            <a:endParaRPr lang="pt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lvl="1" defTabSz="91440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tabLst/>
              <a:defRPr/>
            </a:pPr>
            <a:r>
              <a:rPr kumimoji="0" lang="pt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Na prática, os fornecedores vendem switches combinados e roteadores</a:t>
            </a:r>
            <a:endParaRPr lang="pt" sz="2800">
              <a:solidFill>
                <a:srgbClr val="000000"/>
              </a:solidFill>
              <a:cs typeface="Calibri" panose="020F0502020204030204"/>
            </a:endParaRPr>
          </a:p>
          <a:p>
            <a:pPr marL="514350" indent="-457200">
              <a:buFont typeface="Arial" charset="2"/>
              <a:buChar char="•"/>
              <a:defRPr/>
            </a:pPr>
            <a:endParaRPr lang="pt" kern="0"/>
          </a:p>
        </p:txBody>
      </p:sp>
      <p:sp>
        <p:nvSpPr>
          <p:cNvPr id="200" name="Rectangle 117">
            <a:extLst>
              <a:ext uri="{FF2B5EF4-FFF2-40B4-BE49-F238E27FC236}">
                <a16:creationId xmlns:a16="http://schemas.microsoft.com/office/drawing/2014/main" id="{8500F4BE-F251-994C-BDEF-CAFC5E53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05" y="3527993"/>
            <a:ext cx="588645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ma14="http://schemas.microsoft.com/office/mac/drawingml/2011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endParaRPr lang="pt" sz="280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9DA561-4E6E-B142-A109-FCB9FCA9B796}"/>
              </a:ext>
            </a:extLst>
          </p:cNvPr>
          <p:cNvGrpSpPr/>
          <p:nvPr/>
        </p:nvGrpSpPr>
        <p:grpSpPr>
          <a:xfrm>
            <a:off x="10662701" y="2035742"/>
            <a:ext cx="1068986" cy="2135841"/>
            <a:chOff x="9594532" y="1896035"/>
            <a:chExt cx="1068986" cy="213584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72C96C-094A-EF47-93A1-1326F1D96F80}"/>
                </a:ext>
              </a:extLst>
            </p:cNvPr>
            <p:cNvCxnSpPr/>
            <p:nvPr/>
          </p:nvCxnSpPr>
          <p:spPr>
            <a:xfrm>
              <a:off x="9829800" y="2216523"/>
              <a:ext cx="0" cy="18153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5415E4FA-7AD2-6845-8803-DF1BB0D80D4F}"/>
                </a:ext>
              </a:extLst>
            </p:cNvPr>
            <p:cNvCxnSpPr/>
            <p:nvPr/>
          </p:nvCxnSpPr>
          <p:spPr>
            <a:xfrm>
              <a:off x="10466294" y="2216523"/>
              <a:ext cx="0" cy="18153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0E1FAC98-C9A4-F649-9F15-34B96A45FC8B}"/>
                </a:ext>
              </a:extLst>
            </p:cNvPr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DF048F4A-3B08-7A4F-A6F3-1C834DE181B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17B002E9-2DB0-B34E-9CCE-67738614E03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46" name="Group 245">
                <a:extLst>
                  <a:ext uri="{FF2B5EF4-FFF2-40B4-BE49-F238E27FC236}">
                    <a16:creationId xmlns:a16="http://schemas.microsoft.com/office/drawing/2014/main" id="{F6E5CC2A-DFB6-0B46-BAE9-2651D489363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6D6ABB93-D949-6048-9D4D-EDF5313B0F4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 247">
                  <a:extLst>
                    <a:ext uri="{FF2B5EF4-FFF2-40B4-BE49-F238E27FC236}">
                      <a16:creationId xmlns:a16="http://schemas.microsoft.com/office/drawing/2014/main" id="{94582A18-2631-8745-86BC-8C4EEC51BBF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5A810355-DF9D-5842-9EB4-C9672C047BD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AD1A3F54-7A96-7C40-8425-673DA70074C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144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0" grpId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6">
            <a:extLst>
              <a:ext uri="{FF2B5EF4-FFF2-40B4-BE49-F238E27FC236}">
                <a16:creationId xmlns:a16="http://schemas.microsoft.com/office/drawing/2014/main" id="{D8A950A5-D349-3A4C-9452-45729A4F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48" y="2279650"/>
            <a:ext cx="294061" cy="222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id="{8C0C85CC-E6A5-CF4D-B365-08A5FFBF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75" name="Rectangle 76">
            <a:extLst>
              <a:ext uri="{FF2B5EF4-FFF2-40B4-BE49-F238E27FC236}">
                <a16:creationId xmlns:a16="http://schemas.microsoft.com/office/drawing/2014/main" id="{E36252AE-1FDF-844C-B0A3-9623FCA29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323" y="2308273"/>
            <a:ext cx="294061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56" name="Rectangle 75">
            <a:extLst>
              <a:ext uri="{FF2B5EF4-FFF2-40B4-BE49-F238E27FC236}">
                <a16:creationId xmlns:a16="http://schemas.microsoft.com/office/drawing/2014/main" id="{86D84E7B-7F94-CF43-97CD-E40F099F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7" name="Rectangle 2">
            <a:extLst>
              <a:ext uri="{FF2B5EF4-FFF2-40B4-BE49-F238E27FC236}">
                <a16:creationId xmlns:a16="http://schemas.microsoft.com/office/drawing/2014/main" id="{75001E46-9EFA-6F46-BF58-DE475A33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90" y="2277305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8" name="Line 3">
            <a:extLst>
              <a:ext uri="{FF2B5EF4-FFF2-40B4-BE49-F238E27FC236}">
                <a16:creationId xmlns:a16="http://schemas.microsoft.com/office/drawing/2014/main" id="{58FD3C8D-D13C-DD42-85DC-F3FC75827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6177" y="2491790"/>
            <a:ext cx="1179110" cy="1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9" name="Text Box 6">
            <a:extLst>
              <a:ext uri="{FF2B5EF4-FFF2-40B4-BE49-F238E27FC236}">
                <a16:creationId xmlns:a16="http://schemas.microsoft.com/office/drawing/2014/main" id="{06310D8E-E39C-8749-8C4D-6762E12A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562" name="Line 18">
            <a:extLst>
              <a:ext uri="{FF2B5EF4-FFF2-40B4-BE49-F238E27FC236}">
                <a16:creationId xmlns:a16="http://schemas.microsoft.com/office/drawing/2014/main" id="{674927D0-7AF4-FB45-A199-0AA4F2F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615" y="228206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3" name="Line 21">
            <a:extLst>
              <a:ext uri="{FF2B5EF4-FFF2-40B4-BE49-F238E27FC236}">
                <a16:creationId xmlns:a16="http://schemas.microsoft.com/office/drawing/2014/main" id="{ED992B3F-F06B-D64B-B214-C0900606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02" y="227889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5" name="Line 23">
            <a:extLst>
              <a:ext uri="{FF2B5EF4-FFF2-40B4-BE49-F238E27FC236}">
                <a16:creationId xmlns:a16="http://schemas.microsoft.com/office/drawing/2014/main" id="{0E55E53C-5364-9444-98BF-DF258E8E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602" y="228683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8" name="Text Box 26">
            <a:extLst>
              <a:ext uri="{FF2B5EF4-FFF2-40B4-BE49-F238E27FC236}">
                <a16:creationId xmlns:a16="http://schemas.microsoft.com/office/drawing/2014/main" id="{2BB93CA1-198F-BD45-B13D-35FA7DC8E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solidFill>
                  <a:schemeClr val="bg1"/>
                </a:solidFill>
                <a:latin typeface="Arial" charset="0"/>
              </a:rPr>
              <a:t>8</a:t>
            </a:r>
          </a:p>
        </p:txBody>
      </p:sp>
      <p:sp>
        <p:nvSpPr>
          <p:cNvPr id="572" name="Text Box 30">
            <a:extLst>
              <a:ext uri="{FF2B5EF4-FFF2-40B4-BE49-F238E27FC236}">
                <a16:creationId xmlns:a16="http://schemas.microsoft.com/office/drawing/2014/main" id="{B28826E1-E494-BE45-847D-47836FFF5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573" name="Text Box 57">
            <a:extLst>
              <a:ext uri="{FF2B5EF4-FFF2-40B4-BE49-F238E27FC236}">
                <a16:creationId xmlns:a16="http://schemas.microsoft.com/office/drawing/2014/main" id="{0E14A6FA-A1FE-3F46-A4F2-105D9B7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solidFill>
                  <a:schemeClr val="bg1"/>
                </a:solidFill>
                <a:latin typeface="Arial" charset="0"/>
              </a:rPr>
              <a:t>7</a:t>
            </a:r>
          </a:p>
        </p:txBody>
      </p:sp>
      <p:sp>
        <p:nvSpPr>
          <p:cNvPr id="584" name="Oval 81">
            <a:extLst>
              <a:ext uri="{FF2B5EF4-FFF2-40B4-BE49-F238E27FC236}">
                <a16:creationId xmlns:a16="http://schemas.microsoft.com/office/drawing/2014/main" id="{9FE56524-10FB-6042-A1CC-7979BFD9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477" y="259163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5" name="Oval 82">
            <a:extLst>
              <a:ext uri="{FF2B5EF4-FFF2-40B4-BE49-F238E27FC236}">
                <a16:creationId xmlns:a16="http://schemas.microsoft.com/office/drawing/2014/main" id="{32B7ED54-8A66-9C40-90E0-AB788CBB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577" y="2588455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6" name="Oval 83">
            <a:extLst>
              <a:ext uri="{FF2B5EF4-FFF2-40B4-BE49-F238E27FC236}">
                <a16:creationId xmlns:a16="http://schemas.microsoft.com/office/drawing/2014/main" id="{ACECF9A3-7435-ED4E-A83D-328DB3D2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952" y="2593218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Rectangle 75">
            <a:extLst>
              <a:ext uri="{FF2B5EF4-FFF2-40B4-BE49-F238E27FC236}">
                <a16:creationId xmlns:a16="http://schemas.microsoft.com/office/drawing/2014/main" id="{16DFA114-075D-F847-ADE2-EB0DB427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896593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" sz="800" i="0">
                  <a:solidFill>
                    <a:schemeClr val="bg1"/>
                  </a:solidFill>
                  <a:latin typeface="Arial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VLANS </a:t>
            </a:r>
            <a:r>
              <a:rPr lang="pt" b="0" kern="0" err="1">
                <a:solidFill>
                  <a:srgbClr val="000099"/>
                </a:solidFill>
                <a:latin typeface="+mn-lt"/>
                <a:ea typeface="ＭＳ Ｐゴシック" charset="0"/>
              </a:rPr>
              <a:t>enovolvendo</a:t>
            </a:r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 vários switches</a:t>
            </a:r>
            <a:endParaRPr lang="en-US" sz="4800" b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79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4338" y="2582038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101" y="2582038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9236" y="2619375"/>
            <a:ext cx="683563" cy="338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613025"/>
            <a:ext cx="99076" cy="35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6" y="2406650"/>
            <a:ext cx="480076" cy="58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7074" y="2397125"/>
            <a:ext cx="500713" cy="41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EE (portas VLAN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" sz="1200" i="0">
                <a:solidFill>
                  <a:srgbClr val="000000"/>
                </a:solidFill>
                <a:latin typeface="Arial" charset="0"/>
              </a:rPr>
              <a:t>CS (portas VLAN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8" name="Rectangle 76">
            <a:extLst>
              <a:ext uri="{FF2B5EF4-FFF2-40B4-BE49-F238E27FC236}">
                <a16:creationId xmlns:a16="http://schemas.microsoft.com/office/drawing/2014/main" id="{DF769E42-15DD-F647-8345-8EC3377A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446" y="2518116"/>
            <a:ext cx="887249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09" name="Rectangle 2">
            <a:extLst>
              <a:ext uri="{FF2B5EF4-FFF2-40B4-BE49-F238E27FC236}">
                <a16:creationId xmlns:a16="http://schemas.microsoft.com/office/drawing/2014/main" id="{DDFD3528-6EFA-5F4E-9976-3E7D020C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086" y="2300638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0" name="Line 3">
            <a:extLst>
              <a:ext uri="{FF2B5EF4-FFF2-40B4-BE49-F238E27FC236}">
                <a16:creationId xmlns:a16="http://schemas.microsoft.com/office/drawing/2014/main" id="{3A16DF6F-694F-9142-B056-22ED2386A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071" y="2518439"/>
            <a:ext cx="1163270" cy="2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Line 17">
            <a:extLst>
              <a:ext uri="{FF2B5EF4-FFF2-40B4-BE49-F238E27FC236}">
                <a16:creationId xmlns:a16="http://schemas.microsoft.com/office/drawing/2014/main" id="{2484887D-A2EE-734F-B491-51AB52AD1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8841" y="231016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2" name="Line 24">
            <a:extLst>
              <a:ext uri="{FF2B5EF4-FFF2-40B4-BE49-F238E27FC236}">
                <a16:creationId xmlns:a16="http://schemas.microsoft.com/office/drawing/2014/main" id="{BCB59FC5-4BEA-F743-AC28-5080DC98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3566" y="2305401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3" name="Line 25">
            <a:extLst>
              <a:ext uri="{FF2B5EF4-FFF2-40B4-BE49-F238E27FC236}">
                <a16:creationId xmlns:a16="http://schemas.microsoft.com/office/drawing/2014/main" id="{7401A3B1-D2E0-5741-895F-85128721E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116" y="230063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4" name="Text Box 27">
            <a:extLst>
              <a:ext uri="{FF2B5EF4-FFF2-40B4-BE49-F238E27FC236}">
                <a16:creationId xmlns:a16="http://schemas.microsoft.com/office/drawing/2014/main" id="{5E773376-0561-9849-B623-65C4935F7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5</a:t>
            </a:r>
          </a:p>
        </p:txBody>
      </p:sp>
      <p:sp>
        <p:nvSpPr>
          <p:cNvPr id="115" name="Text Box 28">
            <a:extLst>
              <a:ext uri="{FF2B5EF4-FFF2-40B4-BE49-F238E27FC236}">
                <a16:creationId xmlns:a16="http://schemas.microsoft.com/office/drawing/2014/main" id="{CD7F9F23-1992-A64D-A194-FC1E2B1C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8</a:t>
            </a:r>
          </a:p>
        </p:txBody>
      </p:sp>
      <p:sp>
        <p:nvSpPr>
          <p:cNvPr id="116" name="Text Box 29">
            <a:extLst>
              <a:ext uri="{FF2B5EF4-FFF2-40B4-BE49-F238E27FC236}">
                <a16:creationId xmlns:a16="http://schemas.microsoft.com/office/drawing/2014/main" id="{DF09F4FB-6C6C-8243-ADFF-89107739C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2</a:t>
            </a:r>
          </a:p>
        </p:txBody>
      </p:sp>
      <p:sp>
        <p:nvSpPr>
          <p:cNvPr id="117" name="Text Box 74">
            <a:extLst>
              <a:ext uri="{FF2B5EF4-FFF2-40B4-BE49-F238E27FC236}">
                <a16:creationId xmlns:a16="http://schemas.microsoft.com/office/drawing/2014/main" id="{C65CC3C6-270D-CC4B-9027-9D06A78B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7</a:t>
            </a:r>
          </a:p>
        </p:txBody>
      </p:sp>
      <p:sp>
        <p:nvSpPr>
          <p:cNvPr id="118" name="Oval 84">
            <a:extLst>
              <a:ext uri="{FF2B5EF4-FFF2-40B4-BE49-F238E27FC236}">
                <a16:creationId xmlns:a16="http://schemas.microsoft.com/office/drawing/2014/main" id="{094D34F4-B4E1-AF40-8C9D-661E27F57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816" y="2613376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9" name="Oval 85">
            <a:extLst>
              <a:ext uri="{FF2B5EF4-FFF2-40B4-BE49-F238E27FC236}">
                <a16:creationId xmlns:a16="http://schemas.microsoft.com/office/drawing/2014/main" id="{ABA8AC99-BF96-784C-9799-50384ACEE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116" y="2399063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0" name="Oval 86">
            <a:extLst>
              <a:ext uri="{FF2B5EF4-FFF2-40B4-BE49-F238E27FC236}">
                <a16:creationId xmlns:a16="http://schemas.microsoft.com/office/drawing/2014/main" id="{5B8FA7F1-1A20-4A40-BAFA-E19D09F9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1245" y="2607922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7" name="Text Box 64">
            <a:extLst>
              <a:ext uri="{FF2B5EF4-FFF2-40B4-BE49-F238E27FC236}">
                <a16:creationId xmlns:a16="http://schemas.microsoft.com/office/drawing/2014/main" id="{B19E9EFE-53A3-DE4A-BE77-4CC7AA81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1800" i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88" name="Line 69">
            <a:extLst>
              <a:ext uri="{FF2B5EF4-FFF2-40B4-BE49-F238E27FC236}">
                <a16:creationId xmlns:a16="http://schemas.microsoft.com/office/drawing/2014/main" id="{9689948A-F753-EA4C-A4D1-BD513EA05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996" y="2624279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Line 70">
            <a:extLst>
              <a:ext uri="{FF2B5EF4-FFF2-40B4-BE49-F238E27FC236}">
                <a16:creationId xmlns:a16="http://schemas.microsoft.com/office/drawing/2014/main" id="{4FE0AC14-8ACA-3B40-9E0B-E5A914DC7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6896" y="2641600"/>
            <a:ext cx="117034" cy="3843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id="{3F4FD38A-71B2-BD46-B644-F748B4A95D76}"/>
              </a:ext>
            </a:extLst>
          </p:cNvPr>
          <p:cNvGrpSpPr>
            <a:grpSpLocks/>
          </p:cNvGrpSpPr>
          <p:nvPr/>
        </p:nvGrpSpPr>
        <p:grpSpPr bwMode="auto"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id="106" name="Picture 45" descr="desktop_computer_stylized_medium">
              <a:extLst>
                <a:ext uri="{FF2B5EF4-FFF2-40B4-BE49-F238E27FC236}">
                  <a16:creationId xmlns:a16="http://schemas.microsoft.com/office/drawing/2014/main" id="{27C36CF3-2AC9-4547-A2C2-132F4C799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id="{CD8ED0DE-6479-5141-BE8A-06075D2B1C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15B0B6B3-C2F3-4B44-82A3-C71C9F43FE8F}"/>
              </a:ext>
            </a:extLst>
          </p:cNvPr>
          <p:cNvGrpSpPr>
            <a:grpSpLocks/>
          </p:cNvGrpSpPr>
          <p:nvPr/>
        </p:nvGrpSpPr>
        <p:grpSpPr bwMode="auto"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id="104" name="Picture 45" descr="desktop_computer_stylized_medium">
              <a:extLst>
                <a:ext uri="{FF2B5EF4-FFF2-40B4-BE49-F238E27FC236}">
                  <a16:creationId xmlns:a16="http://schemas.microsoft.com/office/drawing/2014/main" id="{7B05CA4A-9316-F144-9CA1-C1D965B25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46">
              <a:extLst>
                <a:ext uri="{FF2B5EF4-FFF2-40B4-BE49-F238E27FC236}">
                  <a16:creationId xmlns:a16="http://schemas.microsoft.com/office/drawing/2014/main" id="{772156A5-F08F-4742-BC92-5E267E6C3D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3FB81D-F848-6A4E-8DB2-7790BB58F883}"/>
              </a:ext>
            </a:extLst>
          </p:cNvPr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06D9177-3534-0A4D-8375-1AECE2DE81B9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C1CF51F-E140-A549-8FD5-911E3A1F808C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923E587-3908-7343-B943-9148CFD38C8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F6E3936-5704-904B-A965-E09D74248E2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14553340-E893-8947-A4ED-728819D8D69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762F9A8-9309-FE47-99EA-B36182CCD1E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" name="Line 70">
            <a:extLst>
              <a:ext uri="{FF2B5EF4-FFF2-40B4-BE49-F238E27FC236}">
                <a16:creationId xmlns:a16="http://schemas.microsoft.com/office/drawing/2014/main" id="{675B8C8A-36A4-194C-B4CD-244C11639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061" y="2628348"/>
            <a:ext cx="474942" cy="3959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95" name="Group 44">
            <a:extLst>
              <a:ext uri="{FF2B5EF4-FFF2-40B4-BE49-F238E27FC236}">
                <a16:creationId xmlns:a16="http://schemas.microsoft.com/office/drawing/2014/main" id="{367E973A-BC2E-E449-A069-AD008F96ECC7}"/>
              </a:ext>
            </a:extLst>
          </p:cNvPr>
          <p:cNvGrpSpPr>
            <a:grpSpLocks/>
          </p:cNvGrpSpPr>
          <p:nvPr/>
        </p:nvGrpSpPr>
        <p:grpSpPr bwMode="auto"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id="96" name="Picture 45" descr="desktop_computer_stylized_medium">
              <a:extLst>
                <a:ext uri="{FF2B5EF4-FFF2-40B4-BE49-F238E27FC236}">
                  <a16:creationId xmlns:a16="http://schemas.microsoft.com/office/drawing/2014/main" id="{8B2D4FE3-520C-1A49-998C-A6EC8D46D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id="{17B4CA66-EC57-AD47-92EC-F041CAD18D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8" name="Group 170">
            <a:extLst>
              <a:ext uri="{FF2B5EF4-FFF2-40B4-BE49-F238E27FC236}">
                <a16:creationId xmlns:a16="http://schemas.microsoft.com/office/drawing/2014/main" id="{3B0B6F17-4816-0044-BD4C-089B84297346}"/>
              </a:ext>
            </a:extLst>
          </p:cNvPr>
          <p:cNvGrpSpPr>
            <a:grpSpLocks/>
          </p:cNvGrpSpPr>
          <p:nvPr/>
        </p:nvGrpSpPr>
        <p:grpSpPr bwMode="auto"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69" name="Oval 85">
              <a:extLst>
                <a:ext uri="{FF2B5EF4-FFF2-40B4-BE49-F238E27FC236}">
                  <a16:creationId xmlns:a16="http://schemas.microsoft.com/office/drawing/2014/main" id="{01BE6D7A-823D-B14C-B094-4AB33BF42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D18077DD-CD88-FD49-913C-BC4DB320E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71" name="Text Box 28">
                <a:extLst>
                  <a:ext uri="{FF2B5EF4-FFF2-40B4-BE49-F238E27FC236}">
                    <a16:creationId xmlns:a16="http://schemas.microsoft.com/office/drawing/2014/main" id="{32F920CB-14C3-394B-A24F-423C9D30D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pt" sz="800" i="0">
                    <a:solidFill>
                      <a:srgbClr val="FF0000"/>
                    </a:solidFill>
                    <a:latin typeface="Arial" charset="0"/>
                  </a:rPr>
                  <a:t>16</a:t>
                </a:r>
              </a:p>
            </p:txBody>
          </p:sp>
          <p:sp>
            <p:nvSpPr>
              <p:cNvPr id="172" name="Text Box 27">
                <a:extLst>
                  <a:ext uri="{FF2B5EF4-FFF2-40B4-BE49-F238E27FC236}">
                    <a16:creationId xmlns:a16="http://schemas.microsoft.com/office/drawing/2014/main" id="{182C898F-65A5-CB46-BF24-5CBF637E6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pt" sz="800" i="0">
                    <a:solidFill>
                      <a:srgbClr val="FF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73" name="Oval 85">
                <a:extLst>
                  <a:ext uri="{FF2B5EF4-FFF2-40B4-BE49-F238E27FC236}">
                    <a16:creationId xmlns:a16="http://schemas.microsoft.com/office/drawing/2014/main" id="{CAA56E02-AE12-6E41-89AE-D35521E51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4" name="Freeform 168">
                <a:extLst>
                  <a:ext uri="{FF2B5EF4-FFF2-40B4-BE49-F238E27FC236}">
                    <a16:creationId xmlns:a16="http://schemas.microsoft.com/office/drawing/2014/main" id="{037DB8CD-0DCC-3E43-A5FF-5526E5FA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176" name="Text Box 27">
            <a:extLst>
              <a:ext uri="{FF2B5EF4-FFF2-40B4-BE49-F238E27FC236}">
                <a16:creationId xmlns:a16="http://schemas.microsoft.com/office/drawing/2014/main" id="{385E4030-D5C3-924A-84F2-F800333F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6</a:t>
            </a: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9EE3102F-C6C5-DB49-8DB2-681B0FA0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3</a:t>
            </a:r>
          </a:p>
        </p:txBody>
      </p:sp>
      <p:sp>
        <p:nvSpPr>
          <p:cNvPr id="178" name="Text Box 29">
            <a:extLst>
              <a:ext uri="{FF2B5EF4-FFF2-40B4-BE49-F238E27FC236}">
                <a16:creationId xmlns:a16="http://schemas.microsoft.com/office/drawing/2014/main" id="{BDE5B39E-100B-6147-986B-E3965A4E9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sz="800" i="0">
                <a:latin typeface="Arial" charset="0"/>
              </a:rPr>
              <a:t>4</a:t>
            </a:r>
          </a:p>
        </p:txBody>
      </p:sp>
      <p:sp>
        <p:nvSpPr>
          <p:cNvPr id="181" name="Oval 86">
            <a:extLst>
              <a:ext uri="{FF2B5EF4-FFF2-40B4-BE49-F238E27FC236}">
                <a16:creationId xmlns:a16="http://schemas.microsoft.com/office/drawing/2014/main" id="{B8FC3FE4-76F6-A34B-A1F3-AE510F7A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457" y="261938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Text Box 73">
            <a:extLst>
              <a:ext uri="{FF2B5EF4-FFF2-40B4-BE49-F238E27FC236}">
                <a16:creationId xmlns:a16="http://schemas.microsoft.com/office/drawing/2014/main" id="{1D88346D-98A9-0549-9F22-97A6E9B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pt" sz="1200" i="0">
                <a:solidFill>
                  <a:srgbClr val="000000"/>
                </a:solidFill>
                <a:latin typeface="Arial" charset="0"/>
              </a:rPr>
              <a:t>As portas 2,3,5 pertencem à VLAN EE</a:t>
            </a:r>
          </a:p>
          <a:p>
            <a:pPr algn="ctr" eaLnBrk="1" hangingPunct="1"/>
            <a:r>
              <a:rPr lang="pt" sz="1200" i="0">
                <a:solidFill>
                  <a:srgbClr val="000000"/>
                </a:solidFill>
                <a:latin typeface="Arial" charset="0"/>
              </a:rPr>
              <a:t>As portas 4,6,7,8 pertencem ao CS VLAN</a:t>
            </a:r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id="{725460D0-8BC5-A14B-872E-FA5833756D4D}"/>
              </a:ext>
            </a:extLst>
          </p:cNvPr>
          <p:cNvSpPr txBox="1">
            <a:spLocks noChangeArrowheads="1"/>
          </p:cNvSpPr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">
                <a:solidFill>
                  <a:srgbClr val="CC0000"/>
                </a:solidFill>
              </a:rPr>
              <a:t>porta trunk: </a:t>
            </a:r>
            <a:r>
              <a:rPr lang="pt"/>
              <a:t>transporta quadros entre VLANS definidos em vários switches físicos</a:t>
            </a:r>
          </a:p>
          <a:p>
            <a:pPr marL="582930" lvl="1" indent="-342900">
              <a:defRPr/>
            </a:pPr>
            <a:r>
              <a:rPr lang="pt"/>
              <a:t>os quadros encaminhados dentro da VLAN entre switches não podem ser quadros 802.1 básicos (devem conter informações de ID da VLAN)</a:t>
            </a:r>
            <a:endParaRPr lang="pt">
              <a:ea typeface="Calibri" panose="020F0502020204030204"/>
              <a:cs typeface="Calibri" panose="020F0502020204030204"/>
            </a:endParaRPr>
          </a:p>
          <a:p>
            <a:pPr marL="582930" lvl="1" indent="-342900">
              <a:defRPr/>
            </a:pPr>
            <a:r>
              <a:rPr lang="pt"/>
              <a:t>O protocolo 802.1q adiciona/remove campos de cabeçalho adicionais para quadros encaminhados entre portas trunk.</a:t>
            </a:r>
            <a:endParaRPr lang="pt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4357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pt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Formato de quadro VLAN 802.1Q</a:t>
            </a: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pt"/>
              <a:t>Camada de ligação: 6-</a:t>
            </a:r>
            <a:fld id="{C4204591-24BD-A542-B9D5-F8D8A88D2FEE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192" name="Text Box 28">
            <a:extLst>
              <a:ext uri="{FF2B5EF4-FFF2-40B4-BE49-F238E27FC236}">
                <a16:creationId xmlns:a16="http://schemas.microsoft.com/office/drawing/2014/main" id="{5863B091-D854-6543-B179-4AF1AB17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" sz="2400" i="0">
                <a:solidFill>
                  <a:srgbClr val="000000"/>
                </a:solidFill>
                <a:latin typeface="+mn-lt"/>
                <a:cs typeface="Arial" charset="0"/>
              </a:rPr>
              <a:t>Quadro Ethernet 802.1</a:t>
            </a:r>
          </a:p>
        </p:txBody>
      </p:sp>
      <p:grpSp>
        <p:nvGrpSpPr>
          <p:cNvPr id="222" name="Group 51">
            <a:extLst>
              <a:ext uri="{FF2B5EF4-FFF2-40B4-BE49-F238E27FC236}">
                <a16:creationId xmlns:a16="http://schemas.microsoft.com/office/drawing/2014/main" id="{71FD1940-1110-264F-922B-7062D175FA16}"/>
              </a:ext>
            </a:extLst>
          </p:cNvPr>
          <p:cNvGrpSpPr>
            <a:grpSpLocks/>
          </p:cNvGrpSpPr>
          <p:nvPr/>
        </p:nvGrpSpPr>
        <p:grpSpPr bwMode="auto">
          <a:xfrm>
            <a:off x="970245" y="1413943"/>
            <a:ext cx="7867779" cy="1104405"/>
            <a:chOff x="940711" y="4902593"/>
            <a:chExt cx="6291001" cy="992895"/>
          </a:xfrm>
        </p:grpSpPr>
        <p:sp>
          <p:nvSpPr>
            <p:cNvPr id="223" name="Line 10">
              <a:extLst>
                <a:ext uri="{FF2B5EF4-FFF2-40B4-BE49-F238E27FC236}">
                  <a16:creationId xmlns:a16="http://schemas.microsoft.com/office/drawing/2014/main" id="{24204A1D-8F26-9C44-BFD5-CEAEA363D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4" name="Rectangle 1">
              <a:extLst>
                <a:ext uri="{FF2B5EF4-FFF2-40B4-BE49-F238E27FC236}">
                  <a16:creationId xmlns:a16="http://schemas.microsoft.com/office/drawing/2014/main" id="{7F607B5C-7039-5E48-A472-4DDBFE013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/>
            </a:p>
          </p:txBody>
        </p:sp>
        <p:cxnSp>
          <p:nvCxnSpPr>
            <p:cNvPr id="225" name="Straight Connector 3">
              <a:extLst>
                <a:ext uri="{FF2B5EF4-FFF2-40B4-BE49-F238E27FC236}">
                  <a16:creationId xmlns:a16="http://schemas.microsoft.com/office/drawing/2014/main" id="{496EAB23-A12E-1B42-87E7-089C0E862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6" name="Straight Connector 32">
              <a:extLst>
                <a:ext uri="{FF2B5EF4-FFF2-40B4-BE49-F238E27FC236}">
                  <a16:creationId xmlns:a16="http://schemas.microsoft.com/office/drawing/2014/main" id="{F650668C-7461-3B46-82C5-99887F8184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7" name="Straight Connector 33">
              <a:extLst>
                <a:ext uri="{FF2B5EF4-FFF2-40B4-BE49-F238E27FC236}">
                  <a16:creationId xmlns:a16="http://schemas.microsoft.com/office/drawing/2014/main" id="{680A4570-82D8-AD4F-9986-E779522F5D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8" name="Straight Connector 34">
              <a:extLst>
                <a:ext uri="{FF2B5EF4-FFF2-40B4-BE49-F238E27FC236}">
                  <a16:creationId xmlns:a16="http://schemas.microsoft.com/office/drawing/2014/main" id="{C862820D-E1AD-5544-A2BD-5164630AC1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9" name="Straight Connector 35">
              <a:extLst>
                <a:ext uri="{FF2B5EF4-FFF2-40B4-BE49-F238E27FC236}">
                  <a16:creationId xmlns:a16="http://schemas.microsoft.com/office/drawing/2014/main" id="{9F5DC5A1-94AD-274E-B8C5-61F7122E1D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0" name="TextBox 5">
              <a:extLst>
                <a:ext uri="{FF2B5EF4-FFF2-40B4-BE49-F238E27FC236}">
                  <a16:creationId xmlns:a16="http://schemas.microsoft.com/office/drawing/2014/main" id="{92868CAA-8B64-6448-ABB8-AEE060516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73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</a:t>
              </a:r>
            </a:p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dest.</a:t>
              </a:r>
            </a:p>
          </p:txBody>
        </p:sp>
        <p:sp>
          <p:nvSpPr>
            <p:cNvPr id="231" name="TextBox 37">
              <a:extLst>
                <a:ext uri="{FF2B5EF4-FFF2-40B4-BE49-F238E27FC236}">
                  <a16:creationId xmlns:a16="http://schemas.microsoft.com/office/drawing/2014/main" id="{9C53AC9A-436A-C048-AF41-591815DAA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73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ＭＳ Ｐゴシック"/>
                  <a:cs typeface="Arial"/>
                </a:rPr>
                <a:t>Endereço origem</a:t>
              </a:r>
              <a:endParaRPr lang="pt-BR"/>
            </a:p>
          </p:txBody>
        </p:sp>
        <p:sp>
          <p:nvSpPr>
            <p:cNvPr id="232" name="TextBox 38">
              <a:extLst>
                <a:ext uri="{FF2B5EF4-FFF2-40B4-BE49-F238E27FC236}">
                  <a16:creationId xmlns:a16="http://schemas.microsoft.com/office/drawing/2014/main" id="{11BA3E7E-54F5-7245-819A-3F612B971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dados (carga útil)</a:t>
              </a:r>
            </a:p>
          </p:txBody>
        </p:sp>
        <p:sp>
          <p:nvSpPr>
            <p:cNvPr id="233" name="TextBox 39">
              <a:extLst>
                <a:ext uri="{FF2B5EF4-FFF2-40B4-BE49-F238E27FC236}">
                  <a16:creationId xmlns:a16="http://schemas.microsoft.com/office/drawing/2014/main" id="{18D90B14-B841-4247-A2B9-8FC55526A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CRC</a:t>
              </a:r>
            </a:p>
          </p:txBody>
        </p:sp>
        <p:sp>
          <p:nvSpPr>
            <p:cNvPr id="234" name="TextBox 40">
              <a:extLst>
                <a:ext uri="{FF2B5EF4-FFF2-40B4-BE49-F238E27FC236}">
                  <a16:creationId xmlns:a16="http://schemas.microsoft.com/office/drawing/2014/main" id="{74F0F720-3C22-0540-A6DD-2C7FEBBA2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preâmbulo</a:t>
              </a:r>
            </a:p>
          </p:txBody>
        </p:sp>
        <p:sp>
          <p:nvSpPr>
            <p:cNvPr id="235" name="Text Box 9">
              <a:extLst>
                <a:ext uri="{FF2B5EF4-FFF2-40B4-BE49-F238E27FC236}">
                  <a16:creationId xmlns:a16="http://schemas.microsoft.com/office/drawing/2014/main" id="{3006592F-6A37-1843-886D-1EFCB34DC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pt" sz="1800">
                  <a:solidFill>
                    <a:srgbClr val="000000"/>
                  </a:solidFill>
                  <a:latin typeface="+mn-lt"/>
                </a:rPr>
                <a:t>tipo</a:t>
              </a:r>
            </a:p>
          </p:txBody>
        </p:sp>
      </p:grpSp>
      <p:sp>
        <p:nvSpPr>
          <p:cNvPr id="182" name="Line 40">
            <a:extLst>
              <a:ext uri="{FF2B5EF4-FFF2-40B4-BE49-F238E27FC236}">
                <a16:creationId xmlns:a16="http://schemas.microsoft.com/office/drawing/2014/main" id="{12F6564B-9905-C34C-8A5B-AAB2DCBFA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6933" y="3946525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Rectangle 41">
            <a:extLst>
              <a:ext uri="{FF2B5EF4-FFF2-40B4-BE49-F238E27FC236}">
                <a16:creationId xmlns:a16="http://schemas.microsoft.com/office/drawing/2014/main" id="{E294B2D1-E297-1747-8E2E-6D71E416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" altLang="ko-KR" sz="2000">
                <a:solidFill>
                  <a:srgbClr val="000000"/>
                </a:solidFill>
                <a:ea typeface="Gulim" charset="0"/>
                <a:cs typeface="Gulim" charset="0"/>
              </a:rPr>
              <a:t>Identificador de protocolo de tag de 2 bytes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" altLang="ko-KR">
                <a:solidFill>
                  <a:srgbClr val="000000"/>
                </a:solidFill>
                <a:ea typeface="Gulim" charset="0"/>
                <a:cs typeface="Gulim" charset="0"/>
              </a:rPr>
              <a:t>                        (valor: 81-00) </a:t>
            </a:r>
          </a:p>
        </p:txBody>
      </p:sp>
      <p:sp>
        <p:nvSpPr>
          <p:cNvPr id="187" name="Rectangle 42">
            <a:extLst>
              <a:ext uri="{FF2B5EF4-FFF2-40B4-BE49-F238E27FC236}">
                <a16:creationId xmlns:a16="http://schemas.microsoft.com/office/drawing/2014/main" id="{4FDDD519-8245-B24C-A434-B129D7498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altLang="ko-KR" sz="2000">
                <a:solidFill>
                  <a:srgbClr val="000000"/>
                </a:solidFill>
                <a:ea typeface="Gulim" charset="0"/>
                <a:cs typeface="Gulim" charset="0"/>
              </a:rPr>
              <a:t>Informações de controle de tags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" altLang="ko-KR">
                <a:solidFill>
                  <a:srgbClr val="000000"/>
                </a:solidFill>
                <a:ea typeface="Gulim" charset="0"/>
                <a:cs typeface="Gulim" charset="0"/>
              </a:rPr>
              <a:t>(campo de ID de VLAN de 12 bits, campo de prioridade de 3 bits como IP TOS)</a:t>
            </a:r>
            <a:r>
              <a:rPr lang="pt" altLang="ko-KR" sz="2400">
                <a:solidFill>
                  <a:srgbClr val="000000"/>
                </a:solidFill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9" name="Line 44">
            <a:extLst>
              <a:ext uri="{FF2B5EF4-FFF2-40B4-BE49-F238E27FC236}">
                <a16:creationId xmlns:a16="http://schemas.microsoft.com/office/drawing/2014/main" id="{CA2F6B01-A8AB-9E42-9EB2-7E134E2AC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2855" y="4032157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1" name="Rectangle 48">
            <a:extLst>
              <a:ext uri="{FF2B5EF4-FFF2-40B4-BE49-F238E27FC236}">
                <a16:creationId xmlns:a16="http://schemas.microsoft.com/office/drawing/2014/main" id="{6994D61A-2E6F-3C4C-8024-C641BA65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" altLang="ko-KR" sz="140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Recalculados </a:t>
            </a: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" altLang="ko-KR" sz="140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CRC</a:t>
            </a:r>
            <a:r>
              <a:rPr lang="pt" altLang="ko-KR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99AA00-69FB-8C4B-B9D8-1454D9BA6EAA}"/>
              </a:ext>
            </a:extLst>
          </p:cNvPr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sp>
          <p:nvSpPr>
            <p:cNvPr id="166" name="Line 36">
              <a:extLst>
                <a:ext uri="{FF2B5EF4-FFF2-40B4-BE49-F238E27FC236}">
                  <a16:creationId xmlns:a16="http://schemas.microsoft.com/office/drawing/2014/main" id="{87594C58-F1ED-E148-BCCA-74CE2EEF3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588" y="2418509"/>
              <a:ext cx="979954" cy="956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Line 37">
              <a:extLst>
                <a:ext uri="{FF2B5EF4-FFF2-40B4-BE49-F238E27FC236}">
                  <a16:creationId xmlns:a16="http://schemas.microsoft.com/office/drawing/2014/main" id="{EFFFBEDE-4066-F34F-AA6E-E86BFDB68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3063" y="2441481"/>
              <a:ext cx="905714" cy="947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Text Box 29">
              <a:extLst>
                <a:ext uri="{FF2B5EF4-FFF2-40B4-BE49-F238E27FC236}">
                  <a16:creationId xmlns:a16="http://schemas.microsoft.com/office/drawing/2014/main" id="{4981A6AC-846C-C94C-8F75-3D52D146D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" sz="2400" i="0">
                  <a:solidFill>
                    <a:srgbClr val="000000"/>
                  </a:solidFill>
                  <a:latin typeface="+mn-lt"/>
                  <a:cs typeface="Arial" charset="0"/>
                </a:rPr>
                <a:t>Quadro 802.1Q</a:t>
              </a:r>
            </a:p>
          </p:txBody>
        </p:sp>
        <p:sp>
          <p:nvSpPr>
            <p:cNvPr id="237" name="Line 10">
              <a:extLst>
                <a:ext uri="{FF2B5EF4-FFF2-40B4-BE49-F238E27FC236}">
                  <a16:creationId xmlns:a16="http://schemas.microsoft.com/office/drawing/2014/main" id="{30F90D85-C5B8-E846-A9E7-5BD55C252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2715" y="3308495"/>
              <a:ext cx="0" cy="227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8" name="Rectangle 1">
              <a:extLst>
                <a:ext uri="{FF2B5EF4-FFF2-40B4-BE49-F238E27FC236}">
                  <a16:creationId xmlns:a16="http://schemas.microsoft.com/office/drawing/2014/main" id="{CDC56025-C3C8-3144-8431-3ECCF270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/>
            </a:p>
          </p:txBody>
        </p:sp>
        <p:cxnSp>
          <p:nvCxnSpPr>
            <p:cNvPr id="239" name="Straight Connector 3">
              <a:extLst>
                <a:ext uri="{FF2B5EF4-FFF2-40B4-BE49-F238E27FC236}">
                  <a16:creationId xmlns:a16="http://schemas.microsoft.com/office/drawing/2014/main" id="{764958CB-85C4-4D40-8B70-78F74524FC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3192" y="3378763"/>
              <a:ext cx="0" cy="61218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0" name="Straight Connector 32">
              <a:extLst>
                <a:ext uri="{FF2B5EF4-FFF2-40B4-BE49-F238E27FC236}">
                  <a16:creationId xmlns:a16="http://schemas.microsoft.com/office/drawing/2014/main" id="{FF4AE762-9C5F-BC44-B002-47DCB50AED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6434" y="3382291"/>
              <a:ext cx="0" cy="64923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1" name="Straight Connector 33">
              <a:extLst>
                <a:ext uri="{FF2B5EF4-FFF2-40B4-BE49-F238E27FC236}">
                  <a16:creationId xmlns:a16="http://schemas.microsoft.com/office/drawing/2014/main" id="{6EDAE1EA-083B-CB47-99FA-23861C82B9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96217" y="3387584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2" name="Straight Connector 34">
              <a:extLst>
                <a:ext uri="{FF2B5EF4-FFF2-40B4-BE49-F238E27FC236}">
                  <a16:creationId xmlns:a16="http://schemas.microsoft.com/office/drawing/2014/main" id="{86963B64-AF82-944E-AB57-8BF7FAA160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3866" y="3382291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3" name="Straight Connector 35">
              <a:extLst>
                <a:ext uri="{FF2B5EF4-FFF2-40B4-BE49-F238E27FC236}">
                  <a16:creationId xmlns:a16="http://schemas.microsoft.com/office/drawing/2014/main" id="{E9CD8FE5-0690-0143-924A-0537DE301C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73664" y="3389347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44" name="TextBox 5">
              <a:extLst>
                <a:ext uri="{FF2B5EF4-FFF2-40B4-BE49-F238E27FC236}">
                  <a16:creationId xmlns:a16="http://schemas.microsoft.com/office/drawing/2014/main" id="{62721451-260B-5B42-B446-4A08A5449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664" y="3504009"/>
              <a:ext cx="1056553" cy="415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Calibri"/>
                  <a:cs typeface="Calibri"/>
                </a:rPr>
                <a:t>Endereço</a:t>
              </a:r>
              <a:endParaRPr lang="pt" sz="1600" i="0">
                <a:solidFill>
                  <a:schemeClr val="bg1"/>
                </a:solidFill>
                <a:latin typeface="+mn-lt"/>
                <a:ea typeface="Calibri"/>
                <a:cs typeface="Calibri"/>
              </a:endParaRPr>
            </a:p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Calibri"/>
                  <a:cs typeface="Calibri"/>
                </a:rPr>
                <a:t>dest.</a:t>
              </a:r>
              <a:endParaRPr lang="pt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245" name="TextBox 37">
              <a:extLst>
                <a:ext uri="{FF2B5EF4-FFF2-40B4-BE49-F238E27FC236}">
                  <a16:creationId xmlns:a16="http://schemas.microsoft.com/office/drawing/2014/main" id="{3D0AD47F-C570-7447-8C6E-17BFA75B3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423" y="3508238"/>
              <a:ext cx="1056553" cy="415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600">
                  <a:solidFill>
                    <a:schemeClr val="bg1"/>
                  </a:solidFill>
                  <a:latin typeface="+mn-lt"/>
                  <a:ea typeface="Calibri"/>
                  <a:cs typeface="Calibri"/>
                </a:rPr>
                <a:t>Endereço origem</a:t>
              </a:r>
              <a:endParaRPr lang="pt-BR" sz="1600" i="0">
                <a:solidFill>
                  <a:schemeClr val="bg1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246" name="TextBox 38">
              <a:extLst>
                <a:ext uri="{FF2B5EF4-FFF2-40B4-BE49-F238E27FC236}">
                  <a16:creationId xmlns:a16="http://schemas.microsoft.com/office/drawing/2014/main" id="{7CDA1998-E9C5-B148-8045-9A713C300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dados (carga útil)</a:t>
              </a:r>
            </a:p>
          </p:txBody>
        </p:sp>
        <p:sp>
          <p:nvSpPr>
            <p:cNvPr id="247" name="TextBox 39">
              <a:extLst>
                <a:ext uri="{FF2B5EF4-FFF2-40B4-BE49-F238E27FC236}">
                  <a16:creationId xmlns:a16="http://schemas.microsoft.com/office/drawing/2014/main" id="{B8ABE0A2-CE51-F940-9862-68F41351F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CRC</a:t>
              </a:r>
            </a:p>
          </p:txBody>
        </p:sp>
        <p:sp>
          <p:nvSpPr>
            <p:cNvPr id="248" name="TextBox 40">
              <a:extLst>
                <a:ext uri="{FF2B5EF4-FFF2-40B4-BE49-F238E27FC236}">
                  <a16:creationId xmlns:a16="http://schemas.microsoft.com/office/drawing/2014/main" id="{CDFE46FD-3720-754A-A23C-C253EC32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pt" sz="1800">
                  <a:solidFill>
                    <a:schemeClr val="bg1"/>
                  </a:solidFill>
                  <a:latin typeface="+mn-lt"/>
                  <a:cs typeface="Arial" charset="0"/>
                </a:rPr>
                <a:t>preâmbulo</a:t>
              </a:r>
            </a:p>
          </p:txBody>
        </p:sp>
        <p:sp>
          <p:nvSpPr>
            <p:cNvPr id="249" name="Text Box 9">
              <a:extLst>
                <a:ext uri="{FF2B5EF4-FFF2-40B4-BE49-F238E27FC236}">
                  <a16:creationId xmlns:a16="http://schemas.microsoft.com/office/drawing/2014/main" id="{DCF83EB4-2232-D345-A1F3-6C8A3CB5C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pt" sz="1800">
                  <a:solidFill>
                    <a:srgbClr val="000000"/>
                  </a:solidFill>
                  <a:latin typeface="+mn-lt"/>
                </a:rPr>
                <a:t>tipo</a:t>
              </a:r>
            </a:p>
          </p:txBody>
        </p:sp>
        <p:cxnSp>
          <p:nvCxnSpPr>
            <p:cNvPr id="250" name="Straight Connector 33">
              <a:extLst>
                <a:ext uri="{FF2B5EF4-FFF2-40B4-BE49-F238E27FC236}">
                  <a16:creationId xmlns:a16="http://schemas.microsoft.com/office/drawing/2014/main" id="{3EEE3482-CDF4-DE40-84C8-2E05C8BFC7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92170" y="3405513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1" name="Straight Connector 33">
              <a:extLst>
                <a:ext uri="{FF2B5EF4-FFF2-40B4-BE49-F238E27FC236}">
                  <a16:creationId xmlns:a16="http://schemas.microsoft.com/office/drawing/2014/main" id="{C3ABE881-0CBB-EB49-A630-BF0139917E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194" y="3383101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B875FAF9-1532-C14B-8D2A-571C5529C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424" y="2436437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3" name="Line 36">
              <a:extLst>
                <a:ext uri="{FF2B5EF4-FFF2-40B4-BE49-F238E27FC236}">
                  <a16:creationId xmlns:a16="http://schemas.microsoft.com/office/drawing/2014/main" id="{8378302D-C70D-6949-ABC1-317AA474B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495" y="2440920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6="http://schemas.microsoft.com/office/drawing/2014/main" xmlns:p14="http://schemas.microsoft.com/office/powerpoint/2010/main" xmlns:mc="http://schemas.openxmlformats.org/markup-compatibility/2006"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856316-3977-AE43-89A4-247038665FF9}"/>
              </a:ext>
            </a:extLst>
          </p:cNvPr>
          <p:cNvCxnSpPr>
            <a:cxnSpLocks/>
          </p:cNvCxnSpPr>
          <p:nvPr/>
        </p:nvCxnSpPr>
        <p:spPr>
          <a:xfrm>
            <a:off x="4827494" y="4034118"/>
            <a:ext cx="0" cy="1156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A4005C6-D998-EF4E-BB11-9F85F385687A}"/>
              </a:ext>
            </a:extLst>
          </p:cNvPr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/>
      <p:bldP spid="186" grpId="0"/>
      <p:bldP spid="187" grpId="0"/>
      <p:bldP spid="189" grpId="0" animBg="1"/>
      <p:bldP spid="191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80</Slides>
  <Notes>74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80</vt:i4>
      </vt:variant>
    </vt:vector>
  </HeadingPairs>
  <TitlesOfParts>
    <vt:vector size="81" baseType="lpstr">
      <vt:lpstr>Office Theme</vt:lpstr>
      <vt:lpstr>Apresentação do PowerPoint</vt:lpstr>
      <vt:lpstr>Camada de enlace e LANs: objetivos</vt:lpstr>
      <vt:lpstr>Camada de enlace, LANs: roteiro</vt:lpstr>
      <vt:lpstr>Camada de enlace: introdução</vt:lpstr>
      <vt:lpstr>Camada de enlace: contexto</vt:lpstr>
      <vt:lpstr>Camada de enlace: serviços</vt:lpstr>
      <vt:lpstr>Camada de enlace: serviços</vt:lpstr>
      <vt:lpstr>Camada de enlace: serviços (mais)</vt:lpstr>
      <vt:lpstr>Onde a camada de enlace é implementada?</vt:lpstr>
      <vt:lpstr>Interfaces de comunicação</vt:lpstr>
      <vt:lpstr>Camada de enlace, LANs: roteiro</vt:lpstr>
      <vt:lpstr>Detecção de erros</vt:lpstr>
      <vt:lpstr>Verificação de paridade</vt:lpstr>
      <vt:lpstr>Soma de verificação da Internet (revisão)</vt:lpstr>
      <vt:lpstr>Verificação de redundância cíclica (CRC)</vt:lpstr>
      <vt:lpstr>Verificação de redundância cíclica (CRC): exemplo</vt:lpstr>
      <vt:lpstr>Camada de enlace, LANs: roteiro</vt:lpstr>
      <vt:lpstr>Múltiplos enlaces de acesso, protocolos</vt:lpstr>
      <vt:lpstr>Protocolos de Acesso Múltiplo</vt:lpstr>
      <vt:lpstr>Um protocolo de acesso múltiplo ideal</vt:lpstr>
      <vt:lpstr>Protocolos MAC: taxonomia</vt:lpstr>
      <vt:lpstr>Protocolos MAC de particionamento de canal: TDMA</vt:lpstr>
      <vt:lpstr>Protocolos MAC de particionamento de canal: FDMA</vt:lpstr>
      <vt:lpstr>Protocolos de acesso aleatório</vt:lpstr>
      <vt:lpstr>ALOHA puro</vt:lpstr>
      <vt:lpstr>Slotted ALOHA</vt:lpstr>
      <vt:lpstr>Slotted ALOHA </vt:lpstr>
      <vt:lpstr>Slotted ALOHA: eficiência</vt:lpstr>
      <vt:lpstr>CSMA (acesso múltiplo com detecção de portadora)</vt:lpstr>
      <vt:lpstr>CSMA (acesso múltiplo com detecção de portadora)</vt:lpstr>
      <vt:lpstr>CSMA: colisões</vt:lpstr>
      <vt:lpstr>CSMA/CD:</vt:lpstr>
      <vt:lpstr>Algoritmo Ethernet CSMA/CD</vt:lpstr>
      <vt:lpstr>Eficiência CSMA/CD</vt:lpstr>
      <vt:lpstr>"Revezando" protocolos MAC</vt:lpstr>
      <vt:lpstr>"Revezando" protocolos MAC</vt:lpstr>
      <vt:lpstr>"Revezando" protocolos MAC</vt:lpstr>
      <vt:lpstr>Rede de acesso a cabo: FDM, TDM e acesso aleatório!</vt:lpstr>
      <vt:lpstr>Rede de acesso a cabo:</vt:lpstr>
      <vt:lpstr> Resumo dos  protocolos MAC</vt:lpstr>
      <vt:lpstr>Camada de link, LANs: roteiro</vt:lpstr>
      <vt:lpstr>Endereços MAC</vt:lpstr>
      <vt:lpstr>Endereços MAC</vt:lpstr>
      <vt:lpstr>Endereços MAC</vt:lpstr>
      <vt:lpstr>ARP: protocolo de resolução de endereços</vt:lpstr>
      <vt:lpstr>Protocolo ARP em ação</vt:lpstr>
      <vt:lpstr>Protocolo ARP em ação</vt:lpstr>
      <vt:lpstr>Protocolo ARP em ação</vt:lpstr>
      <vt:lpstr>Roteamento para outra sub-rede: endereçamento</vt:lpstr>
      <vt:lpstr>Roteamento para outra sub-rede: endereçamento</vt:lpstr>
      <vt:lpstr>Roteamento para outra sub-rede: endereçamento</vt:lpstr>
      <vt:lpstr>Roteamento para outra sub-rede: endereçamento</vt:lpstr>
      <vt:lpstr>Roteamento para outra sub-rede: endereçamento</vt:lpstr>
      <vt:lpstr>Roteamento para outra sub-rede: endereçamento</vt:lpstr>
      <vt:lpstr>Camada de link, LANs: roteiro</vt:lpstr>
      <vt:lpstr>Ethernet</vt:lpstr>
      <vt:lpstr>Ethernet: topologia física</vt:lpstr>
      <vt:lpstr>Estrutura do quadro Ethernet</vt:lpstr>
      <vt:lpstr>Estrutura do quadro Ethernet (mais)</vt:lpstr>
      <vt:lpstr>Ethernet: não confiável, sem conexão</vt:lpstr>
      <vt:lpstr>Padrões Ethernet 802.3: camadas físicas e de enlace</vt:lpstr>
      <vt:lpstr>Camada de link, LANs: roteiro</vt:lpstr>
      <vt:lpstr>Switch (comutador) Ethernet</vt:lpstr>
      <vt:lpstr>Switch: múltiplas transmissões simultâneas</vt:lpstr>
      <vt:lpstr>Switch: múltiplas transmissões simultâneas</vt:lpstr>
      <vt:lpstr>Alternar tabela de encaminhamento</vt:lpstr>
      <vt:lpstr>Switch: autoaprendizagem</vt:lpstr>
      <vt:lpstr>Switch: filtragem/encaminhamento de quadros</vt:lpstr>
      <vt:lpstr>Autoaprendizagem, encaminhamento: exemplo</vt:lpstr>
      <vt:lpstr>Interconexão de switches</vt:lpstr>
      <vt:lpstr>Exemplo de aprendizagem multi-switch</vt:lpstr>
      <vt:lpstr>Pequena rede institucional</vt:lpstr>
      <vt:lpstr>Switches vs. roteadores</vt:lpstr>
      <vt:lpstr>Camada de link, LANs: roteiro</vt:lpstr>
      <vt:lpstr>LANs virtuais (VLANs): motivação</vt:lpstr>
      <vt:lpstr>LANs virtuais (VLANs): motivação</vt:lpstr>
      <vt:lpstr>VLANs baseadas em porta</vt:lpstr>
      <vt:lpstr>VLANs baseadas em porta</vt:lpstr>
      <vt:lpstr>VLANS enovolvendo vários switches</vt:lpstr>
      <vt:lpstr>Formato de quadro VLAN 802.1Q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10</cp:revision>
  <cp:lastPrinted>2025-04-11T19:19:55Z</cp:lastPrinted>
  <dcterms:modified xsi:type="dcterms:W3CDTF">2026-04-08T14:52:55Z</dcterms:modified>
</cp:coreProperties>
</file>